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theme/theme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</p:sldIdLst>
  <p:sldSz cx="7562088" cy="10692384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>
</p:presentationPr>
</file>

<file path=ppt/tableStyles.xml><?xml version="1.0" encoding="utf-8"?>
<a:tblStyleLst xmlns:a="http://schemas.openxmlformats.org/drawingml/2006/main" def="{5C22544A-7EE6-4342-B048-85BDC9FD1C3A}">
</a:tblStyleLst>
</file>

<file path=ppt/_rels/presentation.xml.rels>&#65279;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.xml"/><Relationship Id="rId2" Type="http://schemas.openxmlformats.org/officeDocument/2006/relationships/theme" Target="theme/theme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slideLayouts/_rels/slideLayout.xml.rels>&#65279;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.xml"/></Relationships>
</file>

<file path=ppt/slideLayouts/slideLayout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Relationship Id="rId2" Type="http://schemas.openxmlformats.org/officeDocument/2006/relationships/theme" Target="../theme/theme.xml"/></Relationships>
</file>

<file path=ppt/slideMasters/slid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.jpeg"/><Relationship Id="rPictId1" Type="http://schemas.openxmlformats.org/officeDocument/2006/relationships/image" Target="../media/image2.jpeg"/><Relationship Id="rId1" Type="http://schemas.openxmlformats.org/officeDocument/2006/relationships/slideLayout" Target="../slideLayouts/slideLayout.xml"/></Relationships>
</file>

<file path=ppt/slides/_rels/slide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.jpeg"/><Relationship Id="rId1" Type="http://schemas.openxmlformats.org/officeDocument/2006/relationships/slideLayout" Target="../slideLayouts/slideLayout.xml"/></Relationships>
</file>

<file path=ppt/slides/_rels/slide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.jpeg"/><Relationship Id="rId1" Type="http://schemas.openxmlformats.org/officeDocument/2006/relationships/slideLayout" Target="../slideLayouts/slideLayout.xml"/></Relationships>
</file>

<file path=ppt/slides/_rels/slide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.jpeg"/><Relationship Id="rPictId1" Type="http://schemas.openxmlformats.org/officeDocument/2006/relationships/image" Target="../media/image6.jpeg"/><Relationship Id="rId1" Type="http://schemas.openxmlformats.org/officeDocument/2006/relationships/slideLayout" Target="../slideLayouts/slideLayout.xml"/></Relationships>
</file>

<file path=ppt/slides/_rels/slide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.jpeg"/><Relationship Id="rPictId1" Type="http://schemas.openxmlformats.org/officeDocument/2006/relationships/image" Target="../media/image8.jpeg"/><Relationship Id="rId1" Type="http://schemas.openxmlformats.org/officeDocument/2006/relationships/slideLayout" Target="../slideLayouts/slide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78992" y="2776728"/>
            <a:ext cx="5404104" cy="3044952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078992" y="6678168"/>
            <a:ext cx="5404104" cy="3041904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075944" y="917448"/>
            <a:ext cx="4218432" cy="1310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s" sz="1100">
                <a:latin typeface="Calibri"/>
              </a:rPr>
              <a:t>Busca en internet una foto de cada uno de los conectores de alimentación</a:t>
            </a:r>
          </a:p>
        </p:txBody>
      </p:sp>
      <p:sp>
        <p:nvSpPr>
          <p:cNvPr id="5" name=""/>
          <p:cNvSpPr/>
          <p:nvPr/>
        </p:nvSpPr>
        <p:spPr>
          <a:xfrm>
            <a:off x="1069848" y="1203960"/>
            <a:ext cx="3810000" cy="72847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2256"/>
              </a:lnSpc>
            </a:pPr>
            <a:r>
              <a:rPr lang="es" sz="1100">
                <a:latin typeface="Calibri"/>
              </a:rPr>
              <a:t>que hemos visto, así como una foto del lugar en el que se conecta. Móntalo en un PowerPoint.</a:t>
            </a:r>
          </a:p>
          <a:p>
            <a:pPr algn="just" indent="0">
              <a:lnSpc>
                <a:spcPts val="2256"/>
              </a:lnSpc>
              <a:spcAft>
                <a:spcPts val="1890"/>
              </a:spcAft>
            </a:pPr>
            <a:r>
              <a:rPr lang="es" sz="1100">
                <a:latin typeface="Calibri"/>
              </a:rPr>
              <a:t>Es decir, haz algo similar a los mostrado en las diapositivas 16 a 21.</a:t>
            </a:r>
          </a:p>
        </p:txBody>
      </p:sp>
      <p:sp>
        <p:nvSpPr>
          <p:cNvPr id="6" name=""/>
          <p:cNvSpPr/>
          <p:nvPr/>
        </p:nvSpPr>
        <p:spPr>
          <a:xfrm>
            <a:off x="1063752" y="2429256"/>
            <a:ext cx="1246632" cy="1920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spcBef>
                <a:spcPts val="1890"/>
              </a:spcBef>
            </a:pPr>
            <a:r>
              <a:rPr lang="es" b="1" sz="1300">
                <a:latin typeface="Times New Roman"/>
              </a:rPr>
              <a:t>ATX de 24 </a:t>
            </a:r>
            <a:r>
              <a:rPr lang="en-US" b="1" sz="1300">
                <a:latin typeface="Times New Roman"/>
              </a:rPr>
              <a:t>pines</a:t>
            </a:r>
          </a:p>
        </p:txBody>
      </p:sp>
      <p:sp>
        <p:nvSpPr>
          <p:cNvPr id="7" name=""/>
          <p:cNvSpPr/>
          <p:nvPr/>
        </p:nvSpPr>
        <p:spPr>
          <a:xfrm>
            <a:off x="1063752" y="6327648"/>
            <a:ext cx="822960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spcBef>
                <a:spcPts val="2730"/>
              </a:spcBef>
            </a:pPr>
            <a:r>
              <a:rPr lang="es" b="1" sz="1300">
                <a:latin typeface="Times New Roman"/>
              </a:rPr>
              <a:t>ATX12VO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78992" y="1633728"/>
            <a:ext cx="5337048" cy="380695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069848" y="1286256"/>
            <a:ext cx="1289304" cy="1920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s" b="1" sz="1300">
                <a:latin typeface="Times New Roman"/>
              </a:rPr>
              <a:t>EPS de </a:t>
            </a:r>
            <a:r>
              <a:rPr lang="en-US" b="1" sz="1300">
                <a:latin typeface="Times New Roman"/>
              </a:rPr>
              <a:t>4+4 pines</a:t>
            </a:r>
          </a:p>
        </p:txBody>
      </p:sp>
      <p:sp>
        <p:nvSpPr>
          <p:cNvPr id="4" name=""/>
          <p:cNvSpPr/>
          <p:nvPr/>
        </p:nvSpPr>
        <p:spPr>
          <a:xfrm>
            <a:off x="1063752" y="5660136"/>
            <a:ext cx="1514856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s" b="1" sz="1300">
                <a:latin typeface="Times New Roman"/>
              </a:rPr>
              <a:t>Alimentación SATA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78992" y="899160"/>
            <a:ext cx="5404104" cy="395630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066800" y="5647944"/>
            <a:ext cx="1347216" cy="1920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s" b="1" sz="1300">
                <a:latin typeface="Times New Roman"/>
              </a:rPr>
              <a:t>PCIe de </a:t>
            </a:r>
            <a:r>
              <a:rPr lang="en-US" b="1" sz="1300">
                <a:latin typeface="Times New Roman"/>
              </a:rPr>
              <a:t>6+2 pines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78992" y="899160"/>
            <a:ext cx="5404104" cy="4050792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2499360" y="5806440"/>
            <a:ext cx="2151888" cy="3157728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075944" y="5458968"/>
            <a:ext cx="853440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latin typeface="Times New Roman"/>
              </a:rPr>
              <a:t>12VHPWR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78992" y="1274064"/>
            <a:ext cx="5404104" cy="360273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078992" y="5724144"/>
            <a:ext cx="5404104" cy="405384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069848" y="923544"/>
            <a:ext cx="1889760" cy="1920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s" b="1" sz="1300">
                <a:latin typeface="Times New Roman"/>
              </a:rPr>
              <a:t>Molex de </a:t>
            </a:r>
            <a:r>
              <a:rPr lang="en-US" b="1" sz="1300">
                <a:latin typeface="Times New Roman"/>
              </a:rPr>
              <a:t>4 pines </a:t>
            </a:r>
            <a:r>
              <a:rPr lang="es" b="1" sz="1300">
                <a:latin typeface="Times New Roman"/>
              </a:rPr>
              <a:t>(desuso)</a:t>
            </a:r>
          </a:p>
        </p:txBody>
      </p:sp>
      <p:sp>
        <p:nvSpPr>
          <p:cNvPr id="5" name=""/>
          <p:cNvSpPr/>
          <p:nvPr/>
        </p:nvSpPr>
        <p:spPr>
          <a:xfrm>
            <a:off x="1069848" y="5376672"/>
            <a:ext cx="2063496" cy="1920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latin typeface="Times New Roman"/>
              </a:rPr>
              <a:t>Floppy </a:t>
            </a:r>
            <a:r>
              <a:rPr lang="es" b="1" sz="1300">
                <a:latin typeface="Times New Roman"/>
              </a:rPr>
              <a:t>de </a:t>
            </a:r>
            <a:r>
              <a:rPr lang="en-US" b="1" sz="1300">
                <a:latin typeface="Times New Roman"/>
              </a:rPr>
              <a:t>4 pines </a:t>
            </a:r>
            <a:r>
              <a:rPr lang="es" b="1" sz="1300">
                <a:latin typeface="Times New Roman"/>
              </a:rPr>
              <a:t>(obsoleto)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/>
  <dc:subject/>
  <dc:creator>JAVI</dc:creator>
  <cp:keywords/>
</cp:coreProperties>
</file>