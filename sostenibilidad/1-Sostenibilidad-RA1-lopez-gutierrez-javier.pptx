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642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6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2308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209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0502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871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288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58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22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707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1475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3335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5202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568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5925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3811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44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9A980-33F9-4CA7-AB95-ABF1F160014D}" type="datetimeFigureOut">
              <a:rPr lang="es-ES" smtClean="0"/>
              <a:t>03/12/2024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941B-8292-4070-8EA4-07DC3AAC2F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4474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2854D-7A11-4B13-B3A4-B7F4B4D76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2328328"/>
          </a:xfrm>
        </p:spPr>
        <p:txBody>
          <a:bodyPr>
            <a:normAutofit fontScale="90000"/>
          </a:bodyPr>
          <a:lstStyle/>
          <a:p>
            <a:r>
              <a:rPr lang="es-ES" dirty="0"/>
              <a:t>Sostenibilidad y Aspectos ambientales, sociales y de gobernanza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305308-D741-4DC7-8C3C-C00C512B2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030133"/>
            <a:ext cx="9448800" cy="668866"/>
          </a:xfrm>
        </p:spPr>
        <p:txBody>
          <a:bodyPr/>
          <a:lstStyle/>
          <a:p>
            <a:r>
              <a:rPr lang="es-ES" dirty="0"/>
              <a:t>Análisis de las marcas internacionales para el </a:t>
            </a:r>
            <a:r>
              <a:rPr lang="es-ES"/>
              <a:t>desarrollo sostenible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5577943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20</TotalTime>
  <Words>18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Estela de condensación</vt:lpstr>
      <vt:lpstr>Sostenibilidad y Aspectos ambientales, sociales y de gobernanza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Sostenibilidad y Aspectos ambientales, sociales y de gobernanza</dc:title>
  <dc:creator>JAVI</dc:creator>
  <cp:lastModifiedBy>JAVI</cp:lastModifiedBy>
  <cp:revision>2</cp:revision>
  <dcterms:created xsi:type="dcterms:W3CDTF">2024-12-03T09:17:05Z</dcterms:created>
  <dcterms:modified xsi:type="dcterms:W3CDTF">2024-12-03T09:37:31Z</dcterms:modified>
</cp:coreProperties>
</file>