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1"/>
  </p:notesMasterIdLst>
  <p:sldIdLst>
    <p:sldId id="256" r:id="rId2"/>
    <p:sldId id="426" r:id="rId3"/>
    <p:sldId id="396" r:id="rId4"/>
    <p:sldId id="414" r:id="rId5"/>
    <p:sldId id="397" r:id="rId6"/>
    <p:sldId id="401" r:id="rId7"/>
    <p:sldId id="415" r:id="rId8"/>
    <p:sldId id="467" r:id="rId9"/>
    <p:sldId id="406" r:id="rId10"/>
    <p:sldId id="402" r:id="rId11"/>
    <p:sldId id="405" r:id="rId12"/>
    <p:sldId id="420" r:id="rId13"/>
    <p:sldId id="409" r:id="rId14"/>
    <p:sldId id="450" r:id="rId15"/>
    <p:sldId id="451" r:id="rId16"/>
    <p:sldId id="452" r:id="rId17"/>
    <p:sldId id="453" r:id="rId18"/>
    <p:sldId id="454" r:id="rId19"/>
    <p:sldId id="455" r:id="rId20"/>
    <p:sldId id="456" r:id="rId21"/>
    <p:sldId id="457" r:id="rId22"/>
    <p:sldId id="458" r:id="rId23"/>
    <p:sldId id="459" r:id="rId24"/>
    <p:sldId id="460" r:id="rId25"/>
    <p:sldId id="461" r:id="rId26"/>
    <p:sldId id="429" r:id="rId27"/>
    <p:sldId id="430" r:id="rId28"/>
    <p:sldId id="447" r:id="rId29"/>
    <p:sldId id="462" r:id="rId30"/>
    <p:sldId id="463" r:id="rId31"/>
    <p:sldId id="431" r:id="rId32"/>
    <p:sldId id="473" r:id="rId33"/>
    <p:sldId id="474" r:id="rId34"/>
    <p:sldId id="464" r:id="rId35"/>
    <p:sldId id="477" r:id="rId36"/>
    <p:sldId id="478" r:id="rId37"/>
    <p:sldId id="432" r:id="rId38"/>
    <p:sldId id="436" r:id="rId39"/>
    <p:sldId id="437" r:id="rId40"/>
    <p:sldId id="475" r:id="rId41"/>
    <p:sldId id="476" r:id="rId42"/>
    <p:sldId id="465" r:id="rId43"/>
    <p:sldId id="446" r:id="rId44"/>
    <p:sldId id="472" r:id="rId45"/>
    <p:sldId id="442" r:id="rId46"/>
    <p:sldId id="444" r:id="rId47"/>
    <p:sldId id="443" r:id="rId48"/>
    <p:sldId id="445" r:id="rId49"/>
    <p:sldId id="441" r:id="rId50"/>
  </p:sldIdLst>
  <p:sldSz cx="9144000" cy="6858000" type="screen4x3"/>
  <p:notesSz cx="6858000" cy="9144000"/>
  <p:defaultTextStyle>
    <a:defPPr>
      <a:defRPr lang="en-US"/>
    </a:defPPr>
    <a:lvl1pPr algn="l" rtl="0" fontAlgn="base">
      <a:spcBef>
        <a:spcPct val="0"/>
      </a:spcBef>
      <a:spcAft>
        <a:spcPct val="0"/>
      </a:spcAft>
      <a:defRPr sz="1900" kern="1200">
        <a:solidFill>
          <a:schemeClr val="tx1"/>
        </a:solidFill>
        <a:latin typeface="Arial" charset="0"/>
        <a:ea typeface="+mn-ea"/>
        <a:cs typeface="+mn-cs"/>
      </a:defRPr>
    </a:lvl1pPr>
    <a:lvl2pPr marL="457200" algn="l" rtl="0" fontAlgn="base">
      <a:spcBef>
        <a:spcPct val="0"/>
      </a:spcBef>
      <a:spcAft>
        <a:spcPct val="0"/>
      </a:spcAft>
      <a:defRPr sz="1900" kern="1200">
        <a:solidFill>
          <a:schemeClr val="tx1"/>
        </a:solidFill>
        <a:latin typeface="Arial" charset="0"/>
        <a:ea typeface="+mn-ea"/>
        <a:cs typeface="+mn-cs"/>
      </a:defRPr>
    </a:lvl2pPr>
    <a:lvl3pPr marL="914400" algn="l" rtl="0" fontAlgn="base">
      <a:spcBef>
        <a:spcPct val="0"/>
      </a:spcBef>
      <a:spcAft>
        <a:spcPct val="0"/>
      </a:spcAft>
      <a:defRPr sz="1900" kern="1200">
        <a:solidFill>
          <a:schemeClr val="tx1"/>
        </a:solidFill>
        <a:latin typeface="Arial" charset="0"/>
        <a:ea typeface="+mn-ea"/>
        <a:cs typeface="+mn-cs"/>
      </a:defRPr>
    </a:lvl3pPr>
    <a:lvl4pPr marL="1371600" algn="l" rtl="0" fontAlgn="base">
      <a:spcBef>
        <a:spcPct val="0"/>
      </a:spcBef>
      <a:spcAft>
        <a:spcPct val="0"/>
      </a:spcAft>
      <a:defRPr sz="1900" kern="1200">
        <a:solidFill>
          <a:schemeClr val="tx1"/>
        </a:solidFill>
        <a:latin typeface="Arial" charset="0"/>
        <a:ea typeface="+mn-ea"/>
        <a:cs typeface="+mn-cs"/>
      </a:defRPr>
    </a:lvl4pPr>
    <a:lvl5pPr marL="1828800" algn="l" rtl="0" fontAlgn="base">
      <a:spcBef>
        <a:spcPct val="0"/>
      </a:spcBef>
      <a:spcAft>
        <a:spcPct val="0"/>
      </a:spcAft>
      <a:defRPr sz="1900" kern="1200">
        <a:solidFill>
          <a:schemeClr val="tx1"/>
        </a:solidFill>
        <a:latin typeface="Arial" charset="0"/>
        <a:ea typeface="+mn-ea"/>
        <a:cs typeface="+mn-cs"/>
      </a:defRPr>
    </a:lvl5pPr>
    <a:lvl6pPr marL="2286000" algn="l" defTabSz="914400" rtl="0" eaLnBrk="1" latinLnBrk="0" hangingPunct="1">
      <a:defRPr sz="1900" kern="1200">
        <a:solidFill>
          <a:schemeClr val="tx1"/>
        </a:solidFill>
        <a:latin typeface="Arial" charset="0"/>
        <a:ea typeface="+mn-ea"/>
        <a:cs typeface="+mn-cs"/>
      </a:defRPr>
    </a:lvl6pPr>
    <a:lvl7pPr marL="2743200" algn="l" defTabSz="914400" rtl="0" eaLnBrk="1" latinLnBrk="0" hangingPunct="1">
      <a:defRPr sz="1900" kern="1200">
        <a:solidFill>
          <a:schemeClr val="tx1"/>
        </a:solidFill>
        <a:latin typeface="Arial" charset="0"/>
        <a:ea typeface="+mn-ea"/>
        <a:cs typeface="+mn-cs"/>
      </a:defRPr>
    </a:lvl7pPr>
    <a:lvl8pPr marL="3200400" algn="l" defTabSz="914400" rtl="0" eaLnBrk="1" latinLnBrk="0" hangingPunct="1">
      <a:defRPr sz="1900" kern="1200">
        <a:solidFill>
          <a:schemeClr val="tx1"/>
        </a:solidFill>
        <a:latin typeface="Arial" charset="0"/>
        <a:ea typeface="+mn-ea"/>
        <a:cs typeface="+mn-cs"/>
      </a:defRPr>
    </a:lvl8pPr>
    <a:lvl9pPr marL="3657600" algn="l" defTabSz="914400" rtl="0" eaLnBrk="1" latinLnBrk="0" hangingPunct="1">
      <a:defRPr sz="1900" kern="1200">
        <a:solidFill>
          <a:schemeClr val="tx1"/>
        </a:solidFill>
        <a:latin typeface="Arial" charset="0"/>
        <a:ea typeface="+mn-ea"/>
        <a:cs typeface="+mn-cs"/>
      </a:defRPr>
    </a:lvl9pPr>
  </p:defaultTextStyle>
  <p:extLst>
    <p:ext uri="{521415D9-36F7-43E2-AB2F-B90AF26B5E84}">
      <p14:sectionLst xmlns:p14="http://schemas.microsoft.com/office/powerpoint/2010/main">
        <p14:section name="Sección predeterminada" id="{E249EDBE-9125-4EDC-A34A-0044E829241A}">
          <p14:sldIdLst>
            <p14:sldId id="256"/>
          </p14:sldIdLst>
        </p14:section>
        <p14:section name="Sección sin título" id="{E4FCF462-0BFF-4E95-876C-35E98A900FF5}">
          <p14:sldIdLst>
            <p14:sldId id="426"/>
            <p14:sldId id="396"/>
            <p14:sldId id="414"/>
            <p14:sldId id="397"/>
            <p14:sldId id="401"/>
            <p14:sldId id="415"/>
            <p14:sldId id="467"/>
            <p14:sldId id="406"/>
            <p14:sldId id="402"/>
            <p14:sldId id="405"/>
            <p14:sldId id="420"/>
            <p14:sldId id="409"/>
            <p14:sldId id="450"/>
            <p14:sldId id="451"/>
            <p14:sldId id="452"/>
            <p14:sldId id="453"/>
            <p14:sldId id="454"/>
            <p14:sldId id="455"/>
            <p14:sldId id="456"/>
            <p14:sldId id="457"/>
            <p14:sldId id="458"/>
            <p14:sldId id="459"/>
            <p14:sldId id="460"/>
            <p14:sldId id="461"/>
            <p14:sldId id="429"/>
            <p14:sldId id="430"/>
            <p14:sldId id="447"/>
            <p14:sldId id="462"/>
            <p14:sldId id="463"/>
            <p14:sldId id="431"/>
            <p14:sldId id="473"/>
            <p14:sldId id="474"/>
            <p14:sldId id="464"/>
            <p14:sldId id="477"/>
            <p14:sldId id="478"/>
            <p14:sldId id="432"/>
            <p14:sldId id="436"/>
            <p14:sldId id="437"/>
            <p14:sldId id="475"/>
            <p14:sldId id="476"/>
            <p14:sldId id="465"/>
            <p14:sldId id="446"/>
            <p14:sldId id="472"/>
            <p14:sldId id="442"/>
            <p14:sldId id="444"/>
            <p14:sldId id="443"/>
            <p14:sldId id="445"/>
            <p14:sldId id="441"/>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AF00"/>
    <a:srgbClr val="009900"/>
    <a:srgbClr val="FF3300"/>
    <a:srgbClr val="FF6600"/>
    <a:srgbClr val="FBFEE6"/>
    <a:srgbClr val="FFDB69"/>
    <a:srgbClr val="FCEBC0"/>
    <a:srgbClr val="FADB8E"/>
    <a:srgbClr val="82C836"/>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6D9F66E-5EB9-4882-86FB-DCBF35E3C3E4}" styleName="Estilo medio 4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944" autoAdjust="0"/>
    <p:restoredTop sz="92813" autoAdjust="0"/>
  </p:normalViewPr>
  <p:slideViewPr>
    <p:cSldViewPr>
      <p:cViewPr varScale="1">
        <p:scale>
          <a:sx n="102" d="100"/>
          <a:sy n="102" d="100"/>
        </p:scale>
        <p:origin x="2360" y="1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s-ES_tradnl"/>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60469D27-3A80-4AE4-983A-5127F419349B}" type="datetimeFigureOut">
              <a:rPr lang="es-ES_tradnl"/>
              <a:pPr>
                <a:defRPr/>
              </a:pPr>
              <a:t>3/2/25</a:t>
            </a:fld>
            <a:endParaRPr lang="es-ES_tradnl"/>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s-ES_tradnl" noProof="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ES_tradnl" noProof="0"/>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s-ES_tradnl"/>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FB2CE7FE-09D1-49CA-91BF-39EACD17411D}" type="slidenum">
              <a:rPr lang="es-ES_tradnl"/>
              <a:pPr>
                <a:defRPr/>
              </a:pPr>
              <a:t>‹Nº›</a:t>
            </a:fld>
            <a:endParaRPr lang="es-ES_tradnl"/>
          </a:p>
        </p:txBody>
      </p:sp>
    </p:spTree>
    <p:extLst>
      <p:ext uri="{BB962C8B-B14F-4D97-AF65-F5344CB8AC3E}">
        <p14:creationId xmlns:p14="http://schemas.microsoft.com/office/powerpoint/2010/main" val="926755300"/>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1 Marcador de imagen de diapositiva"/>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2 Marcador de notas"/>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es-ES_tradnl"/>
          </a:p>
        </p:txBody>
      </p:sp>
      <p:sp>
        <p:nvSpPr>
          <p:cNvPr id="13316" name="3 Marcador de número de diapositiva"/>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sz="1900">
                <a:solidFill>
                  <a:schemeClr val="tx1"/>
                </a:solidFill>
                <a:latin typeface="Arial" charset="0"/>
              </a:defRPr>
            </a:lvl1pPr>
            <a:lvl2pPr marL="742950" indent="-285750" eaLnBrk="0" hangingPunct="0">
              <a:defRPr sz="1900">
                <a:solidFill>
                  <a:schemeClr val="tx1"/>
                </a:solidFill>
                <a:latin typeface="Arial" charset="0"/>
              </a:defRPr>
            </a:lvl2pPr>
            <a:lvl3pPr marL="1143000" indent="-228600" eaLnBrk="0" hangingPunct="0">
              <a:defRPr sz="1900">
                <a:solidFill>
                  <a:schemeClr val="tx1"/>
                </a:solidFill>
                <a:latin typeface="Arial" charset="0"/>
              </a:defRPr>
            </a:lvl3pPr>
            <a:lvl4pPr marL="1600200" indent="-228600" eaLnBrk="0" hangingPunct="0">
              <a:defRPr sz="1900">
                <a:solidFill>
                  <a:schemeClr val="tx1"/>
                </a:solidFill>
                <a:latin typeface="Arial" charset="0"/>
              </a:defRPr>
            </a:lvl4pPr>
            <a:lvl5pPr marL="2057400" indent="-228600" eaLnBrk="0" hangingPunct="0">
              <a:defRPr sz="1900">
                <a:solidFill>
                  <a:schemeClr val="tx1"/>
                </a:solidFill>
                <a:latin typeface="Arial" charset="0"/>
              </a:defRPr>
            </a:lvl5pPr>
            <a:lvl6pPr marL="2514600" indent="-228600" eaLnBrk="0" fontAlgn="base" hangingPunct="0">
              <a:spcBef>
                <a:spcPct val="0"/>
              </a:spcBef>
              <a:spcAft>
                <a:spcPct val="0"/>
              </a:spcAft>
              <a:defRPr sz="1900">
                <a:solidFill>
                  <a:schemeClr val="tx1"/>
                </a:solidFill>
                <a:latin typeface="Arial" charset="0"/>
              </a:defRPr>
            </a:lvl6pPr>
            <a:lvl7pPr marL="2971800" indent="-228600" eaLnBrk="0" fontAlgn="base" hangingPunct="0">
              <a:spcBef>
                <a:spcPct val="0"/>
              </a:spcBef>
              <a:spcAft>
                <a:spcPct val="0"/>
              </a:spcAft>
              <a:defRPr sz="1900">
                <a:solidFill>
                  <a:schemeClr val="tx1"/>
                </a:solidFill>
                <a:latin typeface="Arial" charset="0"/>
              </a:defRPr>
            </a:lvl7pPr>
            <a:lvl8pPr marL="3429000" indent="-228600" eaLnBrk="0" fontAlgn="base" hangingPunct="0">
              <a:spcBef>
                <a:spcPct val="0"/>
              </a:spcBef>
              <a:spcAft>
                <a:spcPct val="0"/>
              </a:spcAft>
              <a:defRPr sz="1900">
                <a:solidFill>
                  <a:schemeClr val="tx1"/>
                </a:solidFill>
                <a:latin typeface="Arial" charset="0"/>
              </a:defRPr>
            </a:lvl8pPr>
            <a:lvl9pPr marL="3886200" indent="-228600" eaLnBrk="0" fontAlgn="base" hangingPunct="0">
              <a:spcBef>
                <a:spcPct val="0"/>
              </a:spcBef>
              <a:spcAft>
                <a:spcPct val="0"/>
              </a:spcAft>
              <a:defRPr sz="1900">
                <a:solidFill>
                  <a:schemeClr val="tx1"/>
                </a:solidFill>
                <a:latin typeface="Arial" charset="0"/>
              </a:defRPr>
            </a:lvl9pPr>
          </a:lstStyle>
          <a:p>
            <a:pPr eaLnBrk="1" hangingPunct="1"/>
            <a:fld id="{D36EE85E-37C0-4958-BA08-E096993B5EBD}" type="slidenum">
              <a:rPr lang="es-ES_tradnl" sz="1200"/>
              <a:pPr eaLnBrk="1" hangingPunct="1"/>
              <a:t>1</a:t>
            </a:fld>
            <a:endParaRPr lang="es-ES_tradnl" sz="1200"/>
          </a:p>
        </p:txBody>
      </p:sp>
    </p:spTree>
    <p:extLst>
      <p:ext uri="{BB962C8B-B14F-4D97-AF65-F5344CB8AC3E}">
        <p14:creationId xmlns:p14="http://schemas.microsoft.com/office/powerpoint/2010/main" val="15252355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bwMode="ltGray">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41"/>
          <p:cNvSpPr>
            <a:spLocks noChangeArrowheads="1"/>
          </p:cNvSpPr>
          <p:nvPr/>
        </p:nvSpPr>
        <p:spPr bwMode="gray">
          <a:xfrm>
            <a:off x="0" y="2708275"/>
            <a:ext cx="9144000" cy="874713"/>
          </a:xfrm>
          <a:prstGeom prst="rect">
            <a:avLst/>
          </a:prstGeom>
          <a:gradFill rotWithShape="1">
            <a:gsLst>
              <a:gs pos="0">
                <a:schemeClr val="accent1">
                  <a:gamma/>
                  <a:shade val="46275"/>
                  <a:invGamma/>
                </a:schemeClr>
              </a:gs>
              <a:gs pos="50000">
                <a:schemeClr val="accent1"/>
              </a:gs>
              <a:gs pos="100000">
                <a:schemeClr val="accent1">
                  <a:gamma/>
                  <a:shade val="46275"/>
                  <a:invGamma/>
                </a:schemeClr>
              </a:gs>
            </a:gsLst>
            <a:lin ang="0" scaled="1"/>
          </a:gradFill>
          <a:ln w="28575">
            <a:solidFill>
              <a:schemeClr val="bg1"/>
            </a:solidFill>
            <a:miter lim="800000"/>
            <a:headEnd/>
            <a:tailEnd/>
          </a:ln>
          <a:effectLst/>
        </p:spPr>
        <p:txBody>
          <a:bodyPr wrap="none" anchor="ctr"/>
          <a:lstStyle/>
          <a:p>
            <a:pPr>
              <a:defRPr/>
            </a:pPr>
            <a:endParaRPr lang="es-ES_tradnl"/>
          </a:p>
        </p:txBody>
      </p:sp>
      <p:sp>
        <p:nvSpPr>
          <p:cNvPr id="5" name="Text Box 14"/>
          <p:cNvSpPr txBox="1">
            <a:spLocks noChangeArrowheads="1"/>
          </p:cNvSpPr>
          <p:nvPr/>
        </p:nvSpPr>
        <p:spPr bwMode="black">
          <a:xfrm>
            <a:off x="381000" y="271463"/>
            <a:ext cx="1089025" cy="415925"/>
          </a:xfrm>
          <a:prstGeom prst="rect">
            <a:avLst/>
          </a:prstGeom>
          <a:noFill/>
          <a:ln w="9525">
            <a:noFill/>
            <a:miter lim="800000"/>
            <a:headEnd/>
            <a:tailEnd/>
          </a:ln>
          <a:effectLst/>
        </p:spPr>
        <p:txBody>
          <a:bodyPr lIns="95782" tIns="47891" rIns="95782" bIns="47891">
            <a:spAutoFit/>
          </a:bodyPr>
          <a:lstStyle/>
          <a:p>
            <a:pPr defTabSz="957263">
              <a:defRPr/>
            </a:pPr>
            <a:r>
              <a:rPr lang="en-US" sz="2100" b="1">
                <a:solidFill>
                  <a:schemeClr val="bg1"/>
                </a:solidFill>
                <a:latin typeface="Verdana" pitchFamily="34" charset="0"/>
              </a:rPr>
              <a:t>LOGO</a:t>
            </a:r>
          </a:p>
        </p:txBody>
      </p:sp>
      <p:grpSp>
        <p:nvGrpSpPr>
          <p:cNvPr id="6" name="Group 42"/>
          <p:cNvGrpSpPr>
            <a:grpSpLocks/>
          </p:cNvGrpSpPr>
          <p:nvPr/>
        </p:nvGrpSpPr>
        <p:grpSpPr bwMode="auto">
          <a:xfrm>
            <a:off x="-11113" y="-12700"/>
            <a:ext cx="9175751" cy="6870700"/>
            <a:chOff x="-7" y="-8"/>
            <a:chExt cx="5780" cy="4328"/>
          </a:xfrm>
        </p:grpSpPr>
        <p:sp>
          <p:nvSpPr>
            <p:cNvPr id="7" name="AutoShape 36"/>
            <p:cNvSpPr>
              <a:spLocks noChangeArrowheads="1"/>
            </p:cNvSpPr>
            <p:nvPr/>
          </p:nvSpPr>
          <p:spPr bwMode="gray">
            <a:xfrm>
              <a:off x="17" y="16"/>
              <a:ext cx="5729" cy="4285"/>
            </a:xfrm>
            <a:prstGeom prst="roundRect">
              <a:avLst>
                <a:gd name="adj" fmla="val 6227"/>
              </a:avLst>
            </a:prstGeom>
            <a:noFill/>
            <a:ln w="76200">
              <a:solidFill>
                <a:schemeClr val="bg1"/>
              </a:solidFill>
              <a:round/>
              <a:headEnd/>
              <a:tailEnd/>
            </a:ln>
            <a:effectLst/>
          </p:spPr>
          <p:txBody>
            <a:bodyPr wrap="none" anchor="ctr"/>
            <a:lstStyle/>
            <a:p>
              <a:pPr>
                <a:defRPr/>
              </a:pPr>
              <a:endParaRPr lang="es-ES_tradnl"/>
            </a:p>
          </p:txBody>
        </p:sp>
        <p:sp>
          <p:nvSpPr>
            <p:cNvPr id="8" name="Freeform 37"/>
            <p:cNvSpPr>
              <a:spLocks/>
            </p:cNvSpPr>
            <p:nvPr/>
          </p:nvSpPr>
          <p:spPr bwMode="gray">
            <a:xfrm>
              <a:off x="-3" y="-8"/>
              <a:ext cx="295" cy="289"/>
            </a:xfrm>
            <a:custGeom>
              <a:avLst/>
              <a:gdLst/>
              <a:ahLst/>
              <a:cxnLst>
                <a:cxn ang="0">
                  <a:pos x="3" y="395"/>
                </a:cxn>
                <a:cxn ang="0">
                  <a:pos x="74" y="216"/>
                </a:cxn>
                <a:cxn ang="0">
                  <a:pos x="231" y="50"/>
                </a:cxn>
                <a:cxn ang="0">
                  <a:pos x="403" y="0"/>
                </a:cxn>
                <a:cxn ang="0">
                  <a:pos x="0" y="0"/>
                </a:cxn>
              </a:cxnLst>
              <a:rect l="0" t="0" r="r" b="b"/>
              <a:pathLst>
                <a:path w="403" h="395">
                  <a:moveTo>
                    <a:pt x="3" y="395"/>
                  </a:moveTo>
                  <a:lnTo>
                    <a:pt x="74" y="216"/>
                  </a:lnTo>
                  <a:lnTo>
                    <a:pt x="231" y="50"/>
                  </a:lnTo>
                  <a:lnTo>
                    <a:pt x="403" y="0"/>
                  </a:lnTo>
                  <a:lnTo>
                    <a:pt x="0" y="0"/>
                  </a:lnTo>
                </a:path>
              </a:pathLst>
            </a:custGeom>
            <a:solidFill>
              <a:schemeClr val="bg1"/>
            </a:solidFill>
            <a:ln w="9525">
              <a:noFill/>
              <a:round/>
              <a:headEnd/>
              <a:tailEnd/>
            </a:ln>
            <a:effectLst/>
          </p:spPr>
          <p:txBody>
            <a:bodyPr/>
            <a:lstStyle/>
            <a:p>
              <a:pPr>
                <a:defRPr/>
              </a:pPr>
              <a:endParaRPr lang="es-ES_tradnl"/>
            </a:p>
          </p:txBody>
        </p:sp>
        <p:sp>
          <p:nvSpPr>
            <p:cNvPr id="9" name="Freeform 38"/>
            <p:cNvSpPr>
              <a:spLocks/>
            </p:cNvSpPr>
            <p:nvPr/>
          </p:nvSpPr>
          <p:spPr bwMode="gray">
            <a:xfrm>
              <a:off x="-7" y="3982"/>
              <a:ext cx="287" cy="338"/>
            </a:xfrm>
            <a:custGeom>
              <a:avLst/>
              <a:gdLst/>
              <a:ahLst/>
              <a:cxnLst>
                <a:cxn ang="0">
                  <a:pos x="391" y="473"/>
                </a:cxn>
                <a:cxn ang="0">
                  <a:pos x="151" y="353"/>
                </a:cxn>
                <a:cxn ang="0">
                  <a:pos x="42" y="201"/>
                </a:cxn>
                <a:cxn ang="0">
                  <a:pos x="0" y="0"/>
                </a:cxn>
                <a:cxn ang="0">
                  <a:pos x="1" y="470"/>
                </a:cxn>
              </a:cxnLst>
              <a:rect l="0" t="0" r="r" b="b"/>
              <a:pathLst>
                <a:path w="391" h="473">
                  <a:moveTo>
                    <a:pt x="391" y="473"/>
                  </a:moveTo>
                  <a:lnTo>
                    <a:pt x="151" y="353"/>
                  </a:lnTo>
                  <a:lnTo>
                    <a:pt x="42" y="201"/>
                  </a:lnTo>
                  <a:lnTo>
                    <a:pt x="0" y="0"/>
                  </a:lnTo>
                  <a:lnTo>
                    <a:pt x="1" y="470"/>
                  </a:lnTo>
                </a:path>
              </a:pathLst>
            </a:custGeom>
            <a:solidFill>
              <a:schemeClr val="bg1"/>
            </a:solidFill>
            <a:ln w="9525">
              <a:noFill/>
              <a:round/>
              <a:headEnd/>
              <a:tailEnd/>
            </a:ln>
            <a:effectLst/>
          </p:spPr>
          <p:txBody>
            <a:bodyPr/>
            <a:lstStyle/>
            <a:p>
              <a:pPr>
                <a:defRPr/>
              </a:pPr>
              <a:endParaRPr lang="es-ES_tradnl"/>
            </a:p>
          </p:txBody>
        </p:sp>
        <p:sp>
          <p:nvSpPr>
            <p:cNvPr id="10" name="Freeform 39"/>
            <p:cNvSpPr>
              <a:spLocks/>
            </p:cNvSpPr>
            <p:nvPr/>
          </p:nvSpPr>
          <p:spPr bwMode="gray">
            <a:xfrm>
              <a:off x="5499" y="4026"/>
              <a:ext cx="274" cy="287"/>
            </a:xfrm>
            <a:custGeom>
              <a:avLst/>
              <a:gdLst/>
              <a:ahLst/>
              <a:cxnLst>
                <a:cxn ang="0">
                  <a:pos x="229" y="0"/>
                </a:cxn>
                <a:cxn ang="0">
                  <a:pos x="164" y="144"/>
                </a:cxn>
                <a:cxn ang="0">
                  <a:pos x="98" y="253"/>
                </a:cxn>
                <a:cxn ang="0">
                  <a:pos x="0" y="290"/>
                </a:cxn>
                <a:cxn ang="0">
                  <a:pos x="232" y="287"/>
                </a:cxn>
              </a:cxnLst>
              <a:rect l="0" t="0" r="r" b="b"/>
              <a:pathLst>
                <a:path w="232" h="290">
                  <a:moveTo>
                    <a:pt x="229" y="0"/>
                  </a:moveTo>
                  <a:lnTo>
                    <a:pt x="164" y="144"/>
                  </a:lnTo>
                  <a:lnTo>
                    <a:pt x="98" y="253"/>
                  </a:lnTo>
                  <a:lnTo>
                    <a:pt x="0" y="290"/>
                  </a:lnTo>
                  <a:lnTo>
                    <a:pt x="232" y="287"/>
                  </a:lnTo>
                </a:path>
              </a:pathLst>
            </a:custGeom>
            <a:solidFill>
              <a:schemeClr val="bg1"/>
            </a:solidFill>
            <a:ln w="9525">
              <a:solidFill>
                <a:schemeClr val="bg1"/>
              </a:solidFill>
              <a:round/>
              <a:headEnd/>
              <a:tailEnd/>
            </a:ln>
            <a:effectLst/>
          </p:spPr>
          <p:txBody>
            <a:bodyPr/>
            <a:lstStyle/>
            <a:p>
              <a:pPr>
                <a:defRPr/>
              </a:pPr>
              <a:endParaRPr lang="es-ES_tradnl"/>
            </a:p>
          </p:txBody>
        </p:sp>
        <p:sp>
          <p:nvSpPr>
            <p:cNvPr id="11" name="Freeform 40"/>
            <p:cNvSpPr>
              <a:spLocks/>
            </p:cNvSpPr>
            <p:nvPr/>
          </p:nvSpPr>
          <p:spPr bwMode="gray">
            <a:xfrm>
              <a:off x="5467" y="0"/>
              <a:ext cx="302" cy="288"/>
            </a:xfrm>
            <a:custGeom>
              <a:avLst/>
              <a:gdLst/>
              <a:ahLst/>
              <a:cxnLst>
                <a:cxn ang="0">
                  <a:pos x="0" y="0"/>
                </a:cxn>
                <a:cxn ang="0">
                  <a:pos x="221" y="96"/>
                </a:cxn>
                <a:cxn ang="0">
                  <a:pos x="353" y="231"/>
                </a:cxn>
                <a:cxn ang="0">
                  <a:pos x="403" y="403"/>
                </a:cxn>
                <a:cxn ang="0">
                  <a:pos x="403" y="0"/>
                </a:cxn>
              </a:cxnLst>
              <a:rect l="0" t="0" r="r" b="b"/>
              <a:pathLst>
                <a:path w="403" h="403">
                  <a:moveTo>
                    <a:pt x="0" y="0"/>
                  </a:moveTo>
                  <a:lnTo>
                    <a:pt x="221" y="96"/>
                  </a:lnTo>
                  <a:lnTo>
                    <a:pt x="353" y="231"/>
                  </a:lnTo>
                  <a:lnTo>
                    <a:pt x="403" y="403"/>
                  </a:lnTo>
                  <a:lnTo>
                    <a:pt x="403" y="0"/>
                  </a:lnTo>
                </a:path>
              </a:pathLst>
            </a:custGeom>
            <a:solidFill>
              <a:schemeClr val="bg1"/>
            </a:solidFill>
            <a:ln w="9525">
              <a:noFill/>
              <a:round/>
              <a:headEnd/>
              <a:tailEnd/>
            </a:ln>
            <a:effectLst/>
          </p:spPr>
          <p:txBody>
            <a:bodyPr/>
            <a:lstStyle/>
            <a:p>
              <a:pPr>
                <a:defRPr/>
              </a:pPr>
              <a:endParaRPr lang="es-ES_tradnl"/>
            </a:p>
          </p:txBody>
        </p:sp>
      </p:grpSp>
      <p:sp>
        <p:nvSpPr>
          <p:cNvPr id="3074" name="Rectangle 2"/>
          <p:cNvSpPr>
            <a:spLocks noGrp="1" noChangeArrowheads="1"/>
          </p:cNvSpPr>
          <p:nvPr>
            <p:ph type="ctrTitle"/>
          </p:nvPr>
        </p:nvSpPr>
        <p:spPr bwMode="gray">
          <a:xfrm>
            <a:off x="0" y="2720975"/>
            <a:ext cx="9144000" cy="817563"/>
          </a:xfrm>
        </p:spPr>
        <p:txBody>
          <a:bodyPr/>
          <a:lstStyle>
            <a:lvl1pPr>
              <a:defRPr sz="4600"/>
            </a:lvl1pPr>
          </a:lstStyle>
          <a:p>
            <a:r>
              <a:rPr lang="es-ES"/>
              <a:t>Haga clic para modificar el estilo de título del patrón</a:t>
            </a:r>
            <a:endParaRPr lang="en-US"/>
          </a:p>
        </p:txBody>
      </p:sp>
      <p:sp>
        <p:nvSpPr>
          <p:cNvPr id="3075" name="Rectangle 3"/>
          <p:cNvSpPr>
            <a:spLocks noGrp="1" noChangeArrowheads="1"/>
          </p:cNvSpPr>
          <p:nvPr>
            <p:ph type="subTitle" idx="1"/>
          </p:nvPr>
        </p:nvSpPr>
        <p:spPr bwMode="black">
          <a:xfrm>
            <a:off x="990600" y="2176463"/>
            <a:ext cx="7086600" cy="436562"/>
          </a:xfrm>
        </p:spPr>
        <p:txBody>
          <a:bodyPr/>
          <a:lstStyle>
            <a:lvl1pPr marL="0" indent="0" algn="ctr">
              <a:buFont typeface="Wingdings" pitchFamily="2" charset="2"/>
              <a:buNone/>
              <a:defRPr sz="1900">
                <a:solidFill>
                  <a:schemeClr val="bg1"/>
                </a:solidFill>
                <a:latin typeface="Arial" charset="0"/>
              </a:defRPr>
            </a:lvl1pPr>
          </a:lstStyle>
          <a:p>
            <a:r>
              <a:rPr lang="es-ES"/>
              <a:t>Haga clic para modificar el estilo de subtítulo del patrón</a:t>
            </a:r>
            <a:endParaRPr lang="en-US"/>
          </a:p>
        </p:txBody>
      </p:sp>
    </p:spTree>
    <p:extLst>
      <p:ext uri="{BB962C8B-B14F-4D97-AF65-F5344CB8AC3E}">
        <p14:creationId xmlns:p14="http://schemas.microsoft.com/office/powerpoint/2010/main" val="3937119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S_tradnl"/>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Rectangle 5"/>
          <p:cNvSpPr>
            <a:spLocks noGrp="1" noChangeArrowheads="1"/>
          </p:cNvSpPr>
          <p:nvPr>
            <p:ph type="ftr" sz="quarter" idx="10"/>
          </p:nvPr>
        </p:nvSpPr>
        <p:spPr>
          <a:ln/>
        </p:spPr>
        <p:txBody>
          <a:bodyPr/>
          <a:lstStyle>
            <a:lvl1pPr>
              <a:defRPr/>
            </a:lvl1pPr>
          </a:lstStyle>
          <a:p>
            <a:r>
              <a:rPr lang="en-US"/>
              <a:t>www.themegallery.com</a:t>
            </a:r>
          </a:p>
        </p:txBody>
      </p:sp>
      <p:sp>
        <p:nvSpPr>
          <p:cNvPr id="5" name="Rectangle 6"/>
          <p:cNvSpPr>
            <a:spLocks noGrp="1" noChangeArrowheads="1"/>
          </p:cNvSpPr>
          <p:nvPr>
            <p:ph type="sldNum" sz="quarter" idx="11"/>
          </p:nvPr>
        </p:nvSpPr>
        <p:spPr>
          <a:ln/>
        </p:spPr>
        <p:txBody>
          <a:bodyPr/>
          <a:lstStyle>
            <a:lvl1pPr>
              <a:defRPr/>
            </a:lvl1pPr>
          </a:lstStyle>
          <a:p>
            <a:fld id="{9BC10960-1D47-4F31-A178-4215E754AE71}" type="slidenum">
              <a:rPr lang="en-US"/>
              <a:pPr/>
              <a:t>‹Nº›</a:t>
            </a:fld>
            <a:endParaRPr lang="en-US"/>
          </a:p>
        </p:txBody>
      </p:sp>
    </p:spTree>
    <p:extLst>
      <p:ext uri="{BB962C8B-B14F-4D97-AF65-F5344CB8AC3E}">
        <p14:creationId xmlns:p14="http://schemas.microsoft.com/office/powerpoint/2010/main" val="2793804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a:t>Haga clic para modificar el estilo de título del patrón</a:t>
            </a:r>
            <a:endParaRPr lang="es-ES_tradnl"/>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
              <a:t>Haga clic para modificar el estilo de texto del patrón</a:t>
            </a:r>
          </a:p>
        </p:txBody>
      </p:sp>
      <p:sp>
        <p:nvSpPr>
          <p:cNvPr id="4" name="Rectangle 5"/>
          <p:cNvSpPr>
            <a:spLocks noGrp="1" noChangeArrowheads="1"/>
          </p:cNvSpPr>
          <p:nvPr>
            <p:ph type="ftr" sz="quarter" idx="10"/>
          </p:nvPr>
        </p:nvSpPr>
        <p:spPr>
          <a:ln/>
        </p:spPr>
        <p:txBody>
          <a:bodyPr/>
          <a:lstStyle>
            <a:lvl1pPr>
              <a:defRPr/>
            </a:lvl1pPr>
          </a:lstStyle>
          <a:p>
            <a:r>
              <a:rPr lang="en-US"/>
              <a:t>www.themegallery.com</a:t>
            </a:r>
          </a:p>
        </p:txBody>
      </p:sp>
      <p:sp>
        <p:nvSpPr>
          <p:cNvPr id="5" name="Rectangle 6"/>
          <p:cNvSpPr>
            <a:spLocks noGrp="1" noChangeArrowheads="1"/>
          </p:cNvSpPr>
          <p:nvPr>
            <p:ph type="sldNum" sz="quarter" idx="11"/>
          </p:nvPr>
        </p:nvSpPr>
        <p:spPr>
          <a:ln/>
        </p:spPr>
        <p:txBody>
          <a:bodyPr/>
          <a:lstStyle>
            <a:lvl1pPr>
              <a:defRPr/>
            </a:lvl1pPr>
          </a:lstStyle>
          <a:p>
            <a:fld id="{108B1BE4-FB56-497F-AC71-04F364CF33BF}" type="slidenum">
              <a:rPr lang="en-US"/>
              <a:pPr/>
              <a:t>‹Nº›</a:t>
            </a:fld>
            <a:endParaRPr lang="en-US"/>
          </a:p>
        </p:txBody>
      </p:sp>
    </p:spTree>
    <p:extLst>
      <p:ext uri="{BB962C8B-B14F-4D97-AF65-F5344CB8AC3E}">
        <p14:creationId xmlns:p14="http://schemas.microsoft.com/office/powerpoint/2010/main" val="2447416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S_tradnl"/>
          </a:p>
        </p:txBody>
      </p:sp>
      <p:sp>
        <p:nvSpPr>
          <p:cNvPr id="3" name="2 Marcador de contenido"/>
          <p:cNvSpPr>
            <a:spLocks noGrp="1"/>
          </p:cNvSpPr>
          <p:nvPr>
            <p:ph sz="half" idx="1"/>
          </p:nvPr>
        </p:nvSpPr>
        <p:spPr>
          <a:xfrm>
            <a:off x="457200" y="10763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contenido"/>
          <p:cNvSpPr>
            <a:spLocks noGrp="1"/>
          </p:cNvSpPr>
          <p:nvPr>
            <p:ph sz="half" idx="2"/>
          </p:nvPr>
        </p:nvSpPr>
        <p:spPr>
          <a:xfrm>
            <a:off x="4648200" y="10763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Rectangle 5"/>
          <p:cNvSpPr>
            <a:spLocks noGrp="1" noChangeArrowheads="1"/>
          </p:cNvSpPr>
          <p:nvPr>
            <p:ph type="ftr" sz="quarter" idx="10"/>
          </p:nvPr>
        </p:nvSpPr>
        <p:spPr>
          <a:ln/>
        </p:spPr>
        <p:txBody>
          <a:bodyPr/>
          <a:lstStyle>
            <a:lvl1pPr>
              <a:defRPr/>
            </a:lvl1pPr>
          </a:lstStyle>
          <a:p>
            <a:r>
              <a:rPr lang="en-US"/>
              <a:t>www.themegallery.com</a:t>
            </a:r>
          </a:p>
        </p:txBody>
      </p:sp>
      <p:sp>
        <p:nvSpPr>
          <p:cNvPr id="6" name="Rectangle 6"/>
          <p:cNvSpPr>
            <a:spLocks noGrp="1" noChangeArrowheads="1"/>
          </p:cNvSpPr>
          <p:nvPr>
            <p:ph type="sldNum" sz="quarter" idx="11"/>
          </p:nvPr>
        </p:nvSpPr>
        <p:spPr>
          <a:ln/>
        </p:spPr>
        <p:txBody>
          <a:bodyPr/>
          <a:lstStyle>
            <a:lvl1pPr>
              <a:defRPr/>
            </a:lvl1pPr>
          </a:lstStyle>
          <a:p>
            <a:fld id="{8AD86F26-C6EC-496E-AD78-D42D5BE6465A}" type="slidenum">
              <a:rPr lang="en-US"/>
              <a:pPr/>
              <a:t>‹Nº›</a:t>
            </a:fld>
            <a:endParaRPr lang="en-US"/>
          </a:p>
        </p:txBody>
      </p:sp>
    </p:spTree>
    <p:extLst>
      <p:ext uri="{BB962C8B-B14F-4D97-AF65-F5344CB8AC3E}">
        <p14:creationId xmlns:p14="http://schemas.microsoft.com/office/powerpoint/2010/main" val="1476666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p:spPr>
        <p:txBody>
          <a:bodyPr/>
          <a:lstStyle>
            <a:lvl1pPr>
              <a:defRPr/>
            </a:lvl1pPr>
          </a:lstStyle>
          <a:p>
            <a:r>
              <a:rPr lang="es-ES"/>
              <a:t>Haga clic para modificar el estilo de título del patrón</a:t>
            </a:r>
            <a:endParaRPr lang="es-ES_tradnl"/>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7" name="Rectangle 5"/>
          <p:cNvSpPr>
            <a:spLocks noGrp="1" noChangeArrowheads="1"/>
          </p:cNvSpPr>
          <p:nvPr>
            <p:ph type="ftr" sz="quarter" idx="10"/>
          </p:nvPr>
        </p:nvSpPr>
        <p:spPr>
          <a:ln/>
        </p:spPr>
        <p:txBody>
          <a:bodyPr/>
          <a:lstStyle>
            <a:lvl1pPr>
              <a:defRPr/>
            </a:lvl1pPr>
          </a:lstStyle>
          <a:p>
            <a:r>
              <a:rPr lang="en-US"/>
              <a:t>www.themegallery.com</a:t>
            </a:r>
          </a:p>
        </p:txBody>
      </p:sp>
      <p:sp>
        <p:nvSpPr>
          <p:cNvPr id="8" name="Rectangle 6"/>
          <p:cNvSpPr>
            <a:spLocks noGrp="1" noChangeArrowheads="1"/>
          </p:cNvSpPr>
          <p:nvPr>
            <p:ph type="sldNum" sz="quarter" idx="11"/>
          </p:nvPr>
        </p:nvSpPr>
        <p:spPr>
          <a:ln/>
        </p:spPr>
        <p:txBody>
          <a:bodyPr/>
          <a:lstStyle>
            <a:lvl1pPr>
              <a:defRPr/>
            </a:lvl1pPr>
          </a:lstStyle>
          <a:p>
            <a:fld id="{D8AED370-19CA-4C7C-85E3-1587DE8EE631}" type="slidenum">
              <a:rPr lang="en-US"/>
              <a:pPr/>
              <a:t>‹Nº›</a:t>
            </a:fld>
            <a:endParaRPr lang="en-US"/>
          </a:p>
        </p:txBody>
      </p:sp>
    </p:spTree>
    <p:extLst>
      <p:ext uri="{BB962C8B-B14F-4D97-AF65-F5344CB8AC3E}">
        <p14:creationId xmlns:p14="http://schemas.microsoft.com/office/powerpoint/2010/main" val="3320516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S_tradnl"/>
          </a:p>
        </p:txBody>
      </p:sp>
      <p:sp>
        <p:nvSpPr>
          <p:cNvPr id="3" name="Rectangle 5"/>
          <p:cNvSpPr>
            <a:spLocks noGrp="1" noChangeArrowheads="1"/>
          </p:cNvSpPr>
          <p:nvPr>
            <p:ph type="ftr" sz="quarter" idx="10"/>
          </p:nvPr>
        </p:nvSpPr>
        <p:spPr>
          <a:ln/>
        </p:spPr>
        <p:txBody>
          <a:bodyPr/>
          <a:lstStyle>
            <a:lvl1pPr>
              <a:defRPr/>
            </a:lvl1pPr>
          </a:lstStyle>
          <a:p>
            <a:r>
              <a:rPr lang="en-US"/>
              <a:t>www.themegallery.com</a:t>
            </a:r>
          </a:p>
        </p:txBody>
      </p:sp>
      <p:sp>
        <p:nvSpPr>
          <p:cNvPr id="4" name="Rectangle 6"/>
          <p:cNvSpPr>
            <a:spLocks noGrp="1" noChangeArrowheads="1"/>
          </p:cNvSpPr>
          <p:nvPr>
            <p:ph type="sldNum" sz="quarter" idx="11"/>
          </p:nvPr>
        </p:nvSpPr>
        <p:spPr>
          <a:ln/>
        </p:spPr>
        <p:txBody>
          <a:bodyPr/>
          <a:lstStyle>
            <a:lvl1pPr>
              <a:defRPr/>
            </a:lvl1pPr>
          </a:lstStyle>
          <a:p>
            <a:fld id="{FD14D8DD-9D00-4312-B4C4-A03ADF0178CC}" type="slidenum">
              <a:rPr lang="en-US"/>
              <a:pPr/>
              <a:t>‹Nº›</a:t>
            </a:fld>
            <a:endParaRPr lang="en-US"/>
          </a:p>
        </p:txBody>
      </p:sp>
    </p:spTree>
    <p:extLst>
      <p:ext uri="{BB962C8B-B14F-4D97-AF65-F5344CB8AC3E}">
        <p14:creationId xmlns:p14="http://schemas.microsoft.com/office/powerpoint/2010/main" val="11061961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r>
              <a:rPr lang="en-US"/>
              <a:t>www.themegallery.com</a:t>
            </a:r>
          </a:p>
        </p:txBody>
      </p:sp>
      <p:sp>
        <p:nvSpPr>
          <p:cNvPr id="3" name="Rectangle 6"/>
          <p:cNvSpPr>
            <a:spLocks noGrp="1" noChangeArrowheads="1"/>
          </p:cNvSpPr>
          <p:nvPr>
            <p:ph type="sldNum" sz="quarter" idx="11"/>
          </p:nvPr>
        </p:nvSpPr>
        <p:spPr>
          <a:ln/>
        </p:spPr>
        <p:txBody>
          <a:bodyPr/>
          <a:lstStyle>
            <a:lvl1pPr>
              <a:defRPr/>
            </a:lvl1pPr>
          </a:lstStyle>
          <a:p>
            <a:fld id="{18537A5B-A9CE-4669-BC99-AE9F32CE8D07}" type="slidenum">
              <a:rPr lang="en-US"/>
              <a:pPr/>
              <a:t>‹Nº›</a:t>
            </a:fld>
            <a:endParaRPr lang="en-US"/>
          </a:p>
        </p:txBody>
      </p:sp>
    </p:spTree>
    <p:extLst>
      <p:ext uri="{BB962C8B-B14F-4D97-AF65-F5344CB8AC3E}">
        <p14:creationId xmlns:p14="http://schemas.microsoft.com/office/powerpoint/2010/main" val="4596977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a:t>Haga clic para modificar el estilo de título del patrón</a:t>
            </a:r>
            <a:endParaRPr lang="es-ES_tradnl"/>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5"/>
          <p:cNvSpPr>
            <a:spLocks noGrp="1" noChangeArrowheads="1"/>
          </p:cNvSpPr>
          <p:nvPr>
            <p:ph type="ftr" sz="quarter" idx="10"/>
          </p:nvPr>
        </p:nvSpPr>
        <p:spPr>
          <a:ln/>
        </p:spPr>
        <p:txBody>
          <a:bodyPr/>
          <a:lstStyle>
            <a:lvl1pPr>
              <a:defRPr/>
            </a:lvl1pPr>
          </a:lstStyle>
          <a:p>
            <a:r>
              <a:rPr lang="en-US"/>
              <a:t>www.themegallery.com</a:t>
            </a:r>
          </a:p>
        </p:txBody>
      </p:sp>
      <p:sp>
        <p:nvSpPr>
          <p:cNvPr id="6" name="Rectangle 6"/>
          <p:cNvSpPr>
            <a:spLocks noGrp="1" noChangeArrowheads="1"/>
          </p:cNvSpPr>
          <p:nvPr>
            <p:ph type="sldNum" sz="quarter" idx="11"/>
          </p:nvPr>
        </p:nvSpPr>
        <p:spPr>
          <a:ln/>
        </p:spPr>
        <p:txBody>
          <a:bodyPr/>
          <a:lstStyle>
            <a:lvl1pPr>
              <a:defRPr/>
            </a:lvl1pPr>
          </a:lstStyle>
          <a:p>
            <a:fld id="{ECD770F1-8B0E-485D-8FC1-DD5CDADCB470}" type="slidenum">
              <a:rPr lang="en-US"/>
              <a:pPr/>
              <a:t>‹Nº›</a:t>
            </a:fld>
            <a:endParaRPr lang="en-US"/>
          </a:p>
        </p:txBody>
      </p:sp>
    </p:spTree>
    <p:extLst>
      <p:ext uri="{BB962C8B-B14F-4D97-AF65-F5344CB8AC3E}">
        <p14:creationId xmlns:p14="http://schemas.microsoft.com/office/powerpoint/2010/main" val="25081391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a:t>Haga clic para modificar el estilo de título del patrón</a:t>
            </a:r>
            <a:endParaRPr lang="es-ES_tradnl"/>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s-ES" noProof="0"/>
              <a:t>Haga clic en el icono para agregar una imagen</a:t>
            </a:r>
            <a:endParaRPr lang="es-ES_tradnl" noProof="0"/>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Rectangle 5"/>
          <p:cNvSpPr>
            <a:spLocks noGrp="1" noChangeArrowheads="1"/>
          </p:cNvSpPr>
          <p:nvPr>
            <p:ph type="ftr" sz="quarter" idx="10"/>
          </p:nvPr>
        </p:nvSpPr>
        <p:spPr>
          <a:ln/>
        </p:spPr>
        <p:txBody>
          <a:bodyPr/>
          <a:lstStyle>
            <a:lvl1pPr>
              <a:defRPr/>
            </a:lvl1pPr>
          </a:lstStyle>
          <a:p>
            <a:r>
              <a:rPr lang="en-US"/>
              <a:t>www.themegallery.com</a:t>
            </a:r>
          </a:p>
        </p:txBody>
      </p:sp>
      <p:sp>
        <p:nvSpPr>
          <p:cNvPr id="6" name="Rectangle 6"/>
          <p:cNvSpPr>
            <a:spLocks noGrp="1" noChangeArrowheads="1"/>
          </p:cNvSpPr>
          <p:nvPr>
            <p:ph type="sldNum" sz="quarter" idx="11"/>
          </p:nvPr>
        </p:nvSpPr>
        <p:spPr>
          <a:ln/>
        </p:spPr>
        <p:txBody>
          <a:bodyPr/>
          <a:lstStyle>
            <a:lvl1pPr>
              <a:defRPr/>
            </a:lvl1pPr>
          </a:lstStyle>
          <a:p>
            <a:fld id="{C3368E41-874E-4862-AAFD-AC18B393D094}" type="slidenum">
              <a:rPr lang="en-US"/>
              <a:pPr/>
              <a:t>‹Nº›</a:t>
            </a:fld>
            <a:endParaRPr lang="en-US"/>
          </a:p>
        </p:txBody>
      </p:sp>
    </p:spTree>
    <p:extLst>
      <p:ext uri="{BB962C8B-B14F-4D97-AF65-F5344CB8AC3E}">
        <p14:creationId xmlns:p14="http://schemas.microsoft.com/office/powerpoint/2010/main" val="10717258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S_tradnl"/>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Rectangle 5"/>
          <p:cNvSpPr>
            <a:spLocks noGrp="1" noChangeArrowheads="1"/>
          </p:cNvSpPr>
          <p:nvPr>
            <p:ph type="ftr" sz="quarter" idx="10"/>
          </p:nvPr>
        </p:nvSpPr>
        <p:spPr>
          <a:ln/>
        </p:spPr>
        <p:txBody>
          <a:bodyPr/>
          <a:lstStyle>
            <a:lvl1pPr>
              <a:defRPr/>
            </a:lvl1pPr>
          </a:lstStyle>
          <a:p>
            <a:r>
              <a:rPr lang="en-US"/>
              <a:t>www.themegallery.com</a:t>
            </a:r>
          </a:p>
        </p:txBody>
      </p:sp>
      <p:sp>
        <p:nvSpPr>
          <p:cNvPr id="5" name="Rectangle 6"/>
          <p:cNvSpPr>
            <a:spLocks noGrp="1" noChangeArrowheads="1"/>
          </p:cNvSpPr>
          <p:nvPr>
            <p:ph type="sldNum" sz="quarter" idx="11"/>
          </p:nvPr>
        </p:nvSpPr>
        <p:spPr>
          <a:ln/>
        </p:spPr>
        <p:txBody>
          <a:bodyPr/>
          <a:lstStyle>
            <a:lvl1pPr>
              <a:defRPr/>
            </a:lvl1pPr>
          </a:lstStyle>
          <a:p>
            <a:fld id="{D801FC98-F929-48AB-9F4D-6385B8877736}" type="slidenum">
              <a:rPr lang="en-US"/>
              <a:pPr/>
              <a:t>‹Nº›</a:t>
            </a:fld>
            <a:endParaRPr lang="en-US"/>
          </a:p>
        </p:txBody>
      </p:sp>
    </p:spTree>
    <p:extLst>
      <p:ext uri="{BB962C8B-B14F-4D97-AF65-F5344CB8AC3E}">
        <p14:creationId xmlns:p14="http://schemas.microsoft.com/office/powerpoint/2010/main" val="4216584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53975"/>
            <a:ext cx="2057400" cy="6270625"/>
          </a:xfrm>
        </p:spPr>
        <p:txBody>
          <a:bodyPr vert="eaVert"/>
          <a:lstStyle/>
          <a:p>
            <a:r>
              <a:rPr lang="es-ES"/>
              <a:t>Haga clic para modificar el estilo de título del patrón</a:t>
            </a:r>
            <a:endParaRPr lang="es-ES_tradnl"/>
          </a:p>
        </p:txBody>
      </p:sp>
      <p:sp>
        <p:nvSpPr>
          <p:cNvPr id="3" name="2 Marcador de texto vertical"/>
          <p:cNvSpPr>
            <a:spLocks noGrp="1"/>
          </p:cNvSpPr>
          <p:nvPr>
            <p:ph type="body" orient="vert" idx="1"/>
          </p:nvPr>
        </p:nvSpPr>
        <p:spPr>
          <a:xfrm>
            <a:off x="457200" y="53975"/>
            <a:ext cx="6019800" cy="62706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Rectangle 5"/>
          <p:cNvSpPr>
            <a:spLocks noGrp="1" noChangeArrowheads="1"/>
          </p:cNvSpPr>
          <p:nvPr>
            <p:ph type="ftr" sz="quarter" idx="10"/>
          </p:nvPr>
        </p:nvSpPr>
        <p:spPr>
          <a:ln/>
        </p:spPr>
        <p:txBody>
          <a:bodyPr/>
          <a:lstStyle>
            <a:lvl1pPr>
              <a:defRPr/>
            </a:lvl1pPr>
          </a:lstStyle>
          <a:p>
            <a:r>
              <a:rPr lang="en-US"/>
              <a:t>www.themegallery.com</a:t>
            </a:r>
          </a:p>
        </p:txBody>
      </p:sp>
      <p:sp>
        <p:nvSpPr>
          <p:cNvPr id="5" name="Rectangle 6"/>
          <p:cNvSpPr>
            <a:spLocks noGrp="1" noChangeArrowheads="1"/>
          </p:cNvSpPr>
          <p:nvPr>
            <p:ph type="sldNum" sz="quarter" idx="11"/>
          </p:nvPr>
        </p:nvSpPr>
        <p:spPr>
          <a:ln/>
        </p:spPr>
        <p:txBody>
          <a:bodyPr/>
          <a:lstStyle>
            <a:lvl1pPr>
              <a:defRPr/>
            </a:lvl1pPr>
          </a:lstStyle>
          <a:p>
            <a:fld id="{F5DFA751-5FBB-4471-AF6F-9D0A8609C3C1}" type="slidenum">
              <a:rPr lang="en-US"/>
              <a:pPr/>
              <a:t>‹Nº›</a:t>
            </a:fld>
            <a:endParaRPr lang="en-US"/>
          </a:p>
        </p:txBody>
      </p:sp>
    </p:spTree>
    <p:extLst>
      <p:ext uri="{BB962C8B-B14F-4D97-AF65-F5344CB8AC3E}">
        <p14:creationId xmlns:p14="http://schemas.microsoft.com/office/powerpoint/2010/main" val="31486006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ítulo y tabla">
    <p:spTree>
      <p:nvGrpSpPr>
        <p:cNvPr id="1" name=""/>
        <p:cNvGrpSpPr/>
        <p:nvPr/>
      </p:nvGrpSpPr>
      <p:grpSpPr>
        <a:xfrm>
          <a:off x="0" y="0"/>
          <a:ext cx="0" cy="0"/>
          <a:chOff x="0" y="0"/>
          <a:chExt cx="0" cy="0"/>
        </a:xfrm>
      </p:grpSpPr>
      <p:sp>
        <p:nvSpPr>
          <p:cNvPr id="2" name="1 Título"/>
          <p:cNvSpPr>
            <a:spLocks noGrp="1"/>
          </p:cNvSpPr>
          <p:nvPr>
            <p:ph type="title"/>
          </p:nvPr>
        </p:nvSpPr>
        <p:spPr>
          <a:xfrm>
            <a:off x="542925" y="53975"/>
            <a:ext cx="7392988" cy="563563"/>
          </a:xfrm>
        </p:spPr>
        <p:txBody>
          <a:bodyPr/>
          <a:lstStyle/>
          <a:p>
            <a:r>
              <a:rPr lang="es-ES"/>
              <a:t>Haga clic para modificar el estilo de título del patrón</a:t>
            </a:r>
            <a:endParaRPr lang="es-ES_tradnl"/>
          </a:p>
        </p:txBody>
      </p:sp>
      <p:sp>
        <p:nvSpPr>
          <p:cNvPr id="3" name="2 Marcador de tabla"/>
          <p:cNvSpPr>
            <a:spLocks noGrp="1"/>
          </p:cNvSpPr>
          <p:nvPr>
            <p:ph type="tbl" idx="1"/>
          </p:nvPr>
        </p:nvSpPr>
        <p:spPr>
          <a:xfrm>
            <a:off x="457200" y="1076325"/>
            <a:ext cx="8229600" cy="5248275"/>
          </a:xfrm>
        </p:spPr>
        <p:txBody>
          <a:bodyPr/>
          <a:lstStyle/>
          <a:p>
            <a:pPr lvl="0"/>
            <a:r>
              <a:rPr lang="es-ES" noProof="0"/>
              <a:t>Haga clic en el icono para agregar una tabla</a:t>
            </a:r>
            <a:endParaRPr lang="es-ES_tradnl" noProof="0"/>
          </a:p>
        </p:txBody>
      </p:sp>
      <p:sp>
        <p:nvSpPr>
          <p:cNvPr id="4" name="Rectangle 5"/>
          <p:cNvSpPr>
            <a:spLocks noGrp="1" noChangeArrowheads="1"/>
          </p:cNvSpPr>
          <p:nvPr>
            <p:ph type="ftr" sz="quarter" idx="10"/>
          </p:nvPr>
        </p:nvSpPr>
        <p:spPr>
          <a:ln/>
        </p:spPr>
        <p:txBody>
          <a:bodyPr/>
          <a:lstStyle>
            <a:lvl1pPr>
              <a:defRPr/>
            </a:lvl1pPr>
          </a:lstStyle>
          <a:p>
            <a:r>
              <a:rPr lang="en-US"/>
              <a:t>www.themegallery.com</a:t>
            </a:r>
          </a:p>
        </p:txBody>
      </p:sp>
      <p:sp>
        <p:nvSpPr>
          <p:cNvPr id="5" name="Rectangle 6"/>
          <p:cNvSpPr>
            <a:spLocks noGrp="1" noChangeArrowheads="1"/>
          </p:cNvSpPr>
          <p:nvPr>
            <p:ph type="sldNum" sz="quarter" idx="11"/>
          </p:nvPr>
        </p:nvSpPr>
        <p:spPr>
          <a:ln/>
        </p:spPr>
        <p:txBody>
          <a:bodyPr/>
          <a:lstStyle>
            <a:lvl1pPr>
              <a:defRPr/>
            </a:lvl1pPr>
          </a:lstStyle>
          <a:p>
            <a:fld id="{27F47353-9D15-4571-BF0B-64C1267AE8A4}" type="slidenum">
              <a:rPr lang="en-US"/>
              <a:pPr/>
              <a:t>‹Nº›</a:t>
            </a:fld>
            <a:endParaRPr lang="en-US"/>
          </a:p>
        </p:txBody>
      </p:sp>
    </p:spTree>
    <p:extLst>
      <p:ext uri="{BB962C8B-B14F-4D97-AF65-F5344CB8AC3E}">
        <p14:creationId xmlns:p14="http://schemas.microsoft.com/office/powerpoint/2010/main" val="3841788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cstate="print"/>
          <a:srcRect/>
          <a:stretch>
            <a:fillRect/>
          </a:stretch>
        </a:blipFill>
        <a:effectLst/>
      </p:bgPr>
    </p:bg>
    <p:spTree>
      <p:nvGrpSpPr>
        <p:cNvPr id="1" name=""/>
        <p:cNvGrpSpPr/>
        <p:nvPr/>
      </p:nvGrpSpPr>
      <p:grpSpPr>
        <a:xfrm>
          <a:off x="0" y="0"/>
          <a:ext cx="0" cy="0"/>
          <a:chOff x="0" y="0"/>
          <a:chExt cx="0" cy="0"/>
        </a:xfrm>
      </p:grpSpPr>
      <p:sp>
        <p:nvSpPr>
          <p:cNvPr id="1039" name="Freeform 15" descr="29641"/>
          <p:cNvSpPr>
            <a:spLocks/>
          </p:cNvSpPr>
          <p:nvPr/>
        </p:nvSpPr>
        <p:spPr bwMode="gray">
          <a:xfrm>
            <a:off x="36513" y="80963"/>
            <a:ext cx="9077325" cy="1595437"/>
          </a:xfrm>
          <a:custGeom>
            <a:avLst/>
            <a:gdLst/>
            <a:ahLst/>
            <a:cxnLst>
              <a:cxn ang="0">
                <a:pos x="0" y="756"/>
              </a:cxn>
              <a:cxn ang="0">
                <a:pos x="576" y="560"/>
              </a:cxn>
              <a:cxn ang="0">
                <a:pos x="1403" y="390"/>
              </a:cxn>
              <a:cxn ang="0">
                <a:pos x="2452" y="314"/>
              </a:cxn>
              <a:cxn ang="0">
                <a:pos x="3102" y="326"/>
              </a:cxn>
              <a:cxn ang="0">
                <a:pos x="4043" y="434"/>
              </a:cxn>
              <a:cxn ang="0">
                <a:pos x="4944" y="668"/>
              </a:cxn>
              <a:cxn ang="0">
                <a:pos x="5691" y="971"/>
              </a:cxn>
              <a:cxn ang="0">
                <a:pos x="5718" y="19"/>
              </a:cxn>
              <a:cxn ang="0">
                <a:pos x="9" y="0"/>
              </a:cxn>
            </a:cxnLst>
            <a:rect l="0" t="0" r="r" b="b"/>
            <a:pathLst>
              <a:path w="5718" h="1005">
                <a:moveTo>
                  <a:pt x="0" y="756"/>
                </a:moveTo>
                <a:cubicBezTo>
                  <a:pt x="96" y="724"/>
                  <a:pt x="297" y="635"/>
                  <a:pt x="576" y="560"/>
                </a:cubicBezTo>
                <a:cubicBezTo>
                  <a:pt x="855" y="485"/>
                  <a:pt x="1037" y="442"/>
                  <a:pt x="1403" y="390"/>
                </a:cubicBezTo>
                <a:cubicBezTo>
                  <a:pt x="1769" y="337"/>
                  <a:pt x="2154" y="320"/>
                  <a:pt x="2452" y="314"/>
                </a:cubicBezTo>
                <a:lnTo>
                  <a:pt x="3102" y="326"/>
                </a:lnTo>
                <a:cubicBezTo>
                  <a:pt x="3367" y="346"/>
                  <a:pt x="3736" y="377"/>
                  <a:pt x="4043" y="434"/>
                </a:cubicBezTo>
                <a:cubicBezTo>
                  <a:pt x="4350" y="490"/>
                  <a:pt x="4669" y="578"/>
                  <a:pt x="4944" y="668"/>
                </a:cubicBezTo>
                <a:cubicBezTo>
                  <a:pt x="5219" y="757"/>
                  <a:pt x="5679" y="1005"/>
                  <a:pt x="5691" y="971"/>
                </a:cubicBezTo>
                <a:cubicBezTo>
                  <a:pt x="5695" y="964"/>
                  <a:pt x="5718" y="25"/>
                  <a:pt x="5718" y="19"/>
                </a:cubicBezTo>
                <a:cubicBezTo>
                  <a:pt x="5718" y="7"/>
                  <a:pt x="1198" y="4"/>
                  <a:pt x="9" y="0"/>
                </a:cubicBezTo>
              </a:path>
            </a:pathLst>
          </a:custGeom>
          <a:blipFill dpi="0" rotWithShape="1">
            <a:blip r:embed="rId15" cstate="print"/>
            <a:srcRect/>
            <a:stretch>
              <a:fillRect/>
            </a:stretch>
          </a:blipFill>
          <a:ln w="9525">
            <a:noFill/>
            <a:round/>
            <a:headEnd/>
            <a:tailEnd/>
          </a:ln>
          <a:effectLst/>
        </p:spPr>
        <p:txBody>
          <a:bodyPr/>
          <a:lstStyle/>
          <a:p>
            <a:pPr>
              <a:defRPr/>
            </a:pPr>
            <a:endParaRPr lang="es-ES_tradnl"/>
          </a:p>
        </p:txBody>
      </p:sp>
      <p:sp>
        <p:nvSpPr>
          <p:cNvPr id="1027" name="Rectangle 3"/>
          <p:cNvSpPr>
            <a:spLocks noGrp="1" noChangeArrowheads="1"/>
          </p:cNvSpPr>
          <p:nvPr>
            <p:ph type="body" idx="1"/>
          </p:nvPr>
        </p:nvSpPr>
        <p:spPr bwMode="auto">
          <a:xfrm>
            <a:off x="457200" y="1076325"/>
            <a:ext cx="8229600" cy="524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1029" name="Rectangle 5"/>
          <p:cNvSpPr>
            <a:spLocks noGrp="1" noChangeArrowheads="1"/>
          </p:cNvSpPr>
          <p:nvPr>
            <p:ph type="ftr" sz="quarter" idx="3"/>
          </p:nvPr>
        </p:nvSpPr>
        <p:spPr bwMode="auto">
          <a:xfrm>
            <a:off x="6084888" y="6450013"/>
            <a:ext cx="2897187" cy="320675"/>
          </a:xfrm>
          <a:prstGeom prst="rect">
            <a:avLst/>
          </a:prstGeom>
          <a:noFill/>
          <a:ln w="9525">
            <a:noFill/>
            <a:miter lim="800000"/>
            <a:headEnd/>
            <a:tailEnd/>
          </a:ln>
          <a:effectLst/>
        </p:spPr>
        <p:txBody>
          <a:bodyPr vert="horz" wrap="square" lIns="95782" tIns="47891" rIns="95782" bIns="47891" numCol="1" anchor="t" anchorCtr="0" compatLnSpc="1">
            <a:prstTxWarp prst="textNoShape">
              <a:avLst/>
            </a:prstTxWarp>
          </a:bodyPr>
          <a:lstStyle>
            <a:lvl1pPr algn="r">
              <a:defRPr sz="1300" b="1">
                <a:latin typeface="Verdana" pitchFamily="34" charset="0"/>
              </a:defRPr>
            </a:lvl1pPr>
          </a:lstStyle>
          <a:p>
            <a:r>
              <a:rPr lang="en-US"/>
              <a:t>www.themegallery.com</a:t>
            </a:r>
          </a:p>
        </p:txBody>
      </p:sp>
      <p:sp>
        <p:nvSpPr>
          <p:cNvPr id="1030" name="Rectangle 6"/>
          <p:cNvSpPr>
            <a:spLocks noGrp="1" noChangeArrowheads="1"/>
          </p:cNvSpPr>
          <p:nvPr>
            <p:ph type="sldNum" sz="quarter" idx="4"/>
          </p:nvPr>
        </p:nvSpPr>
        <p:spPr bwMode="auto">
          <a:xfrm>
            <a:off x="107950" y="6454775"/>
            <a:ext cx="927100" cy="239713"/>
          </a:xfrm>
          <a:prstGeom prst="rect">
            <a:avLst/>
          </a:prstGeom>
          <a:noFill/>
          <a:ln w="9525">
            <a:noFill/>
            <a:miter lim="800000"/>
            <a:headEnd/>
            <a:tailEnd/>
          </a:ln>
          <a:effectLst/>
        </p:spPr>
        <p:txBody>
          <a:bodyPr vert="horz" wrap="square" lIns="95782" tIns="47891" rIns="95782" bIns="47891" numCol="1" anchor="t" anchorCtr="0" compatLnSpc="1">
            <a:prstTxWarp prst="textNoShape">
              <a:avLst/>
            </a:prstTxWarp>
          </a:bodyPr>
          <a:lstStyle>
            <a:lvl1pPr algn="ctr">
              <a:defRPr sz="1300" b="1">
                <a:latin typeface="Verdana" pitchFamily="34" charset="0"/>
              </a:defRPr>
            </a:lvl1pPr>
          </a:lstStyle>
          <a:p>
            <a:fld id="{BD04EC93-4901-40B8-B615-125461DCA23D}" type="slidenum">
              <a:rPr lang="en-US"/>
              <a:pPr/>
              <a:t>‹Nº›</a:t>
            </a:fld>
            <a:endParaRPr lang="en-US"/>
          </a:p>
        </p:txBody>
      </p:sp>
      <p:sp>
        <p:nvSpPr>
          <p:cNvPr id="2" name="Rectangle 2"/>
          <p:cNvSpPr>
            <a:spLocks noGrp="1" noChangeArrowheads="1"/>
          </p:cNvSpPr>
          <p:nvPr>
            <p:ph type="title"/>
          </p:nvPr>
        </p:nvSpPr>
        <p:spPr bwMode="white">
          <a:xfrm>
            <a:off x="542925" y="53975"/>
            <a:ext cx="7392988"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ctr" anchorCtr="0" compatLnSpc="1">
            <a:prstTxWarp prst="textNoShape">
              <a:avLst/>
            </a:prstTxWarp>
          </a:bodyPr>
          <a:lstStyle/>
          <a:p>
            <a:pPr lvl="0"/>
            <a:r>
              <a:rPr lang="es-ES"/>
              <a:t>Haga clic para modificar el estilo de título del patrón</a:t>
            </a:r>
            <a:endParaRPr lang="en-US"/>
          </a:p>
        </p:txBody>
      </p:sp>
      <p:grpSp>
        <p:nvGrpSpPr>
          <p:cNvPr id="1031" name="Group 16"/>
          <p:cNvGrpSpPr>
            <a:grpSpLocks/>
          </p:cNvGrpSpPr>
          <p:nvPr/>
        </p:nvGrpSpPr>
        <p:grpSpPr bwMode="auto">
          <a:xfrm>
            <a:off x="-1588" y="0"/>
            <a:ext cx="9145588" cy="6858000"/>
            <a:chOff x="-1" y="0"/>
            <a:chExt cx="8065" cy="6048"/>
          </a:xfrm>
        </p:grpSpPr>
        <p:sp>
          <p:nvSpPr>
            <p:cNvPr id="1041" name="Freeform 17"/>
            <p:cNvSpPr>
              <a:spLocks/>
            </p:cNvSpPr>
            <p:nvPr/>
          </p:nvSpPr>
          <p:spPr bwMode="gray">
            <a:xfrm>
              <a:off x="-1" y="5629"/>
              <a:ext cx="389" cy="417"/>
            </a:xfrm>
            <a:custGeom>
              <a:avLst/>
              <a:gdLst/>
              <a:ahLst/>
              <a:cxnLst>
                <a:cxn ang="0">
                  <a:pos x="314" y="416"/>
                </a:cxn>
                <a:cxn ang="0">
                  <a:pos x="389" y="417"/>
                </a:cxn>
                <a:cxn ang="0">
                  <a:pos x="158" y="297"/>
                </a:cxn>
                <a:cxn ang="0">
                  <a:pos x="39" y="179"/>
                </a:cxn>
                <a:cxn ang="0">
                  <a:pos x="0" y="0"/>
                </a:cxn>
                <a:cxn ang="0">
                  <a:pos x="1" y="417"/>
                </a:cxn>
              </a:cxnLst>
              <a:rect l="0" t="0" r="r" b="b"/>
              <a:pathLst>
                <a:path w="389" h="417">
                  <a:moveTo>
                    <a:pt x="314" y="416"/>
                  </a:moveTo>
                  <a:lnTo>
                    <a:pt x="389" y="417"/>
                  </a:lnTo>
                  <a:lnTo>
                    <a:pt x="158" y="297"/>
                  </a:lnTo>
                  <a:lnTo>
                    <a:pt x="39" y="179"/>
                  </a:lnTo>
                  <a:lnTo>
                    <a:pt x="0" y="0"/>
                  </a:lnTo>
                  <a:lnTo>
                    <a:pt x="1" y="417"/>
                  </a:lnTo>
                </a:path>
              </a:pathLst>
            </a:custGeom>
            <a:solidFill>
              <a:schemeClr val="bg1"/>
            </a:solidFill>
            <a:ln w="9525">
              <a:noFill/>
              <a:round/>
              <a:headEnd/>
              <a:tailEnd/>
            </a:ln>
            <a:effectLst/>
          </p:spPr>
          <p:txBody>
            <a:bodyPr/>
            <a:lstStyle/>
            <a:p>
              <a:pPr>
                <a:defRPr/>
              </a:pPr>
              <a:endParaRPr lang="es-ES_tradnl"/>
            </a:p>
          </p:txBody>
        </p:sp>
        <p:sp>
          <p:nvSpPr>
            <p:cNvPr id="1042" name="Freeform 18"/>
            <p:cNvSpPr>
              <a:spLocks/>
            </p:cNvSpPr>
            <p:nvPr/>
          </p:nvSpPr>
          <p:spPr bwMode="gray">
            <a:xfrm>
              <a:off x="7701" y="5645"/>
              <a:ext cx="363" cy="403"/>
            </a:xfrm>
            <a:custGeom>
              <a:avLst/>
              <a:gdLst/>
              <a:ahLst/>
              <a:cxnLst>
                <a:cxn ang="0">
                  <a:pos x="229" y="0"/>
                </a:cxn>
                <a:cxn ang="0">
                  <a:pos x="164" y="144"/>
                </a:cxn>
                <a:cxn ang="0">
                  <a:pos x="98" y="253"/>
                </a:cxn>
                <a:cxn ang="0">
                  <a:pos x="0" y="290"/>
                </a:cxn>
                <a:cxn ang="0">
                  <a:pos x="232" y="287"/>
                </a:cxn>
              </a:cxnLst>
              <a:rect l="0" t="0" r="r" b="b"/>
              <a:pathLst>
                <a:path w="232" h="290">
                  <a:moveTo>
                    <a:pt x="229" y="0"/>
                  </a:moveTo>
                  <a:lnTo>
                    <a:pt x="164" y="144"/>
                  </a:lnTo>
                  <a:lnTo>
                    <a:pt x="98" y="253"/>
                  </a:lnTo>
                  <a:lnTo>
                    <a:pt x="0" y="290"/>
                  </a:lnTo>
                  <a:lnTo>
                    <a:pt x="232" y="287"/>
                  </a:lnTo>
                </a:path>
              </a:pathLst>
            </a:custGeom>
            <a:solidFill>
              <a:schemeClr val="bg1"/>
            </a:solidFill>
            <a:ln w="9525">
              <a:solidFill>
                <a:schemeClr val="bg1"/>
              </a:solidFill>
              <a:round/>
              <a:headEnd/>
              <a:tailEnd/>
            </a:ln>
            <a:effectLst/>
          </p:spPr>
          <p:txBody>
            <a:bodyPr/>
            <a:lstStyle/>
            <a:p>
              <a:pPr>
                <a:defRPr/>
              </a:pPr>
              <a:endParaRPr lang="es-ES_tradnl"/>
            </a:p>
          </p:txBody>
        </p:sp>
        <p:sp>
          <p:nvSpPr>
            <p:cNvPr id="1043" name="AutoShape 19"/>
            <p:cNvSpPr>
              <a:spLocks noChangeArrowheads="1"/>
            </p:cNvSpPr>
            <p:nvPr/>
          </p:nvSpPr>
          <p:spPr bwMode="gray">
            <a:xfrm>
              <a:off x="26" y="42"/>
              <a:ext cx="8012" cy="5985"/>
            </a:xfrm>
            <a:prstGeom prst="roundRect">
              <a:avLst>
                <a:gd name="adj" fmla="val 6227"/>
              </a:avLst>
            </a:prstGeom>
            <a:noFill/>
            <a:ln w="76200">
              <a:solidFill>
                <a:schemeClr val="bg1"/>
              </a:solidFill>
              <a:round/>
              <a:headEnd/>
              <a:tailEnd/>
            </a:ln>
            <a:effectLst/>
          </p:spPr>
          <p:txBody>
            <a:bodyPr wrap="none" anchor="ctr"/>
            <a:lstStyle/>
            <a:p>
              <a:pPr>
                <a:defRPr/>
              </a:pPr>
              <a:endParaRPr lang="es-ES_tradnl"/>
            </a:p>
          </p:txBody>
        </p:sp>
        <p:sp>
          <p:nvSpPr>
            <p:cNvPr id="1044" name="Freeform 20"/>
            <p:cNvSpPr>
              <a:spLocks/>
            </p:cNvSpPr>
            <p:nvPr/>
          </p:nvSpPr>
          <p:spPr bwMode="gray">
            <a:xfrm>
              <a:off x="-1" y="13"/>
              <a:ext cx="405" cy="441"/>
            </a:xfrm>
            <a:custGeom>
              <a:avLst/>
              <a:gdLst/>
              <a:ahLst/>
              <a:cxnLst>
                <a:cxn ang="0">
                  <a:pos x="2" y="441"/>
                </a:cxn>
                <a:cxn ang="0">
                  <a:pos x="107" y="175"/>
                </a:cxn>
                <a:cxn ang="0">
                  <a:pos x="387" y="0"/>
                </a:cxn>
                <a:cxn ang="0">
                  <a:pos x="1" y="0"/>
                </a:cxn>
              </a:cxnLst>
              <a:rect l="0" t="0" r="r" b="b"/>
              <a:pathLst>
                <a:path w="405" h="441">
                  <a:moveTo>
                    <a:pt x="2" y="441"/>
                  </a:moveTo>
                  <a:cubicBezTo>
                    <a:pt x="19" y="397"/>
                    <a:pt x="0" y="345"/>
                    <a:pt x="107" y="175"/>
                  </a:cubicBezTo>
                  <a:cubicBezTo>
                    <a:pt x="214" y="6"/>
                    <a:pt x="405" y="16"/>
                    <a:pt x="387" y="0"/>
                  </a:cubicBezTo>
                  <a:lnTo>
                    <a:pt x="1" y="0"/>
                  </a:lnTo>
                </a:path>
              </a:pathLst>
            </a:custGeom>
            <a:solidFill>
              <a:schemeClr val="bg1"/>
            </a:solidFill>
            <a:ln w="9525">
              <a:noFill/>
              <a:round/>
              <a:headEnd/>
              <a:tailEnd/>
            </a:ln>
            <a:effectLst/>
          </p:spPr>
          <p:txBody>
            <a:bodyPr/>
            <a:lstStyle/>
            <a:p>
              <a:pPr>
                <a:defRPr/>
              </a:pPr>
              <a:endParaRPr lang="es-ES_tradnl"/>
            </a:p>
          </p:txBody>
        </p:sp>
        <p:sp>
          <p:nvSpPr>
            <p:cNvPr id="1045" name="Freeform 21"/>
            <p:cNvSpPr>
              <a:spLocks/>
            </p:cNvSpPr>
            <p:nvPr/>
          </p:nvSpPr>
          <p:spPr bwMode="gray">
            <a:xfrm>
              <a:off x="7588" y="0"/>
              <a:ext cx="470" cy="483"/>
            </a:xfrm>
            <a:custGeom>
              <a:avLst/>
              <a:gdLst/>
              <a:ahLst/>
              <a:cxnLst>
                <a:cxn ang="0">
                  <a:pos x="0" y="4"/>
                </a:cxn>
                <a:cxn ang="0">
                  <a:pos x="342" y="150"/>
                </a:cxn>
                <a:cxn ang="0">
                  <a:pos x="470" y="461"/>
                </a:cxn>
                <a:cxn ang="0">
                  <a:pos x="470" y="0"/>
                </a:cxn>
              </a:cxnLst>
              <a:rect l="0" t="0" r="r" b="b"/>
              <a:pathLst>
                <a:path w="470" h="483">
                  <a:moveTo>
                    <a:pt x="0" y="4"/>
                  </a:moveTo>
                  <a:cubicBezTo>
                    <a:pt x="57" y="28"/>
                    <a:pt x="264" y="74"/>
                    <a:pt x="342" y="150"/>
                  </a:cubicBezTo>
                  <a:cubicBezTo>
                    <a:pt x="450" y="275"/>
                    <a:pt x="452" y="483"/>
                    <a:pt x="470" y="461"/>
                  </a:cubicBezTo>
                  <a:lnTo>
                    <a:pt x="470" y="0"/>
                  </a:lnTo>
                </a:path>
              </a:pathLst>
            </a:custGeom>
            <a:solidFill>
              <a:schemeClr val="bg1"/>
            </a:solidFill>
            <a:ln w="9525">
              <a:noFill/>
              <a:round/>
              <a:headEnd/>
              <a:tailEnd/>
            </a:ln>
            <a:effectLst/>
          </p:spPr>
          <p:txBody>
            <a:bodyPr/>
            <a:lstStyle/>
            <a:p>
              <a:pPr>
                <a:defRPr/>
              </a:pPr>
              <a:endParaRPr lang="es-ES_tradnl"/>
            </a:p>
          </p:txBody>
        </p:sp>
      </p:grpSp>
      <p:sp>
        <p:nvSpPr>
          <p:cNvPr id="1046" name="Line 22"/>
          <p:cNvSpPr>
            <a:spLocks noChangeShapeType="1"/>
          </p:cNvSpPr>
          <p:nvPr/>
        </p:nvSpPr>
        <p:spPr bwMode="gray">
          <a:xfrm>
            <a:off x="323850" y="6500813"/>
            <a:ext cx="8569325" cy="0"/>
          </a:xfrm>
          <a:prstGeom prst="line">
            <a:avLst/>
          </a:prstGeom>
          <a:noFill/>
          <a:ln w="9525">
            <a:solidFill>
              <a:schemeClr val="tx1"/>
            </a:solidFill>
            <a:round/>
            <a:headEnd/>
            <a:tailEnd/>
          </a:ln>
          <a:effectLst/>
        </p:spPr>
        <p:txBody>
          <a:bodyPr/>
          <a:lstStyle/>
          <a:p>
            <a:pPr>
              <a:defRPr/>
            </a:pPr>
            <a:endParaRPr lang="es-ES_tradnl"/>
          </a:p>
        </p:txBody>
      </p:sp>
    </p:spTree>
  </p:cSld>
  <p:clrMap bg1="lt1" tx1="dk1" bg2="lt2" tx2="dk2" accent1="accent1" accent2="accent2" accent3="accent3" accent4="accent4" accent5="accent5" accent6="accent6" hlink="hlink" folHlink="folHlink"/>
  <p:sldLayoutIdLst>
    <p:sldLayoutId id="2147483673"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dt="0"/>
  <p:txStyles>
    <p:titleStyle>
      <a:lvl1pPr algn="ctr" defTabSz="957263" rtl="0" fontAlgn="base">
        <a:spcBef>
          <a:spcPct val="0"/>
        </a:spcBef>
        <a:spcAft>
          <a:spcPct val="0"/>
        </a:spcAft>
        <a:defRPr sz="2900" b="1">
          <a:solidFill>
            <a:schemeClr val="bg1"/>
          </a:solidFill>
          <a:latin typeface="+mj-lt"/>
          <a:ea typeface="+mj-ea"/>
          <a:cs typeface="+mj-cs"/>
        </a:defRPr>
      </a:lvl1pPr>
      <a:lvl2pPr algn="ctr" defTabSz="957263" rtl="0" fontAlgn="base">
        <a:spcBef>
          <a:spcPct val="0"/>
        </a:spcBef>
        <a:spcAft>
          <a:spcPct val="0"/>
        </a:spcAft>
        <a:defRPr sz="2900" b="1">
          <a:solidFill>
            <a:schemeClr val="bg1"/>
          </a:solidFill>
          <a:latin typeface="Arial" charset="0"/>
        </a:defRPr>
      </a:lvl2pPr>
      <a:lvl3pPr algn="ctr" defTabSz="957263" rtl="0" fontAlgn="base">
        <a:spcBef>
          <a:spcPct val="0"/>
        </a:spcBef>
        <a:spcAft>
          <a:spcPct val="0"/>
        </a:spcAft>
        <a:defRPr sz="2900" b="1">
          <a:solidFill>
            <a:schemeClr val="bg1"/>
          </a:solidFill>
          <a:latin typeface="Arial" charset="0"/>
        </a:defRPr>
      </a:lvl3pPr>
      <a:lvl4pPr algn="ctr" defTabSz="957263" rtl="0" fontAlgn="base">
        <a:spcBef>
          <a:spcPct val="0"/>
        </a:spcBef>
        <a:spcAft>
          <a:spcPct val="0"/>
        </a:spcAft>
        <a:defRPr sz="2900" b="1">
          <a:solidFill>
            <a:schemeClr val="bg1"/>
          </a:solidFill>
          <a:latin typeface="Arial" charset="0"/>
        </a:defRPr>
      </a:lvl4pPr>
      <a:lvl5pPr algn="ctr" defTabSz="957263" rtl="0" fontAlgn="base">
        <a:spcBef>
          <a:spcPct val="0"/>
        </a:spcBef>
        <a:spcAft>
          <a:spcPct val="0"/>
        </a:spcAft>
        <a:defRPr sz="2900" b="1">
          <a:solidFill>
            <a:schemeClr val="bg1"/>
          </a:solidFill>
          <a:latin typeface="Arial" charset="0"/>
        </a:defRPr>
      </a:lvl5pPr>
      <a:lvl6pPr marL="457200" algn="ctr" defTabSz="957263" rtl="0" eaLnBrk="1" fontAlgn="base" hangingPunct="1">
        <a:spcBef>
          <a:spcPct val="0"/>
        </a:spcBef>
        <a:spcAft>
          <a:spcPct val="0"/>
        </a:spcAft>
        <a:defRPr sz="2900" b="1">
          <a:solidFill>
            <a:schemeClr val="bg1"/>
          </a:solidFill>
          <a:latin typeface="Arial" charset="0"/>
        </a:defRPr>
      </a:lvl6pPr>
      <a:lvl7pPr marL="914400" algn="ctr" defTabSz="957263" rtl="0" eaLnBrk="1" fontAlgn="base" hangingPunct="1">
        <a:spcBef>
          <a:spcPct val="0"/>
        </a:spcBef>
        <a:spcAft>
          <a:spcPct val="0"/>
        </a:spcAft>
        <a:defRPr sz="2900" b="1">
          <a:solidFill>
            <a:schemeClr val="bg1"/>
          </a:solidFill>
          <a:latin typeface="Arial" charset="0"/>
        </a:defRPr>
      </a:lvl7pPr>
      <a:lvl8pPr marL="1371600" algn="ctr" defTabSz="957263" rtl="0" eaLnBrk="1" fontAlgn="base" hangingPunct="1">
        <a:spcBef>
          <a:spcPct val="0"/>
        </a:spcBef>
        <a:spcAft>
          <a:spcPct val="0"/>
        </a:spcAft>
        <a:defRPr sz="2900" b="1">
          <a:solidFill>
            <a:schemeClr val="bg1"/>
          </a:solidFill>
          <a:latin typeface="Arial" charset="0"/>
        </a:defRPr>
      </a:lvl8pPr>
      <a:lvl9pPr marL="1828800" algn="ctr" defTabSz="957263" rtl="0" eaLnBrk="1" fontAlgn="base" hangingPunct="1">
        <a:spcBef>
          <a:spcPct val="0"/>
        </a:spcBef>
        <a:spcAft>
          <a:spcPct val="0"/>
        </a:spcAft>
        <a:defRPr sz="2900" b="1">
          <a:solidFill>
            <a:schemeClr val="bg1"/>
          </a:solidFill>
          <a:latin typeface="Arial" charset="0"/>
        </a:defRPr>
      </a:lvl9pPr>
    </p:titleStyle>
    <p:body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audio" Target="../media/audio1.wav"/><Relationship Id="rId7" Type="http://schemas.openxmlformats.org/officeDocument/2006/relationships/audio" Target="../media/audio3.wav"/><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audio" Target="../media/audio2.wav"/><Relationship Id="rId10" Type="http://schemas.openxmlformats.org/officeDocument/2006/relationships/image" Target="../media/image17.png"/><Relationship Id="rId4" Type="http://schemas.openxmlformats.org/officeDocument/2006/relationships/image" Target="../media/image14.png"/><Relationship Id="rId9" Type="http://schemas.openxmlformats.org/officeDocument/2006/relationships/audio" Target="../media/audio4.wav"/></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22.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audio" Target="../media/audio2.wav"/><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audio" Target="../media/audio2.wav"/><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audio" Target="../media/audio2.wav"/><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3" Type="http://schemas.openxmlformats.org/officeDocument/2006/relationships/image" Target="../media/image30.png"/><Relationship Id="rId7" Type="http://schemas.openxmlformats.org/officeDocument/2006/relationships/image" Target="../media/image34.png"/><Relationship Id="rId12" Type="http://schemas.openxmlformats.org/officeDocument/2006/relationships/image" Target="../media/image39.png"/><Relationship Id="rId2" Type="http://schemas.openxmlformats.org/officeDocument/2006/relationships/image" Target="../media/image29.png"/><Relationship Id="rId16"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5" Type="http://schemas.openxmlformats.org/officeDocument/2006/relationships/image" Target="../media/image42.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png"/><Relationship Id="rId14" Type="http://schemas.openxmlformats.org/officeDocument/2006/relationships/image" Target="../media/image41.png"/></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4.png"/><Relationship Id="rId3" Type="http://schemas.openxmlformats.org/officeDocument/2006/relationships/audio" Target="../media/audio1.wav"/><Relationship Id="rId7" Type="http://schemas.openxmlformats.org/officeDocument/2006/relationships/audio" Target="../media/audio3.wav"/><Relationship Id="rId12" Type="http://schemas.openxmlformats.org/officeDocument/2006/relationships/image" Target="../media/image23.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18.png"/><Relationship Id="rId5" Type="http://schemas.openxmlformats.org/officeDocument/2006/relationships/audio" Target="../media/audio2.wav"/><Relationship Id="rId15" Type="http://schemas.openxmlformats.org/officeDocument/2006/relationships/image" Target="../media/image44.png"/><Relationship Id="rId10" Type="http://schemas.openxmlformats.org/officeDocument/2006/relationships/image" Target="../media/image17.png"/><Relationship Id="rId4" Type="http://schemas.openxmlformats.org/officeDocument/2006/relationships/image" Target="../media/image14.png"/><Relationship Id="rId9" Type="http://schemas.openxmlformats.org/officeDocument/2006/relationships/audio" Target="../media/audio4.wav"/><Relationship Id="rId14"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3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3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r>
              <a:rPr lang="en-US" sz="3200" dirty="0" err="1"/>
              <a:t>Utilización</a:t>
            </a:r>
            <a:r>
              <a:rPr lang="en-US" sz="3200" dirty="0"/>
              <a:t> </a:t>
            </a:r>
            <a:r>
              <a:rPr lang="en-US" sz="3200" dirty="0" err="1"/>
              <a:t>avanzada</a:t>
            </a:r>
            <a:r>
              <a:rPr lang="en-US" sz="3200" dirty="0"/>
              <a:t> de </a:t>
            </a:r>
            <a:r>
              <a:rPr lang="en-US" sz="3200" dirty="0" err="1"/>
              <a:t>clases</a:t>
            </a:r>
            <a:endParaRPr lang="en-US" sz="3200" dirty="0"/>
          </a:p>
        </p:txBody>
      </p:sp>
      <p:sp>
        <p:nvSpPr>
          <p:cNvPr id="3075" name="Rectangle 3"/>
          <p:cNvSpPr>
            <a:spLocks noGrp="1" noChangeArrowheads="1"/>
          </p:cNvSpPr>
          <p:nvPr>
            <p:ph type="subTitle" idx="1"/>
          </p:nvPr>
        </p:nvSpPr>
        <p:spPr>
          <a:xfrm>
            <a:off x="971600" y="2132856"/>
            <a:ext cx="7086600" cy="434975"/>
          </a:xfrm>
        </p:spPr>
        <p:txBody>
          <a:bodyPr/>
          <a:lstStyle/>
          <a:p>
            <a:r>
              <a:rPr lang="en-US" dirty="0"/>
              <a:t>UNIDAD 6</a:t>
            </a:r>
          </a:p>
        </p:txBody>
      </p:sp>
      <p:sp>
        <p:nvSpPr>
          <p:cNvPr id="4" name="3 Botón de acción: Hacia delante o Siguiente">
            <a:hlinkClick r:id="" action="ppaction://hlinkshowjump?jump=nextslide" highlightClick="1"/>
          </p:cNvPr>
          <p:cNvSpPr/>
          <p:nvPr/>
        </p:nvSpPr>
        <p:spPr bwMode="auto">
          <a:xfrm>
            <a:off x="8426864" y="290916"/>
            <a:ext cx="521208" cy="521208"/>
          </a:xfrm>
          <a:prstGeom prst="actionButtonForwardNext">
            <a:avLst/>
          </a:prstGeom>
          <a:solidFill>
            <a:srgbClr val="00B0F0"/>
          </a:solidFill>
          <a:ln>
            <a:headEnd type="none" w="med" len="med"/>
            <a:tailEnd type="none" w="med" len="med"/>
          </a:ln>
        </p:spPr>
        <p:style>
          <a:lnRef idx="0">
            <a:schemeClr val="accent1"/>
          </a:lnRef>
          <a:fillRef idx="3">
            <a:schemeClr val="accent1"/>
          </a:fillRef>
          <a:effectRef idx="3">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73D7DD-637D-6E4A-99F9-463A99F69336}"/>
              </a:ext>
            </a:extLst>
          </p:cNvPr>
          <p:cNvSpPr>
            <a:spLocks noGrp="1"/>
          </p:cNvSpPr>
          <p:nvPr>
            <p:ph type="title"/>
          </p:nvPr>
        </p:nvSpPr>
        <p:spPr/>
        <p:txBody>
          <a:bodyPr/>
          <a:lstStyle/>
          <a:p>
            <a:r>
              <a:rPr lang="es-ES" dirty="0"/>
              <a:t>Contenidos</a:t>
            </a:r>
          </a:p>
        </p:txBody>
      </p:sp>
      <p:sp>
        <p:nvSpPr>
          <p:cNvPr id="3" name="Marcador de contenido 2">
            <a:extLst>
              <a:ext uri="{FF2B5EF4-FFF2-40B4-BE49-F238E27FC236}">
                <a16:creationId xmlns:a16="http://schemas.microsoft.com/office/drawing/2014/main" id="{0841A68F-5424-F643-85AA-E7EAB93BE0A2}"/>
              </a:ext>
            </a:extLst>
          </p:cNvPr>
          <p:cNvSpPr>
            <a:spLocks noGrp="1"/>
          </p:cNvSpPr>
          <p:nvPr>
            <p:ph idx="1"/>
          </p:nvPr>
        </p:nvSpPr>
        <p:spPr/>
        <p:txBody>
          <a:bodyPr/>
          <a:lstStyle/>
          <a:p>
            <a:r>
              <a:rPr lang="es-ES_tradnl" sz="1600" dirty="0"/>
              <a:t>R.A. 7: Desarrolla programas aplicando características avanzadas de los lenguajes orientados a objetos y del entorno de programación.</a:t>
            </a:r>
            <a:endParaRPr lang="es-ES" sz="1600" dirty="0"/>
          </a:p>
          <a:p>
            <a:endParaRPr lang="es-ES" dirty="0"/>
          </a:p>
        </p:txBody>
      </p:sp>
      <p:graphicFrame>
        <p:nvGraphicFramePr>
          <p:cNvPr id="6" name="Tabla 5">
            <a:extLst>
              <a:ext uri="{FF2B5EF4-FFF2-40B4-BE49-F238E27FC236}">
                <a16:creationId xmlns:a16="http://schemas.microsoft.com/office/drawing/2014/main" id="{99B48E4E-94E5-1AAE-97B4-C306208D5CAC}"/>
              </a:ext>
            </a:extLst>
          </p:cNvPr>
          <p:cNvGraphicFramePr>
            <a:graphicFrameLocks noGrp="1"/>
          </p:cNvGraphicFramePr>
          <p:nvPr>
            <p:extLst>
              <p:ext uri="{D42A27DB-BD31-4B8C-83A1-F6EECF244321}">
                <p14:modId xmlns:p14="http://schemas.microsoft.com/office/powerpoint/2010/main" val="3632221076"/>
              </p:ext>
            </p:extLst>
          </p:nvPr>
        </p:nvGraphicFramePr>
        <p:xfrm>
          <a:off x="1387659" y="2060848"/>
          <a:ext cx="6368682" cy="3865880"/>
        </p:xfrm>
        <a:graphic>
          <a:graphicData uri="http://schemas.openxmlformats.org/drawingml/2006/table">
            <a:tbl>
              <a:tblPr firstRow="1" firstCol="1" bandRow="1"/>
              <a:tblGrid>
                <a:gridCol w="2162094">
                  <a:extLst>
                    <a:ext uri="{9D8B030D-6E8A-4147-A177-3AD203B41FA5}">
                      <a16:colId xmlns:a16="http://schemas.microsoft.com/office/drawing/2014/main" val="1808618832"/>
                    </a:ext>
                  </a:extLst>
                </a:gridCol>
                <a:gridCol w="1170891">
                  <a:extLst>
                    <a:ext uri="{9D8B030D-6E8A-4147-A177-3AD203B41FA5}">
                      <a16:colId xmlns:a16="http://schemas.microsoft.com/office/drawing/2014/main" val="1931874393"/>
                    </a:ext>
                  </a:extLst>
                </a:gridCol>
                <a:gridCol w="1515657">
                  <a:extLst>
                    <a:ext uri="{9D8B030D-6E8A-4147-A177-3AD203B41FA5}">
                      <a16:colId xmlns:a16="http://schemas.microsoft.com/office/drawing/2014/main" val="3659273291"/>
                    </a:ext>
                  </a:extLst>
                </a:gridCol>
                <a:gridCol w="1520040">
                  <a:extLst>
                    <a:ext uri="{9D8B030D-6E8A-4147-A177-3AD203B41FA5}">
                      <a16:colId xmlns:a16="http://schemas.microsoft.com/office/drawing/2014/main" val="2846415524"/>
                    </a:ext>
                  </a:extLst>
                </a:gridCol>
              </a:tblGrid>
              <a:tr h="436880">
                <a:tc>
                  <a:txBody>
                    <a:bodyPr/>
                    <a:lstStyle/>
                    <a:p>
                      <a:pPr algn="ctr"/>
                      <a:r>
                        <a:rPr lang="es-ES_tradnl" sz="1100" b="1">
                          <a:effectLst/>
                          <a:latin typeface="Calibri" panose="020F0502020204030204" pitchFamily="34" charset="0"/>
                          <a:ea typeface="Calibri" panose="020F0502020204030204" pitchFamily="34" charset="0"/>
                          <a:cs typeface="Times New Roman" panose="02020603050405020304" pitchFamily="18" charset="0"/>
                        </a:rPr>
                        <a:t>CRITERIOS DE EVALUACIÓN</a:t>
                      </a:r>
                      <a:endParaRPr lang="es-ES" sz="1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s-ES_tradnl" sz="1100" b="1">
                          <a:effectLst/>
                          <a:latin typeface="Calibri" panose="020F0502020204030204" pitchFamily="34" charset="0"/>
                          <a:ea typeface="Calibri" panose="020F0502020204030204" pitchFamily="34" charset="0"/>
                          <a:cs typeface="Times New Roman" panose="02020603050405020304" pitchFamily="18" charset="0"/>
                        </a:rPr>
                        <a:t>PROCEDIMIENTOS ESENCIALES</a:t>
                      </a:r>
                      <a:endParaRPr lang="es-ES" sz="1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s-ES_tradnl" sz="1100" b="1">
                          <a:effectLst/>
                          <a:latin typeface="Calibri" panose="020F0502020204030204" pitchFamily="34" charset="0"/>
                          <a:ea typeface="Calibri" panose="020F0502020204030204" pitchFamily="34" charset="0"/>
                          <a:cs typeface="Times New Roman" panose="02020603050405020304" pitchFamily="18" charset="0"/>
                        </a:rPr>
                        <a:t>EVALUACIÓN</a:t>
                      </a:r>
                      <a:endParaRPr lang="es-ES" sz="1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s-ES_tradnl" sz="1100" b="1">
                          <a:effectLst/>
                          <a:latin typeface="Calibri" panose="020F0502020204030204" pitchFamily="34" charset="0"/>
                          <a:ea typeface="Calibri" panose="020F0502020204030204" pitchFamily="34" charset="0"/>
                          <a:cs typeface="Times New Roman" panose="02020603050405020304" pitchFamily="18" charset="0"/>
                        </a:rPr>
                        <a:t>CONTENIDOS</a:t>
                      </a:r>
                      <a:endParaRPr lang="es-ES" sz="1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07926156"/>
                  </a:ext>
                </a:extLst>
              </a:tr>
              <a:tr h="250190">
                <a:tc>
                  <a:txBody>
                    <a:bodyPr/>
                    <a:lstStyle/>
                    <a:p>
                      <a:pPr marL="342900" lvl="0" indent="-342900">
                        <a:buFont typeface="+mj-lt"/>
                        <a:buAutoNum type="alphaLcParenR"/>
                      </a:pPr>
                      <a:r>
                        <a:rPr lang="es-ES_tradnl" sz="900">
                          <a:effectLst/>
                          <a:latin typeface="Calibri" panose="020F0502020204030204" pitchFamily="34" charset="0"/>
                          <a:ea typeface="Times New Roman" panose="02020603050405020304" pitchFamily="18" charset="0"/>
                          <a:cs typeface="NewsGotT-Regu"/>
                        </a:rPr>
                        <a:t>Se han identificado los conceptos de herencia, superclase y subclase.</a:t>
                      </a:r>
                      <a:endParaRPr lang="es-ES" sz="1000">
                        <a:effectLst/>
                        <a:latin typeface="Times New Roman" panose="02020603050405020304" pitchFamily="18" charset="0"/>
                        <a:ea typeface="Times New Roman" panose="02020603050405020304" pitchFamily="18" charset="0"/>
                      </a:endParaRPr>
                    </a:p>
                    <a:p>
                      <a:pPr marL="342900" lvl="0" indent="-342900">
                        <a:buFont typeface="+mj-lt"/>
                        <a:buAutoNum type="alphaLcParenR"/>
                      </a:pPr>
                      <a:r>
                        <a:rPr lang="es-ES_tradnl" sz="900">
                          <a:effectLst/>
                          <a:latin typeface="Calibri" panose="020F0502020204030204" pitchFamily="34" charset="0"/>
                          <a:ea typeface="Times New Roman" panose="02020603050405020304" pitchFamily="18" charset="0"/>
                          <a:cs typeface="NewsGotT-Regu"/>
                        </a:rPr>
                        <a:t>Se han utilizado modificadores para bloquear y forzar la herencia de clases y métodos.</a:t>
                      </a:r>
                      <a:endParaRPr lang="es-ES" sz="1000">
                        <a:effectLst/>
                        <a:latin typeface="Times New Roman" panose="02020603050405020304" pitchFamily="18" charset="0"/>
                        <a:ea typeface="Times New Roman" panose="02020603050405020304" pitchFamily="18" charset="0"/>
                      </a:endParaRPr>
                    </a:p>
                    <a:p>
                      <a:pPr marL="342900" lvl="0" indent="-342900">
                        <a:buFont typeface="+mj-lt"/>
                        <a:buAutoNum type="alphaLcParenR"/>
                      </a:pPr>
                      <a:r>
                        <a:rPr lang="es-ES_tradnl" sz="900">
                          <a:effectLst/>
                          <a:latin typeface="Calibri" panose="020F0502020204030204" pitchFamily="34" charset="0"/>
                          <a:ea typeface="Times New Roman" panose="02020603050405020304" pitchFamily="18" charset="0"/>
                          <a:cs typeface="NewsGotT-Regu"/>
                        </a:rPr>
                        <a:t>Se ha reconocido la incidencia de los constructores en la herencia.</a:t>
                      </a:r>
                      <a:endParaRPr lang="es-ES" sz="1000">
                        <a:effectLst/>
                        <a:latin typeface="Times New Roman" panose="02020603050405020304" pitchFamily="18" charset="0"/>
                        <a:ea typeface="Times New Roman" panose="02020603050405020304" pitchFamily="18" charset="0"/>
                      </a:endParaRPr>
                    </a:p>
                    <a:p>
                      <a:pPr marL="342900" lvl="0" indent="-342900">
                        <a:buFont typeface="+mj-lt"/>
                        <a:buAutoNum type="alphaLcParenR"/>
                      </a:pPr>
                      <a:r>
                        <a:rPr lang="es-ES_tradnl" sz="900">
                          <a:effectLst/>
                          <a:latin typeface="Calibri" panose="020F0502020204030204" pitchFamily="34" charset="0"/>
                          <a:ea typeface="Times New Roman" panose="02020603050405020304" pitchFamily="18" charset="0"/>
                          <a:cs typeface="NewsGotT-Regu"/>
                        </a:rPr>
                        <a:t>Se han creado clases heredadas que sobrescriban la implementación de métodos de la superclase.</a:t>
                      </a:r>
                      <a:endParaRPr lang="es-ES" sz="1000">
                        <a:effectLst/>
                        <a:latin typeface="Times New Roman" panose="02020603050405020304" pitchFamily="18" charset="0"/>
                        <a:ea typeface="Times New Roman" panose="02020603050405020304" pitchFamily="18" charset="0"/>
                      </a:endParaRPr>
                    </a:p>
                    <a:p>
                      <a:pPr marL="342900" lvl="0" indent="-342900">
                        <a:buFont typeface="+mj-lt"/>
                        <a:buAutoNum type="alphaLcParenR"/>
                      </a:pPr>
                      <a:r>
                        <a:rPr lang="es-ES_tradnl" sz="900">
                          <a:effectLst/>
                          <a:latin typeface="Calibri" panose="020F0502020204030204" pitchFamily="34" charset="0"/>
                          <a:ea typeface="Times New Roman" panose="02020603050405020304" pitchFamily="18" charset="0"/>
                          <a:cs typeface="NewsGotT-Regu"/>
                        </a:rPr>
                        <a:t>Se han diseñado y aplicado jerarquías de clases.</a:t>
                      </a:r>
                      <a:endParaRPr lang="es-ES" sz="1000">
                        <a:effectLst/>
                        <a:latin typeface="Times New Roman" panose="02020603050405020304" pitchFamily="18" charset="0"/>
                        <a:ea typeface="Times New Roman" panose="02020603050405020304" pitchFamily="18" charset="0"/>
                      </a:endParaRPr>
                    </a:p>
                    <a:p>
                      <a:pPr marL="342900" lvl="0" indent="-342900">
                        <a:buFont typeface="+mj-lt"/>
                        <a:buAutoNum type="alphaLcParenR"/>
                      </a:pPr>
                      <a:r>
                        <a:rPr lang="es-ES_tradnl" sz="900">
                          <a:effectLst/>
                          <a:latin typeface="Calibri" panose="020F0502020204030204" pitchFamily="34" charset="0"/>
                          <a:ea typeface="Times New Roman" panose="02020603050405020304" pitchFamily="18" charset="0"/>
                          <a:cs typeface="NewsGotT-Regu"/>
                        </a:rPr>
                        <a:t>Se han probado y depurado las jerarquías de clases.</a:t>
                      </a:r>
                      <a:endParaRPr lang="es-ES" sz="1000">
                        <a:effectLst/>
                        <a:latin typeface="Times New Roman" panose="02020603050405020304" pitchFamily="18" charset="0"/>
                        <a:ea typeface="Times New Roman" panose="02020603050405020304" pitchFamily="18" charset="0"/>
                      </a:endParaRPr>
                    </a:p>
                    <a:p>
                      <a:pPr marL="342900" lvl="0" indent="-342900">
                        <a:buFont typeface="+mj-lt"/>
                        <a:buAutoNum type="alphaLcParenR"/>
                      </a:pPr>
                      <a:r>
                        <a:rPr lang="es-ES_tradnl" sz="900">
                          <a:effectLst/>
                          <a:latin typeface="Calibri" panose="020F0502020204030204" pitchFamily="34" charset="0"/>
                          <a:ea typeface="Times New Roman" panose="02020603050405020304" pitchFamily="18" charset="0"/>
                          <a:cs typeface="NewsGotT-Regu"/>
                        </a:rPr>
                        <a:t>Se han realizado programas que implementen y utilicen jerarquías de clases.</a:t>
                      </a:r>
                      <a:endParaRPr lang="es-ES" sz="1000">
                        <a:effectLst/>
                        <a:latin typeface="Times New Roman" panose="02020603050405020304" pitchFamily="18" charset="0"/>
                        <a:ea typeface="Times New Roman" panose="02020603050405020304" pitchFamily="18" charset="0"/>
                      </a:endParaRPr>
                    </a:p>
                    <a:p>
                      <a:pPr marL="342900" lvl="0" indent="-342900">
                        <a:buFont typeface="+mj-lt"/>
                        <a:buAutoNum type="alphaLcParenR"/>
                      </a:pPr>
                      <a:r>
                        <a:rPr lang="es-ES_tradnl" sz="900">
                          <a:effectLst/>
                          <a:latin typeface="Calibri" panose="020F0502020204030204" pitchFamily="34" charset="0"/>
                          <a:ea typeface="Times New Roman" panose="02020603050405020304" pitchFamily="18" charset="0"/>
                          <a:cs typeface="NewsGotT-Regu"/>
                        </a:rPr>
                        <a:t>Se ha comentado y documentado el código.</a:t>
                      </a:r>
                      <a:endParaRPr lang="es-ES" sz="1000">
                        <a:effectLst/>
                        <a:latin typeface="Times New Roman" panose="02020603050405020304" pitchFamily="18" charset="0"/>
                        <a:ea typeface="Times New Roman" panose="02020603050405020304" pitchFamily="18" charset="0"/>
                      </a:endParaRPr>
                    </a:p>
                    <a:p>
                      <a:pPr marL="342900" lvl="0" indent="-342900">
                        <a:buFont typeface="+mj-lt"/>
                        <a:buAutoNum type="alphaLcParenR"/>
                      </a:pPr>
                      <a:r>
                        <a:rPr lang="es-ES_tradnl" sz="900">
                          <a:effectLst/>
                          <a:latin typeface="Calibri" panose="020F0502020204030204" pitchFamily="34" charset="0"/>
                          <a:ea typeface="Times New Roman" panose="02020603050405020304" pitchFamily="18" charset="0"/>
                          <a:cs typeface="NewsGotT-Regu"/>
                        </a:rPr>
                        <a:t>Se han identificado y evaluado los escenarios de uso de interfaces</a:t>
                      </a:r>
                      <a:endParaRPr lang="es-ES" sz="1000">
                        <a:effectLst/>
                        <a:latin typeface="Times New Roman" panose="02020603050405020304" pitchFamily="18" charset="0"/>
                        <a:ea typeface="Times New Roman" panose="02020603050405020304" pitchFamily="18" charset="0"/>
                      </a:endParaRPr>
                    </a:p>
                    <a:p>
                      <a:pPr marL="342900" lvl="0" indent="-342900">
                        <a:buFont typeface="+mj-lt"/>
                        <a:buAutoNum type="alphaLcParenR"/>
                      </a:pPr>
                      <a:r>
                        <a:rPr lang="es-ES_tradnl" sz="900">
                          <a:effectLst/>
                          <a:latin typeface="Calibri" panose="020F0502020204030204" pitchFamily="34" charset="0"/>
                          <a:ea typeface="Times New Roman" panose="02020603050405020304" pitchFamily="18" charset="0"/>
                          <a:cs typeface="NewsGotT-Regu"/>
                        </a:rPr>
                        <a:t>Se han identificado y evaluado los escenarios de utilización de herencia y composición</a:t>
                      </a:r>
                      <a:endParaRPr lang="es-ES" sz="1000">
                        <a:effectLst/>
                        <a:latin typeface="Times New Roman" panose="02020603050405020304" pitchFamily="18" charset="0"/>
                        <a:ea typeface="Times New Roman" panose="02020603050405020304" pitchFamily="18" charset="0"/>
                      </a:endParaRPr>
                    </a:p>
                    <a:p>
                      <a:pPr marL="457200"/>
                      <a:r>
                        <a:rPr lang="es-ES_tradnl" sz="900">
                          <a:effectLst/>
                          <a:latin typeface="Calibri" panose="020F0502020204030204" pitchFamily="34" charset="0"/>
                          <a:ea typeface="Times New Roman" panose="02020603050405020304" pitchFamily="18" charset="0"/>
                          <a:cs typeface="NewsGotT-Regu"/>
                        </a:rPr>
                        <a:t> </a:t>
                      </a:r>
                      <a:endParaRPr lang="es-ES" sz="1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r>
                        <a:rPr lang="es-ES_tradnl"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PE 9. Desarrollar programas avanzados de orientación a objetos, utilizando conceptos de composición de clases, herencia, métodos abstractos, interfaces, polimorfismo y clases internas.</a:t>
                      </a:r>
                      <a:endParaRPr lang="es-ES" sz="1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DBDB"/>
                    </a:solidFill>
                  </a:tcPr>
                </a:tc>
                <a:tc>
                  <a:txBody>
                    <a:bodyPr/>
                    <a:lstStyle/>
                    <a:p>
                      <a:r>
                        <a:rPr lang="es-ES_tradnl" sz="9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Prueba Práctica 4 (100%)</a:t>
                      </a:r>
                      <a:endParaRPr lang="es-ES" sz="1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DBDB"/>
                    </a:solidFill>
                  </a:tcPr>
                </a:tc>
                <a:tc>
                  <a:txBody>
                    <a:bodyPr/>
                    <a:lstStyle/>
                    <a:p>
                      <a:r>
                        <a:rPr lang="es-ES_tradnl" sz="900" dirty="0">
                          <a:effectLst/>
                          <a:latin typeface="Calibri" panose="020F0502020204030204" pitchFamily="34" charset="0"/>
                          <a:ea typeface="Calibri" panose="020F0502020204030204" pitchFamily="34" charset="0"/>
                          <a:cs typeface="Times New Roman" panose="02020603050405020304" pitchFamily="18" charset="0"/>
                        </a:rPr>
                        <a:t>Composición de clases. Herencia. Superclases y subclases. Constructores y herencia. </a:t>
                      </a:r>
                      <a:r>
                        <a:rPr lang="es-ES_tradnl" sz="900" dirty="0" err="1">
                          <a:effectLst/>
                          <a:latin typeface="Calibri" panose="020F0502020204030204" pitchFamily="34" charset="0"/>
                          <a:ea typeface="Calibri" panose="020F0502020204030204" pitchFamily="34" charset="0"/>
                          <a:cs typeface="Times New Roman" panose="02020603050405020304" pitchFamily="18" charset="0"/>
                        </a:rPr>
                        <a:t>Sobrescritura</a:t>
                      </a:r>
                      <a:r>
                        <a:rPr lang="es-ES_tradnl" sz="900" dirty="0">
                          <a:effectLst/>
                          <a:latin typeface="Calibri" panose="020F0502020204030204" pitchFamily="34" charset="0"/>
                          <a:ea typeface="Calibri" panose="020F0502020204030204" pitchFamily="34" charset="0"/>
                          <a:cs typeface="Times New Roman" panose="02020603050405020304" pitchFamily="18" charset="0"/>
                        </a:rPr>
                        <a:t> de métodos. Clases y métodos abstractos y finales.</a:t>
                      </a:r>
                      <a:endParaRPr lang="es-ES" sz="1000" dirty="0">
                        <a:effectLst/>
                        <a:latin typeface="Times New Roman" panose="02020603050405020304" pitchFamily="18" charset="0"/>
                        <a:ea typeface="Times New Roman" panose="02020603050405020304" pitchFamily="18" charset="0"/>
                      </a:endParaRPr>
                    </a:p>
                    <a:p>
                      <a:r>
                        <a:rPr lang="es-ES_tradnl" sz="900" dirty="0">
                          <a:effectLst/>
                          <a:latin typeface="Calibri" panose="020F0502020204030204" pitchFamily="34" charset="0"/>
                          <a:ea typeface="Calibri" panose="020F0502020204030204" pitchFamily="34" charset="0"/>
                          <a:cs typeface="Times New Roman" panose="02020603050405020304" pitchFamily="18" charset="0"/>
                        </a:rPr>
                        <a:t>Clases internas.</a:t>
                      </a:r>
                      <a:endParaRPr lang="es-ES" sz="1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77365760"/>
                  </a:ext>
                </a:extLst>
              </a:tr>
            </a:tbl>
          </a:graphicData>
        </a:graphic>
      </p:graphicFrame>
    </p:spTree>
    <p:extLst>
      <p:ext uri="{BB962C8B-B14F-4D97-AF65-F5344CB8AC3E}">
        <p14:creationId xmlns:p14="http://schemas.microsoft.com/office/powerpoint/2010/main" val="3544557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 name="63 Grupo"/>
          <p:cNvGrpSpPr/>
          <p:nvPr/>
        </p:nvGrpSpPr>
        <p:grpSpPr>
          <a:xfrm>
            <a:off x="2222761" y="3838962"/>
            <a:ext cx="4329154" cy="2353236"/>
            <a:chOff x="67164" y="3556642"/>
            <a:chExt cx="4329154" cy="2353236"/>
          </a:xfrm>
        </p:grpSpPr>
        <p:sp>
          <p:nvSpPr>
            <p:cNvPr id="47" name="46 Rectángulo redondeado"/>
            <p:cNvSpPr/>
            <p:nvPr/>
          </p:nvSpPr>
          <p:spPr bwMode="auto">
            <a:xfrm>
              <a:off x="67164" y="3991617"/>
              <a:ext cx="4329154" cy="1918261"/>
            </a:xfrm>
            <a:prstGeom prst="roundRect">
              <a:avLst/>
            </a:prstGeom>
            <a:ln>
              <a:headEnd type="none" w="med" len="med"/>
              <a:tailEnd type="none" w="med" len="me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8" name="Rectangle 3"/>
            <p:cNvSpPr txBox="1">
              <a:spLocks noChangeArrowheads="1"/>
            </p:cNvSpPr>
            <p:nvPr/>
          </p:nvSpPr>
          <p:spPr bwMode="auto">
            <a:xfrm>
              <a:off x="251520" y="3556642"/>
              <a:ext cx="3960441"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err="1"/>
                <a:t>Empleado</a:t>
              </a:r>
              <a:endParaRPr lang="en-US" sz="1800" kern="0" dirty="0"/>
            </a:p>
          </p:txBody>
        </p:sp>
        <p:sp>
          <p:nvSpPr>
            <p:cNvPr id="49" name="Rectangle 3"/>
            <p:cNvSpPr txBox="1">
              <a:spLocks noChangeArrowheads="1"/>
            </p:cNvSpPr>
            <p:nvPr/>
          </p:nvSpPr>
          <p:spPr bwMode="auto">
            <a:xfrm>
              <a:off x="539551" y="4378551"/>
              <a:ext cx="1728193" cy="116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err="1">
                  <a:latin typeface="Adobe Fan Heiti Std B" pitchFamily="34" charset="-128"/>
                  <a:ea typeface="Adobe Fan Heiti Std B" pitchFamily="34" charset="-128"/>
                </a:rPr>
                <a:t>dni</a:t>
              </a:r>
              <a:endParaRPr lang="en-US" sz="1400" kern="0" dirty="0">
                <a:latin typeface="Adobe Fan Heiti Std B" pitchFamily="34" charset="-128"/>
                <a:ea typeface="Adobe Fan Heiti Std B" pitchFamily="34" charset="-128"/>
              </a:endParaRPr>
            </a:p>
            <a:p>
              <a:pPr marL="0" indent="0">
                <a:buNone/>
              </a:pPr>
              <a:r>
                <a:rPr lang="en-US" sz="1400" kern="0" dirty="0" err="1">
                  <a:latin typeface="Adobe Fan Heiti Std B" pitchFamily="34" charset="-128"/>
                  <a:ea typeface="Adobe Fan Heiti Std B" pitchFamily="34" charset="-128"/>
                </a:rPr>
                <a:t>nombre</a:t>
              </a:r>
              <a:endParaRPr lang="en-US" sz="1400" kern="0" dirty="0">
                <a:latin typeface="Adobe Fan Heiti Std B" pitchFamily="34" charset="-128"/>
                <a:ea typeface="Adobe Fan Heiti Std B" pitchFamily="34" charset="-128"/>
              </a:endParaRPr>
            </a:p>
            <a:p>
              <a:pPr marL="0" indent="0">
                <a:buNone/>
              </a:pPr>
              <a:r>
                <a:rPr lang="en-US" sz="1400" kern="0" dirty="0" err="1">
                  <a:latin typeface="Adobe Fan Heiti Std B" pitchFamily="34" charset="-128"/>
                  <a:ea typeface="Adobe Fan Heiti Std B" pitchFamily="34" charset="-128"/>
                </a:rPr>
                <a:t>movil</a:t>
              </a:r>
              <a:endParaRPr lang="en-US" sz="1400" kern="0" dirty="0">
                <a:latin typeface="Adobe Fan Heiti Std B" pitchFamily="34" charset="-128"/>
                <a:ea typeface="Adobe Fan Heiti Std B" pitchFamily="34" charset="-128"/>
              </a:endParaRPr>
            </a:p>
          </p:txBody>
        </p:sp>
        <p:cxnSp>
          <p:nvCxnSpPr>
            <p:cNvPr id="51" name="50 Conector recto"/>
            <p:cNvCxnSpPr/>
            <p:nvPr/>
          </p:nvCxnSpPr>
          <p:spPr bwMode="auto">
            <a:xfrm>
              <a:off x="2083387" y="4108739"/>
              <a:ext cx="0" cy="1590963"/>
            </a:xfrm>
            <a:prstGeom prst="line">
              <a:avLst/>
            </a:prstGeom>
            <a:ln>
              <a:headEnd type="none" w="med" len="med"/>
              <a:tailEnd type="none" w="med" len="med"/>
            </a:ln>
          </p:spPr>
          <p:style>
            <a:lnRef idx="3">
              <a:schemeClr val="accent3"/>
            </a:lnRef>
            <a:fillRef idx="0">
              <a:schemeClr val="accent3"/>
            </a:fillRef>
            <a:effectRef idx="2">
              <a:schemeClr val="accent3"/>
            </a:effectRef>
            <a:fontRef idx="minor">
              <a:schemeClr val="tx1"/>
            </a:fontRef>
          </p:style>
        </p:cxnSp>
        <p:sp>
          <p:nvSpPr>
            <p:cNvPr id="52" name="Rectangle 3"/>
            <p:cNvSpPr txBox="1">
              <a:spLocks noChangeArrowheads="1"/>
            </p:cNvSpPr>
            <p:nvPr/>
          </p:nvSpPr>
          <p:spPr bwMode="auto">
            <a:xfrm>
              <a:off x="395536" y="4031958"/>
              <a:ext cx="1728193"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2">
                      <a:lumMod val="20000"/>
                      <a:lumOff val="80000"/>
                    </a:schemeClr>
                  </a:solidFill>
                  <a:latin typeface="Adobe Fan Heiti Std B" pitchFamily="34" charset="-128"/>
                  <a:ea typeface="Adobe Fan Heiti Std B" pitchFamily="34" charset="-128"/>
                </a:rPr>
                <a:t>atributos</a:t>
              </a:r>
              <a:endParaRPr lang="en-US" sz="1600" kern="0" dirty="0">
                <a:solidFill>
                  <a:schemeClr val="accent2">
                    <a:lumMod val="20000"/>
                    <a:lumOff val="80000"/>
                  </a:schemeClr>
                </a:solidFill>
                <a:latin typeface="Adobe Fan Heiti Std B" pitchFamily="34" charset="-128"/>
                <a:ea typeface="Adobe Fan Heiti Std B" pitchFamily="34" charset="-128"/>
              </a:endParaRPr>
            </a:p>
          </p:txBody>
        </p:sp>
      </p:grpSp>
      <p:sp>
        <p:nvSpPr>
          <p:cNvPr id="117" name="1 Título"/>
          <p:cNvSpPr>
            <a:spLocks noGrp="1"/>
          </p:cNvSpPr>
          <p:nvPr>
            <p:ph type="title"/>
          </p:nvPr>
        </p:nvSpPr>
        <p:spPr>
          <a:xfrm>
            <a:off x="542924" y="53975"/>
            <a:ext cx="7989515" cy="563563"/>
          </a:xfrm>
        </p:spPr>
        <p:txBody>
          <a:bodyPr/>
          <a:lstStyle/>
          <a:p>
            <a:r>
              <a:rPr lang="es-ES" dirty="0"/>
              <a:t>Concepto de Herencia</a:t>
            </a:r>
          </a:p>
        </p:txBody>
      </p:sp>
      <p:grpSp>
        <p:nvGrpSpPr>
          <p:cNvPr id="31" name="30 Grupo"/>
          <p:cNvGrpSpPr/>
          <p:nvPr/>
        </p:nvGrpSpPr>
        <p:grpSpPr>
          <a:xfrm>
            <a:off x="2222760" y="836712"/>
            <a:ext cx="4320480" cy="2163167"/>
            <a:chOff x="2195736" y="977801"/>
            <a:chExt cx="4320480" cy="2163167"/>
          </a:xfrm>
        </p:grpSpPr>
        <p:sp>
          <p:nvSpPr>
            <p:cNvPr id="26" name="25 Rectángulo redondeado"/>
            <p:cNvSpPr/>
            <p:nvPr/>
          </p:nvSpPr>
          <p:spPr bwMode="auto">
            <a:xfrm>
              <a:off x="2195736" y="1412776"/>
              <a:ext cx="4320480" cy="1368152"/>
            </a:xfrm>
            <a:prstGeom prst="roundRect">
              <a:avLst/>
            </a:prstGeom>
            <a:ln>
              <a:headEnd type="none" w="med" len="med"/>
              <a:tailEnd type="none" w="med" len="me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0" name="Rectangle 3"/>
            <p:cNvSpPr txBox="1">
              <a:spLocks noChangeArrowheads="1"/>
            </p:cNvSpPr>
            <p:nvPr/>
          </p:nvSpPr>
          <p:spPr bwMode="auto">
            <a:xfrm>
              <a:off x="2195736" y="977801"/>
              <a:ext cx="432048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a:t>Persona</a:t>
              </a:r>
            </a:p>
          </p:txBody>
        </p:sp>
        <p:sp>
          <p:nvSpPr>
            <p:cNvPr id="41" name="Rectangle 3"/>
            <p:cNvSpPr txBox="1">
              <a:spLocks noChangeArrowheads="1"/>
            </p:cNvSpPr>
            <p:nvPr/>
          </p:nvSpPr>
          <p:spPr bwMode="auto">
            <a:xfrm>
              <a:off x="2627783" y="1772816"/>
              <a:ext cx="1728193" cy="1368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err="1">
                  <a:latin typeface="Adobe Fan Heiti Std B" pitchFamily="34" charset="-128"/>
                  <a:ea typeface="Adobe Fan Heiti Std B" pitchFamily="34" charset="-128"/>
                </a:rPr>
                <a:t>dni</a:t>
              </a:r>
              <a:endParaRPr lang="en-US" sz="1400" kern="0" dirty="0">
                <a:latin typeface="Adobe Fan Heiti Std B" pitchFamily="34" charset="-128"/>
                <a:ea typeface="Adobe Fan Heiti Std B" pitchFamily="34" charset="-128"/>
              </a:endParaRPr>
            </a:p>
            <a:p>
              <a:pPr marL="0" indent="0">
                <a:buNone/>
              </a:pPr>
              <a:r>
                <a:rPr lang="en-US" sz="1400" kern="0" dirty="0" err="1">
                  <a:latin typeface="Adobe Fan Heiti Std B" pitchFamily="34" charset="-128"/>
                  <a:ea typeface="Adobe Fan Heiti Std B" pitchFamily="34" charset="-128"/>
                </a:rPr>
                <a:t>nombre</a:t>
              </a:r>
              <a:endParaRPr lang="en-US" sz="1400" kern="0" dirty="0">
                <a:latin typeface="Adobe Fan Heiti Std B" pitchFamily="34" charset="-128"/>
                <a:ea typeface="Adobe Fan Heiti Std B" pitchFamily="34" charset="-128"/>
              </a:endParaRPr>
            </a:p>
            <a:p>
              <a:pPr marL="0" indent="0">
                <a:buNone/>
              </a:pPr>
              <a:r>
                <a:rPr lang="en-US" sz="1400" kern="0" dirty="0" err="1">
                  <a:latin typeface="Adobe Fan Heiti Std B" pitchFamily="34" charset="-128"/>
                  <a:ea typeface="Adobe Fan Heiti Std B" pitchFamily="34" charset="-128"/>
                </a:rPr>
                <a:t>movil</a:t>
              </a:r>
              <a:endParaRPr lang="en-US" sz="1400" kern="0" dirty="0">
                <a:latin typeface="Adobe Fan Heiti Std B" pitchFamily="34" charset="-128"/>
                <a:ea typeface="Adobe Fan Heiti Std B" pitchFamily="34" charset="-128"/>
              </a:endParaRPr>
            </a:p>
          </p:txBody>
        </p:sp>
        <p:sp>
          <p:nvSpPr>
            <p:cNvPr id="42" name="Rectangle 3"/>
            <p:cNvSpPr txBox="1">
              <a:spLocks noChangeArrowheads="1"/>
            </p:cNvSpPr>
            <p:nvPr/>
          </p:nvSpPr>
          <p:spPr bwMode="auto">
            <a:xfrm>
              <a:off x="4603221" y="1772816"/>
              <a:ext cx="1728193" cy="1368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latin typeface="Adobe Fan Heiti Std B" pitchFamily="34" charset="-128"/>
                  <a:ea typeface="Adobe Fan Heiti Std B" pitchFamily="34" charset="-128"/>
                </a:rPr>
                <a:t>constructor</a:t>
              </a:r>
            </a:p>
            <a:p>
              <a:pPr marL="0" indent="0">
                <a:buNone/>
              </a:pPr>
              <a:r>
                <a:rPr lang="en-US" sz="1400" kern="0" dirty="0">
                  <a:latin typeface="Adobe Fan Heiti Std B" pitchFamily="34" charset="-128"/>
                  <a:ea typeface="Adobe Fan Heiti Std B" pitchFamily="34" charset="-128"/>
                </a:rPr>
                <a:t>getters y setters</a:t>
              </a:r>
            </a:p>
            <a:p>
              <a:pPr marL="0" indent="0">
                <a:buNone/>
              </a:pPr>
              <a:r>
                <a:rPr lang="en-US" sz="1400" kern="0" dirty="0" err="1">
                  <a:latin typeface="Adobe Fan Heiti Std B" pitchFamily="34" charset="-128"/>
                  <a:ea typeface="Adobe Fan Heiti Std B" pitchFamily="34" charset="-128"/>
                </a:rPr>
                <a:t>mostrarMovil</a:t>
              </a:r>
              <a:endParaRPr lang="en-US" sz="1400" kern="0" dirty="0">
                <a:latin typeface="Adobe Fan Heiti Std B" pitchFamily="34" charset="-128"/>
                <a:ea typeface="Adobe Fan Heiti Std B" pitchFamily="34" charset="-128"/>
              </a:endParaRPr>
            </a:p>
          </p:txBody>
        </p:sp>
        <p:cxnSp>
          <p:nvCxnSpPr>
            <p:cNvPr id="29" name="28 Conector recto"/>
            <p:cNvCxnSpPr/>
            <p:nvPr/>
          </p:nvCxnSpPr>
          <p:spPr bwMode="auto">
            <a:xfrm>
              <a:off x="4355976" y="1529898"/>
              <a:ext cx="0" cy="1032350"/>
            </a:xfrm>
            <a:prstGeom prst="line">
              <a:avLst/>
            </a:prstGeom>
            <a:ln>
              <a:headEnd type="none" w="med" len="med"/>
              <a:tailEnd type="none" w="med" len="med"/>
            </a:ln>
          </p:spPr>
          <p:style>
            <a:lnRef idx="3">
              <a:schemeClr val="accent3"/>
            </a:lnRef>
            <a:fillRef idx="0">
              <a:schemeClr val="accent3"/>
            </a:fillRef>
            <a:effectRef idx="2">
              <a:schemeClr val="accent3"/>
            </a:effectRef>
            <a:fontRef idx="minor">
              <a:schemeClr val="tx1"/>
            </a:fontRef>
          </p:style>
        </p:cxnSp>
        <p:sp>
          <p:nvSpPr>
            <p:cNvPr id="45" name="Rectangle 3"/>
            <p:cNvSpPr txBox="1">
              <a:spLocks noChangeArrowheads="1"/>
            </p:cNvSpPr>
            <p:nvPr/>
          </p:nvSpPr>
          <p:spPr bwMode="auto">
            <a:xfrm>
              <a:off x="2483768" y="1426223"/>
              <a:ext cx="1728193"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2">
                      <a:lumMod val="20000"/>
                      <a:lumOff val="80000"/>
                    </a:schemeClr>
                  </a:solidFill>
                  <a:latin typeface="Adobe Fan Heiti Std B" pitchFamily="34" charset="-128"/>
                  <a:ea typeface="Adobe Fan Heiti Std B" pitchFamily="34" charset="-128"/>
                </a:rPr>
                <a:t>atributos</a:t>
              </a:r>
              <a:endParaRPr lang="en-US" sz="1600" kern="0" dirty="0">
                <a:solidFill>
                  <a:schemeClr val="accent2">
                    <a:lumMod val="20000"/>
                    <a:lumOff val="80000"/>
                  </a:schemeClr>
                </a:solidFill>
                <a:latin typeface="Adobe Fan Heiti Std B" pitchFamily="34" charset="-128"/>
                <a:ea typeface="Adobe Fan Heiti Std B" pitchFamily="34" charset="-128"/>
              </a:endParaRPr>
            </a:p>
          </p:txBody>
        </p:sp>
        <p:sp>
          <p:nvSpPr>
            <p:cNvPr id="46" name="Rectangle 3"/>
            <p:cNvSpPr txBox="1">
              <a:spLocks noChangeArrowheads="1"/>
            </p:cNvSpPr>
            <p:nvPr/>
          </p:nvSpPr>
          <p:spPr bwMode="auto">
            <a:xfrm>
              <a:off x="4499991" y="1431540"/>
              <a:ext cx="1728193"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2">
                      <a:lumMod val="20000"/>
                      <a:lumOff val="80000"/>
                    </a:schemeClr>
                  </a:solidFill>
                  <a:latin typeface="Adobe Fan Heiti Std B" pitchFamily="34" charset="-128"/>
                  <a:ea typeface="Adobe Fan Heiti Std B" pitchFamily="34" charset="-128"/>
                </a:rPr>
                <a:t>metodos</a:t>
              </a:r>
              <a:endParaRPr lang="en-US" sz="1600" kern="0" dirty="0">
                <a:solidFill>
                  <a:schemeClr val="accent2">
                    <a:lumMod val="20000"/>
                    <a:lumOff val="80000"/>
                  </a:schemeClr>
                </a:solidFill>
                <a:latin typeface="Adobe Fan Heiti Std B" pitchFamily="34" charset="-128"/>
                <a:ea typeface="Adobe Fan Heiti Std B" pitchFamily="34" charset="-128"/>
              </a:endParaRPr>
            </a:p>
          </p:txBody>
        </p:sp>
      </p:grpSp>
      <p:sp>
        <p:nvSpPr>
          <p:cNvPr id="50" name="Rectangle 3"/>
          <p:cNvSpPr txBox="1">
            <a:spLocks noChangeArrowheads="1"/>
          </p:cNvSpPr>
          <p:nvPr/>
        </p:nvSpPr>
        <p:spPr bwMode="auto">
          <a:xfrm>
            <a:off x="4383000" y="4647424"/>
            <a:ext cx="2088232" cy="1368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rgbClr val="FF3300"/>
                </a:solidFill>
                <a:latin typeface="Adobe Fan Heiti Std B" pitchFamily="34" charset="-128"/>
                <a:ea typeface="Adobe Fan Heiti Std B" pitchFamily="34" charset="-128"/>
              </a:rPr>
              <a:t>constructor</a:t>
            </a:r>
          </a:p>
          <a:p>
            <a:pPr marL="0" indent="0">
              <a:buNone/>
            </a:pPr>
            <a:r>
              <a:rPr lang="en-US" sz="1400" kern="0" dirty="0">
                <a:latin typeface="Adobe Fan Heiti Std B" pitchFamily="34" charset="-128"/>
                <a:ea typeface="Adobe Fan Heiti Std B" pitchFamily="34" charset="-128"/>
              </a:rPr>
              <a:t>getters y setters ant.</a:t>
            </a:r>
          </a:p>
          <a:p>
            <a:pPr marL="0" indent="0">
              <a:buNone/>
            </a:pPr>
            <a:r>
              <a:rPr lang="en-US" sz="1400" kern="0" dirty="0" err="1">
                <a:solidFill>
                  <a:srgbClr val="FF3300"/>
                </a:solidFill>
                <a:latin typeface="Adobe Fan Heiti Std B" pitchFamily="34" charset="-128"/>
                <a:ea typeface="Adobe Fan Heiti Std B" pitchFamily="34" charset="-128"/>
              </a:rPr>
              <a:t>getSueldo</a:t>
            </a:r>
            <a:r>
              <a:rPr lang="en-US" sz="1400" kern="0" dirty="0">
                <a:solidFill>
                  <a:srgbClr val="FF3300"/>
                </a:solidFill>
                <a:latin typeface="Adobe Fan Heiti Std B" pitchFamily="34" charset="-128"/>
                <a:ea typeface="Adobe Fan Heiti Std B" pitchFamily="34" charset="-128"/>
              </a:rPr>
              <a:t> </a:t>
            </a:r>
            <a:r>
              <a:rPr lang="en-US" sz="1400" kern="0" dirty="0">
                <a:solidFill>
                  <a:schemeClr val="accent1"/>
                </a:solidFill>
                <a:latin typeface="Adobe Fan Heiti Std B" pitchFamily="34" charset="-128"/>
                <a:ea typeface="Adobe Fan Heiti Std B" pitchFamily="34" charset="-128"/>
              </a:rPr>
              <a:t>y</a:t>
            </a:r>
            <a:r>
              <a:rPr lang="en-US" sz="1400" kern="0" dirty="0">
                <a:solidFill>
                  <a:srgbClr val="FF3300"/>
                </a:solidFill>
                <a:latin typeface="Adobe Fan Heiti Std B" pitchFamily="34" charset="-128"/>
                <a:ea typeface="Adobe Fan Heiti Std B" pitchFamily="34" charset="-128"/>
              </a:rPr>
              <a:t> </a:t>
            </a:r>
            <a:r>
              <a:rPr lang="en-US" sz="1400" kern="0" dirty="0" err="1">
                <a:solidFill>
                  <a:srgbClr val="FF3300"/>
                </a:solidFill>
                <a:latin typeface="Adobe Fan Heiti Std B" pitchFamily="34" charset="-128"/>
                <a:ea typeface="Adobe Fan Heiti Std B" pitchFamily="34" charset="-128"/>
              </a:rPr>
              <a:t>setSueldo</a:t>
            </a:r>
            <a:endParaRPr lang="en-US" sz="1400" kern="0" dirty="0">
              <a:solidFill>
                <a:schemeClr val="accent1"/>
              </a:solidFill>
              <a:latin typeface="Adobe Fan Heiti Std B" pitchFamily="34" charset="-128"/>
              <a:ea typeface="Adobe Fan Heiti Std B" pitchFamily="34" charset="-128"/>
            </a:endParaRPr>
          </a:p>
          <a:p>
            <a:pPr marL="0" indent="0">
              <a:buNone/>
            </a:pPr>
            <a:r>
              <a:rPr lang="en-US" sz="1400" kern="0" dirty="0" err="1">
                <a:solidFill>
                  <a:srgbClr val="FF3300"/>
                </a:solidFill>
                <a:latin typeface="Adobe Fan Heiti Std B" pitchFamily="34" charset="-128"/>
                <a:ea typeface="Adobe Fan Heiti Std B" pitchFamily="34" charset="-128"/>
              </a:rPr>
              <a:t>getMovilE</a:t>
            </a:r>
            <a:r>
              <a:rPr lang="en-US" sz="1400" kern="0" dirty="0">
                <a:solidFill>
                  <a:srgbClr val="FF3300"/>
                </a:solidFill>
                <a:latin typeface="Adobe Fan Heiti Std B" pitchFamily="34" charset="-128"/>
                <a:ea typeface="Adobe Fan Heiti Std B" pitchFamily="34" charset="-128"/>
              </a:rPr>
              <a:t>  </a:t>
            </a:r>
            <a:r>
              <a:rPr lang="en-US" sz="1400" kern="0" dirty="0">
                <a:solidFill>
                  <a:schemeClr val="accent1"/>
                </a:solidFill>
                <a:latin typeface="Adobe Fan Heiti Std B" pitchFamily="34" charset="-128"/>
                <a:ea typeface="Adobe Fan Heiti Std B" pitchFamily="34" charset="-128"/>
              </a:rPr>
              <a:t>y</a:t>
            </a:r>
            <a:r>
              <a:rPr lang="en-US" sz="1400" kern="0" dirty="0">
                <a:solidFill>
                  <a:srgbClr val="FFC000"/>
                </a:solidFill>
                <a:latin typeface="Adobe Fan Heiti Std B" pitchFamily="34" charset="-128"/>
                <a:ea typeface="Adobe Fan Heiti Std B" pitchFamily="34" charset="-128"/>
              </a:rPr>
              <a:t> </a:t>
            </a:r>
            <a:r>
              <a:rPr lang="en-US" sz="1400" kern="0" dirty="0" err="1">
                <a:solidFill>
                  <a:srgbClr val="FF3300"/>
                </a:solidFill>
                <a:latin typeface="Adobe Fan Heiti Std B" pitchFamily="34" charset="-128"/>
                <a:ea typeface="Adobe Fan Heiti Std B" pitchFamily="34" charset="-128"/>
              </a:rPr>
              <a:t>setMovilE</a:t>
            </a:r>
            <a:endParaRPr lang="en-US" sz="1400" kern="0" dirty="0">
              <a:latin typeface="Adobe Fan Heiti Std B" pitchFamily="34" charset="-128"/>
              <a:ea typeface="Adobe Fan Heiti Std B" pitchFamily="34" charset="-128"/>
            </a:endParaRPr>
          </a:p>
          <a:p>
            <a:pPr marL="0" indent="0">
              <a:buNone/>
            </a:pPr>
            <a:r>
              <a:rPr lang="en-US" sz="1400" kern="0" dirty="0" err="1">
                <a:solidFill>
                  <a:srgbClr val="FF3300"/>
                </a:solidFill>
                <a:latin typeface="Adobe Fan Heiti Std B" pitchFamily="34" charset="-128"/>
                <a:ea typeface="Adobe Fan Heiti Std B" pitchFamily="34" charset="-128"/>
              </a:rPr>
              <a:t>mostrarMovil</a:t>
            </a:r>
            <a:endParaRPr lang="en-US" sz="1400" kern="0" dirty="0">
              <a:solidFill>
                <a:srgbClr val="FF3300"/>
              </a:solidFill>
              <a:latin typeface="Adobe Fan Heiti Std B" pitchFamily="34" charset="-128"/>
              <a:ea typeface="Adobe Fan Heiti Std B" pitchFamily="34" charset="-128"/>
            </a:endParaRPr>
          </a:p>
        </p:txBody>
      </p:sp>
      <p:sp>
        <p:nvSpPr>
          <p:cNvPr id="53" name="Rectangle 3"/>
          <p:cNvSpPr txBox="1">
            <a:spLocks noChangeArrowheads="1"/>
          </p:cNvSpPr>
          <p:nvPr/>
        </p:nvSpPr>
        <p:spPr bwMode="auto">
          <a:xfrm>
            <a:off x="4423341" y="4306148"/>
            <a:ext cx="1728193"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2">
                    <a:lumMod val="20000"/>
                    <a:lumOff val="80000"/>
                  </a:schemeClr>
                </a:solidFill>
                <a:latin typeface="Adobe Fan Heiti Std B" pitchFamily="34" charset="-128"/>
                <a:ea typeface="Adobe Fan Heiti Std B" pitchFamily="34" charset="-128"/>
              </a:rPr>
              <a:t>metodos</a:t>
            </a:r>
            <a:endParaRPr lang="en-US" sz="1600" kern="0" dirty="0">
              <a:solidFill>
                <a:schemeClr val="accent2">
                  <a:lumMod val="20000"/>
                  <a:lumOff val="80000"/>
                </a:schemeClr>
              </a:solidFill>
              <a:latin typeface="Adobe Fan Heiti Std B" pitchFamily="34" charset="-128"/>
              <a:ea typeface="Adobe Fan Heiti Std B" pitchFamily="34" charset="-128"/>
            </a:endParaRPr>
          </a:p>
        </p:txBody>
      </p:sp>
      <p:sp>
        <p:nvSpPr>
          <p:cNvPr id="67" name="Rectangle 3"/>
          <p:cNvSpPr txBox="1">
            <a:spLocks noChangeArrowheads="1"/>
          </p:cNvSpPr>
          <p:nvPr/>
        </p:nvSpPr>
        <p:spPr bwMode="auto">
          <a:xfrm>
            <a:off x="2695148" y="5421292"/>
            <a:ext cx="1728193" cy="770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err="1">
                <a:solidFill>
                  <a:srgbClr val="FF3300"/>
                </a:solidFill>
                <a:latin typeface="Adobe Fan Heiti Std B" pitchFamily="34" charset="-128"/>
                <a:ea typeface="Adobe Fan Heiti Std B" pitchFamily="34" charset="-128"/>
              </a:rPr>
              <a:t>sueldo</a:t>
            </a:r>
            <a:endParaRPr lang="en-US" sz="1400" kern="0" dirty="0">
              <a:solidFill>
                <a:srgbClr val="FF3300"/>
              </a:solidFill>
              <a:latin typeface="Adobe Fan Heiti Std B" pitchFamily="34" charset="-128"/>
              <a:ea typeface="Adobe Fan Heiti Std B" pitchFamily="34" charset="-128"/>
            </a:endParaRPr>
          </a:p>
          <a:p>
            <a:pPr marL="0" indent="0">
              <a:buNone/>
            </a:pPr>
            <a:r>
              <a:rPr lang="en-US" sz="1400" kern="0" dirty="0" err="1">
                <a:solidFill>
                  <a:srgbClr val="FF3300"/>
                </a:solidFill>
                <a:latin typeface="Adobe Fan Heiti Std B" pitchFamily="34" charset="-128"/>
                <a:ea typeface="Adobe Fan Heiti Std B" pitchFamily="34" charset="-128"/>
              </a:rPr>
              <a:t>movilE</a:t>
            </a:r>
            <a:endParaRPr lang="en-US" sz="1400" kern="0" dirty="0">
              <a:solidFill>
                <a:srgbClr val="FF3300"/>
              </a:solidFill>
              <a:latin typeface="Adobe Fan Heiti Std B" pitchFamily="34" charset="-128"/>
              <a:ea typeface="Adobe Fan Heiti Std B" pitchFamily="34" charset="-128"/>
            </a:endParaRPr>
          </a:p>
        </p:txBody>
      </p:sp>
      <p:sp>
        <p:nvSpPr>
          <p:cNvPr id="27" name="26 CuadroTexto"/>
          <p:cNvSpPr txBox="1"/>
          <p:nvPr/>
        </p:nvSpPr>
        <p:spPr>
          <a:xfrm>
            <a:off x="179512" y="1590162"/>
            <a:ext cx="1832553" cy="830997"/>
          </a:xfrm>
          <a:prstGeom prst="rect">
            <a:avLst/>
          </a:prstGeom>
          <a:noFill/>
        </p:spPr>
        <p:txBody>
          <a:bodyPr wrap="none" rtlCol="0">
            <a:spAutoFit/>
          </a:bodyPr>
          <a:lstStyle/>
          <a:p>
            <a:pPr algn="ctr"/>
            <a:r>
              <a:rPr lang="es-ES" sz="2400" b="1" i="1" dirty="0" err="1">
                <a:solidFill>
                  <a:srgbClr val="FF6600"/>
                </a:solidFill>
                <a:latin typeface="Script MT Bold" pitchFamily="66" charset="0"/>
              </a:rPr>
              <a:t>SuperClase</a:t>
            </a:r>
            <a:endParaRPr lang="es-ES" sz="2400" b="1" i="1" dirty="0">
              <a:solidFill>
                <a:srgbClr val="FF6600"/>
              </a:solidFill>
              <a:latin typeface="Script MT Bold" pitchFamily="66" charset="0"/>
            </a:endParaRPr>
          </a:p>
          <a:p>
            <a:pPr algn="ctr"/>
            <a:r>
              <a:rPr lang="es-ES" sz="2400" b="1" i="1" dirty="0">
                <a:solidFill>
                  <a:schemeClr val="tx1">
                    <a:lumMod val="60000"/>
                    <a:lumOff val="40000"/>
                  </a:schemeClr>
                </a:solidFill>
                <a:latin typeface="Script MT Bold" pitchFamily="66" charset="0"/>
              </a:rPr>
              <a:t>de  Empleado</a:t>
            </a:r>
          </a:p>
        </p:txBody>
      </p:sp>
      <p:sp>
        <p:nvSpPr>
          <p:cNvPr id="28" name="27 CuadroTexto"/>
          <p:cNvSpPr txBox="1"/>
          <p:nvPr/>
        </p:nvSpPr>
        <p:spPr>
          <a:xfrm>
            <a:off x="403765" y="4845721"/>
            <a:ext cx="1592872" cy="830997"/>
          </a:xfrm>
          <a:prstGeom prst="rect">
            <a:avLst/>
          </a:prstGeom>
          <a:noFill/>
        </p:spPr>
        <p:txBody>
          <a:bodyPr wrap="none" rtlCol="0">
            <a:spAutoFit/>
          </a:bodyPr>
          <a:lstStyle/>
          <a:p>
            <a:pPr algn="ctr"/>
            <a:r>
              <a:rPr lang="es-ES" sz="2400" b="1" i="1" dirty="0" err="1">
                <a:solidFill>
                  <a:srgbClr val="FF6600"/>
                </a:solidFill>
                <a:latin typeface="Script MT Bold" pitchFamily="66" charset="0"/>
              </a:rPr>
              <a:t>SubClase</a:t>
            </a:r>
            <a:endParaRPr lang="es-ES" sz="2400" b="1" i="1" dirty="0">
              <a:solidFill>
                <a:srgbClr val="FF6600"/>
              </a:solidFill>
              <a:latin typeface="Script MT Bold" pitchFamily="66" charset="0"/>
            </a:endParaRPr>
          </a:p>
          <a:p>
            <a:pPr algn="ctr"/>
            <a:r>
              <a:rPr lang="es-ES" sz="2400" b="1" i="1" dirty="0">
                <a:solidFill>
                  <a:schemeClr val="tx1">
                    <a:lumMod val="60000"/>
                    <a:lumOff val="40000"/>
                  </a:schemeClr>
                </a:solidFill>
                <a:latin typeface="Script MT Bold" pitchFamily="66" charset="0"/>
              </a:rPr>
              <a:t>de  Persona</a:t>
            </a:r>
          </a:p>
        </p:txBody>
      </p:sp>
      <p:sp>
        <p:nvSpPr>
          <p:cNvPr id="30" name="29 CuadroTexto"/>
          <p:cNvSpPr txBox="1"/>
          <p:nvPr/>
        </p:nvSpPr>
        <p:spPr>
          <a:xfrm>
            <a:off x="4966225" y="2904255"/>
            <a:ext cx="1585690" cy="830997"/>
          </a:xfrm>
          <a:prstGeom prst="rect">
            <a:avLst/>
          </a:prstGeom>
          <a:noFill/>
        </p:spPr>
        <p:txBody>
          <a:bodyPr wrap="none" rtlCol="0">
            <a:spAutoFit/>
          </a:bodyPr>
          <a:lstStyle/>
          <a:p>
            <a:pPr algn="ctr"/>
            <a:r>
              <a:rPr lang="es-ES" sz="2400" b="1" i="1" dirty="0">
                <a:solidFill>
                  <a:srgbClr val="FF6600"/>
                </a:solidFill>
                <a:latin typeface="Script MT Bold" pitchFamily="66" charset="0"/>
              </a:rPr>
              <a:t>Extiende a..</a:t>
            </a:r>
          </a:p>
          <a:p>
            <a:pPr algn="ctr"/>
            <a:r>
              <a:rPr lang="es-ES" sz="2400" b="1" i="1" dirty="0">
                <a:solidFill>
                  <a:srgbClr val="FF6600"/>
                </a:solidFill>
                <a:latin typeface="Script MT Bold" pitchFamily="66" charset="0"/>
              </a:rPr>
              <a:t>Hereda de..</a:t>
            </a:r>
          </a:p>
        </p:txBody>
      </p:sp>
      <p:grpSp>
        <p:nvGrpSpPr>
          <p:cNvPr id="2" name="1 Grupo"/>
          <p:cNvGrpSpPr/>
          <p:nvPr/>
        </p:nvGrpSpPr>
        <p:grpSpPr>
          <a:xfrm>
            <a:off x="6908691" y="2771828"/>
            <a:ext cx="2020780" cy="2313356"/>
            <a:chOff x="6908691" y="2771828"/>
            <a:chExt cx="2020780" cy="2313356"/>
          </a:xfrm>
        </p:grpSpPr>
        <p:sp>
          <p:nvSpPr>
            <p:cNvPr id="7" name="6 Rectángulo"/>
            <p:cNvSpPr/>
            <p:nvPr/>
          </p:nvSpPr>
          <p:spPr bwMode="auto">
            <a:xfrm>
              <a:off x="6908691" y="2771828"/>
              <a:ext cx="2020780" cy="2313356"/>
            </a:xfrm>
            <a:prstGeom prst="rect">
              <a:avLst/>
            </a:prstGeom>
            <a:gradFill>
              <a:gsLst>
                <a:gs pos="0">
                  <a:srgbClr val="FFDB69"/>
                </a:gs>
                <a:gs pos="100000">
                  <a:srgbClr val="FCEBC0"/>
                </a:gs>
              </a:gsLst>
            </a:gradFill>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gradFill>
                  <a:gsLst>
                    <a:gs pos="0">
                      <a:srgbClr val="82C836"/>
                    </a:gs>
                    <a:gs pos="100000">
                      <a:schemeClr val="tx2">
                        <a:lumMod val="20000"/>
                        <a:lumOff val="80000"/>
                      </a:schemeClr>
                    </a:gs>
                  </a:gsLst>
                  <a:lin ang="5400000" scaled="0"/>
                </a:gradFill>
                <a:effectLst/>
                <a:latin typeface="Arial" charset="0"/>
              </a:endParaRPr>
            </a:p>
          </p:txBody>
        </p:sp>
        <p:sp>
          <p:nvSpPr>
            <p:cNvPr id="32" name="31 CuadroTexto"/>
            <p:cNvSpPr txBox="1"/>
            <p:nvPr/>
          </p:nvSpPr>
          <p:spPr>
            <a:xfrm>
              <a:off x="6908691" y="2934873"/>
              <a:ext cx="2020780" cy="2062103"/>
            </a:xfrm>
            <a:prstGeom prst="rect">
              <a:avLst/>
            </a:prstGeom>
            <a:noFill/>
          </p:spPr>
          <p:txBody>
            <a:bodyPr wrap="square" rtlCol="0">
              <a:spAutoFit/>
            </a:bodyPr>
            <a:lstStyle/>
            <a:p>
              <a:pPr algn="ctr"/>
              <a:r>
                <a:rPr lang="es-ES" sz="1600" b="1" dirty="0">
                  <a:solidFill>
                    <a:srgbClr val="003300"/>
                  </a:solidFill>
                  <a:latin typeface="Adobe Gothic Std B" pitchFamily="34" charset="-128"/>
                  <a:ea typeface="Adobe Gothic Std B" pitchFamily="34" charset="-128"/>
                </a:rPr>
                <a:t>ventajas de la </a:t>
              </a:r>
            </a:p>
            <a:p>
              <a:pPr algn="ctr"/>
              <a:r>
                <a:rPr lang="es-ES" sz="1600" b="1" dirty="0">
                  <a:solidFill>
                    <a:srgbClr val="FF6600"/>
                  </a:solidFill>
                  <a:latin typeface="Adobe Gothic Std B" pitchFamily="34" charset="-128"/>
                  <a:ea typeface="Adobe Gothic Std B" pitchFamily="34" charset="-128"/>
                </a:rPr>
                <a:t>REUTILIZACION</a:t>
              </a:r>
            </a:p>
            <a:p>
              <a:pPr algn="ctr"/>
              <a:endParaRPr lang="es-ES" sz="1600" b="1" dirty="0">
                <a:latin typeface="Adobe Gothic Std B" pitchFamily="34" charset="-128"/>
                <a:ea typeface="Adobe Gothic Std B" pitchFamily="34" charset="-128"/>
              </a:endParaRPr>
            </a:p>
            <a:p>
              <a:pPr algn="ctr"/>
              <a:r>
                <a:rPr lang="es-ES" sz="1600" b="1" dirty="0">
                  <a:solidFill>
                    <a:srgbClr val="00B050"/>
                  </a:solidFill>
                  <a:latin typeface="Adobe Gothic Std B" pitchFamily="34" charset="-128"/>
                  <a:ea typeface="Adobe Gothic Std B" pitchFamily="34" charset="-128"/>
                </a:rPr>
                <a:t>Ahorro Tiempo</a:t>
              </a:r>
            </a:p>
            <a:p>
              <a:pPr algn="ctr"/>
              <a:r>
                <a:rPr lang="es-ES" sz="1600" b="1" dirty="0">
                  <a:solidFill>
                    <a:srgbClr val="00B050"/>
                  </a:solidFill>
                  <a:latin typeface="Adobe Gothic Std B" pitchFamily="34" charset="-128"/>
                  <a:ea typeface="Adobe Gothic Std B" pitchFamily="34" charset="-128"/>
                </a:rPr>
                <a:t>Código Probado</a:t>
              </a:r>
            </a:p>
            <a:p>
              <a:pPr algn="ctr"/>
              <a:r>
                <a:rPr lang="es-ES" sz="1600" b="1" dirty="0">
                  <a:solidFill>
                    <a:srgbClr val="00B050"/>
                  </a:solidFill>
                  <a:latin typeface="Adobe Gothic Std B" pitchFamily="34" charset="-128"/>
                  <a:ea typeface="Adobe Gothic Std B" pitchFamily="34" charset="-128"/>
                </a:rPr>
                <a:t>Sin Código Fuente</a:t>
              </a:r>
            </a:p>
            <a:p>
              <a:pPr algn="ctr"/>
              <a:r>
                <a:rPr lang="es-ES" sz="1600" b="1" dirty="0">
                  <a:solidFill>
                    <a:srgbClr val="00B050"/>
                  </a:solidFill>
                  <a:latin typeface="Adobe Gothic Std B" pitchFamily="34" charset="-128"/>
                  <a:ea typeface="Adobe Gothic Std B" pitchFamily="34" charset="-128"/>
                </a:rPr>
                <a:t>Hereda mejoras</a:t>
              </a:r>
            </a:p>
            <a:p>
              <a:pPr algn="ctr"/>
              <a:endParaRPr lang="es-ES" sz="1600" b="1" dirty="0">
                <a:solidFill>
                  <a:srgbClr val="00B050"/>
                </a:solidFill>
                <a:latin typeface="Adobe Gothic Std B" pitchFamily="34" charset="-128"/>
                <a:ea typeface="Adobe Gothic Std B" pitchFamily="34" charset="-128"/>
              </a:endParaRPr>
            </a:p>
          </p:txBody>
        </p:sp>
      </p:grpSp>
      <p:sp>
        <p:nvSpPr>
          <p:cNvPr id="6" name="5 Flecha a la derecha con bandas"/>
          <p:cNvSpPr/>
          <p:nvPr/>
        </p:nvSpPr>
        <p:spPr bwMode="auto">
          <a:xfrm rot="16200000">
            <a:off x="3847499" y="2901234"/>
            <a:ext cx="1071001" cy="812189"/>
          </a:xfrm>
          <a:prstGeom prst="striped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4" name="33 CuadroTexto"/>
          <p:cNvSpPr txBox="1"/>
          <p:nvPr/>
        </p:nvSpPr>
        <p:spPr>
          <a:xfrm>
            <a:off x="1650717" y="2904255"/>
            <a:ext cx="2541530" cy="830997"/>
          </a:xfrm>
          <a:prstGeom prst="rect">
            <a:avLst/>
          </a:prstGeom>
          <a:noFill/>
        </p:spPr>
        <p:txBody>
          <a:bodyPr wrap="none" rtlCol="0">
            <a:spAutoFit/>
          </a:bodyPr>
          <a:lstStyle/>
          <a:p>
            <a:pPr algn="ctr"/>
            <a:r>
              <a:rPr lang="es-ES" sz="2400" b="1" i="1" dirty="0">
                <a:solidFill>
                  <a:srgbClr val="FF6600"/>
                </a:solidFill>
                <a:latin typeface="Script MT Bold" pitchFamily="66" charset="0"/>
              </a:rPr>
              <a:t>Reutilizar…</a:t>
            </a:r>
          </a:p>
          <a:p>
            <a:pPr algn="ctr"/>
            <a:r>
              <a:rPr lang="es-ES" sz="2400" b="1" i="1" dirty="0">
                <a:solidFill>
                  <a:srgbClr val="FF6600"/>
                </a:solidFill>
                <a:latin typeface="Script MT Bold" pitchFamily="66" charset="0"/>
              </a:rPr>
              <a:t>Definir en base a…</a:t>
            </a:r>
          </a:p>
        </p:txBody>
      </p:sp>
      <p:sp>
        <p:nvSpPr>
          <p:cNvPr id="35" name="34 CuadroTexto"/>
          <p:cNvSpPr txBox="1"/>
          <p:nvPr/>
        </p:nvSpPr>
        <p:spPr>
          <a:xfrm>
            <a:off x="6682692" y="5186540"/>
            <a:ext cx="2035237" cy="461665"/>
          </a:xfrm>
          <a:prstGeom prst="rect">
            <a:avLst/>
          </a:prstGeom>
          <a:noFill/>
        </p:spPr>
        <p:txBody>
          <a:bodyPr wrap="none" rtlCol="0">
            <a:spAutoFit/>
          </a:bodyPr>
          <a:lstStyle/>
          <a:p>
            <a:pPr algn="ctr"/>
            <a:r>
              <a:rPr lang="es-ES" sz="2400" b="1" i="1" dirty="0">
                <a:solidFill>
                  <a:srgbClr val="FF6600"/>
                </a:solidFill>
                <a:latin typeface="Script MT Bold" pitchFamily="66" charset="0"/>
              </a:rPr>
              <a:t>Especialización</a:t>
            </a:r>
          </a:p>
        </p:txBody>
      </p:sp>
    </p:spTree>
    <p:extLst>
      <p:ext uri="{BB962C8B-B14F-4D97-AF65-F5344CB8AC3E}">
        <p14:creationId xmlns:p14="http://schemas.microsoft.com/office/powerpoint/2010/main" val="146680033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4"/>
                                        </p:tgtEl>
                                        <p:attrNameLst>
                                          <p:attrName>style.visibility</p:attrName>
                                        </p:attrNameLst>
                                      </p:cBhvr>
                                      <p:to>
                                        <p:strVal val="visible"/>
                                      </p:to>
                                    </p:set>
                                    <p:animEffect transition="in" filter="fade">
                                      <p:cBhvr>
                                        <p:cTn id="12" dur="500"/>
                                        <p:tgtEl>
                                          <p:spTgt spid="64"/>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67"/>
                                        </p:tgtEl>
                                        <p:attrNameLst>
                                          <p:attrName>style.visibility</p:attrName>
                                        </p:attrNameLst>
                                      </p:cBhvr>
                                      <p:to>
                                        <p:strVal val="visible"/>
                                      </p:to>
                                    </p:set>
                                    <p:anim calcmode="lin" valueType="num">
                                      <p:cBhvr>
                                        <p:cTn id="17" dur="500" fill="hold"/>
                                        <p:tgtEl>
                                          <p:spTgt spid="67"/>
                                        </p:tgtEl>
                                        <p:attrNameLst>
                                          <p:attrName>ppt_w</p:attrName>
                                        </p:attrNameLst>
                                      </p:cBhvr>
                                      <p:tavLst>
                                        <p:tav tm="0">
                                          <p:val>
                                            <p:fltVal val="0"/>
                                          </p:val>
                                        </p:tav>
                                        <p:tav tm="100000">
                                          <p:val>
                                            <p:strVal val="#ppt_w"/>
                                          </p:val>
                                        </p:tav>
                                      </p:tavLst>
                                    </p:anim>
                                    <p:anim calcmode="lin" valueType="num">
                                      <p:cBhvr>
                                        <p:cTn id="18" dur="500" fill="hold"/>
                                        <p:tgtEl>
                                          <p:spTgt spid="67"/>
                                        </p:tgtEl>
                                        <p:attrNameLst>
                                          <p:attrName>ppt_h</p:attrName>
                                        </p:attrNameLst>
                                      </p:cBhvr>
                                      <p:tavLst>
                                        <p:tav tm="0">
                                          <p:val>
                                            <p:fltVal val="0"/>
                                          </p:val>
                                        </p:tav>
                                        <p:tav tm="100000">
                                          <p:val>
                                            <p:strVal val="#ppt_h"/>
                                          </p:val>
                                        </p:tav>
                                      </p:tavLst>
                                    </p:anim>
                                    <p:animEffect transition="in" filter="fade">
                                      <p:cBhvr>
                                        <p:cTn id="19" dur="500"/>
                                        <p:tgtEl>
                                          <p:spTgt spid="67"/>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53"/>
                                        </p:tgtEl>
                                        <p:attrNameLst>
                                          <p:attrName>style.visibility</p:attrName>
                                        </p:attrNameLst>
                                      </p:cBhvr>
                                      <p:to>
                                        <p:strVal val="visible"/>
                                      </p:to>
                                    </p:set>
                                    <p:anim calcmode="lin" valueType="num">
                                      <p:cBhvr>
                                        <p:cTn id="24" dur="500" fill="hold"/>
                                        <p:tgtEl>
                                          <p:spTgt spid="53"/>
                                        </p:tgtEl>
                                        <p:attrNameLst>
                                          <p:attrName>ppt_w</p:attrName>
                                        </p:attrNameLst>
                                      </p:cBhvr>
                                      <p:tavLst>
                                        <p:tav tm="0">
                                          <p:val>
                                            <p:fltVal val="0"/>
                                          </p:val>
                                        </p:tav>
                                        <p:tav tm="100000">
                                          <p:val>
                                            <p:strVal val="#ppt_w"/>
                                          </p:val>
                                        </p:tav>
                                      </p:tavLst>
                                    </p:anim>
                                    <p:anim calcmode="lin" valueType="num">
                                      <p:cBhvr>
                                        <p:cTn id="25" dur="500" fill="hold"/>
                                        <p:tgtEl>
                                          <p:spTgt spid="53"/>
                                        </p:tgtEl>
                                        <p:attrNameLst>
                                          <p:attrName>ppt_h</p:attrName>
                                        </p:attrNameLst>
                                      </p:cBhvr>
                                      <p:tavLst>
                                        <p:tav tm="0">
                                          <p:val>
                                            <p:fltVal val="0"/>
                                          </p:val>
                                        </p:tav>
                                        <p:tav tm="100000">
                                          <p:val>
                                            <p:strVal val="#ppt_h"/>
                                          </p:val>
                                        </p:tav>
                                      </p:tavLst>
                                    </p:anim>
                                    <p:animEffect transition="in" filter="fade">
                                      <p:cBhvr>
                                        <p:cTn id="26" dur="500"/>
                                        <p:tgtEl>
                                          <p:spTgt spid="53"/>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50">
                                            <p:txEl>
                                              <p:pRg st="0" end="0"/>
                                            </p:txEl>
                                          </p:spTgt>
                                        </p:tgtEl>
                                        <p:attrNameLst>
                                          <p:attrName>style.visibility</p:attrName>
                                        </p:attrNameLst>
                                      </p:cBhvr>
                                      <p:to>
                                        <p:strVal val="visible"/>
                                      </p:to>
                                    </p:set>
                                    <p:anim calcmode="lin" valueType="num">
                                      <p:cBhvr>
                                        <p:cTn id="31" dur="500" fill="hold"/>
                                        <p:tgtEl>
                                          <p:spTgt spid="50">
                                            <p:txEl>
                                              <p:pRg st="0" end="0"/>
                                            </p:txEl>
                                          </p:spTgt>
                                        </p:tgtEl>
                                        <p:attrNameLst>
                                          <p:attrName>ppt_w</p:attrName>
                                        </p:attrNameLst>
                                      </p:cBhvr>
                                      <p:tavLst>
                                        <p:tav tm="0">
                                          <p:val>
                                            <p:fltVal val="0"/>
                                          </p:val>
                                        </p:tav>
                                        <p:tav tm="100000">
                                          <p:val>
                                            <p:strVal val="#ppt_w"/>
                                          </p:val>
                                        </p:tav>
                                      </p:tavLst>
                                    </p:anim>
                                    <p:anim calcmode="lin" valueType="num">
                                      <p:cBhvr>
                                        <p:cTn id="32" dur="500" fill="hold"/>
                                        <p:tgtEl>
                                          <p:spTgt spid="50">
                                            <p:txEl>
                                              <p:pRg st="0" end="0"/>
                                            </p:txEl>
                                          </p:spTgt>
                                        </p:tgtEl>
                                        <p:attrNameLst>
                                          <p:attrName>ppt_h</p:attrName>
                                        </p:attrNameLst>
                                      </p:cBhvr>
                                      <p:tavLst>
                                        <p:tav tm="0">
                                          <p:val>
                                            <p:fltVal val="0"/>
                                          </p:val>
                                        </p:tav>
                                        <p:tav tm="100000">
                                          <p:val>
                                            <p:strVal val="#ppt_h"/>
                                          </p:val>
                                        </p:tav>
                                      </p:tavLst>
                                    </p:anim>
                                    <p:animEffect transition="in" filter="fade">
                                      <p:cBhvr>
                                        <p:cTn id="33" dur="500"/>
                                        <p:tgtEl>
                                          <p:spTgt spid="50">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50">
                                            <p:txEl>
                                              <p:pRg st="1" end="1"/>
                                            </p:txEl>
                                          </p:spTgt>
                                        </p:tgtEl>
                                        <p:attrNameLst>
                                          <p:attrName>style.visibility</p:attrName>
                                        </p:attrNameLst>
                                      </p:cBhvr>
                                      <p:to>
                                        <p:strVal val="visible"/>
                                      </p:to>
                                    </p:set>
                                    <p:anim calcmode="lin" valueType="num">
                                      <p:cBhvr>
                                        <p:cTn id="38" dur="500" fill="hold"/>
                                        <p:tgtEl>
                                          <p:spTgt spid="50">
                                            <p:txEl>
                                              <p:pRg st="1" end="1"/>
                                            </p:txEl>
                                          </p:spTgt>
                                        </p:tgtEl>
                                        <p:attrNameLst>
                                          <p:attrName>ppt_w</p:attrName>
                                        </p:attrNameLst>
                                      </p:cBhvr>
                                      <p:tavLst>
                                        <p:tav tm="0">
                                          <p:val>
                                            <p:fltVal val="0"/>
                                          </p:val>
                                        </p:tav>
                                        <p:tav tm="100000">
                                          <p:val>
                                            <p:strVal val="#ppt_w"/>
                                          </p:val>
                                        </p:tav>
                                      </p:tavLst>
                                    </p:anim>
                                    <p:anim calcmode="lin" valueType="num">
                                      <p:cBhvr>
                                        <p:cTn id="39" dur="500" fill="hold"/>
                                        <p:tgtEl>
                                          <p:spTgt spid="50">
                                            <p:txEl>
                                              <p:pRg st="1" end="1"/>
                                            </p:txEl>
                                          </p:spTgt>
                                        </p:tgtEl>
                                        <p:attrNameLst>
                                          <p:attrName>ppt_h</p:attrName>
                                        </p:attrNameLst>
                                      </p:cBhvr>
                                      <p:tavLst>
                                        <p:tav tm="0">
                                          <p:val>
                                            <p:fltVal val="0"/>
                                          </p:val>
                                        </p:tav>
                                        <p:tav tm="100000">
                                          <p:val>
                                            <p:strVal val="#ppt_h"/>
                                          </p:val>
                                        </p:tav>
                                      </p:tavLst>
                                    </p:anim>
                                    <p:animEffect transition="in" filter="fade">
                                      <p:cBhvr>
                                        <p:cTn id="40" dur="500"/>
                                        <p:tgtEl>
                                          <p:spTgt spid="50">
                                            <p:txEl>
                                              <p:pRg st="1" end="1"/>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50">
                                            <p:txEl>
                                              <p:pRg st="2" end="2"/>
                                            </p:txEl>
                                          </p:spTgt>
                                        </p:tgtEl>
                                        <p:attrNameLst>
                                          <p:attrName>style.visibility</p:attrName>
                                        </p:attrNameLst>
                                      </p:cBhvr>
                                      <p:to>
                                        <p:strVal val="visible"/>
                                      </p:to>
                                    </p:set>
                                    <p:anim calcmode="lin" valueType="num">
                                      <p:cBhvr>
                                        <p:cTn id="45" dur="500" fill="hold"/>
                                        <p:tgtEl>
                                          <p:spTgt spid="50">
                                            <p:txEl>
                                              <p:pRg st="2" end="2"/>
                                            </p:txEl>
                                          </p:spTgt>
                                        </p:tgtEl>
                                        <p:attrNameLst>
                                          <p:attrName>ppt_w</p:attrName>
                                        </p:attrNameLst>
                                      </p:cBhvr>
                                      <p:tavLst>
                                        <p:tav tm="0">
                                          <p:val>
                                            <p:fltVal val="0"/>
                                          </p:val>
                                        </p:tav>
                                        <p:tav tm="100000">
                                          <p:val>
                                            <p:strVal val="#ppt_w"/>
                                          </p:val>
                                        </p:tav>
                                      </p:tavLst>
                                    </p:anim>
                                    <p:anim calcmode="lin" valueType="num">
                                      <p:cBhvr>
                                        <p:cTn id="46" dur="500" fill="hold"/>
                                        <p:tgtEl>
                                          <p:spTgt spid="50">
                                            <p:txEl>
                                              <p:pRg st="2" end="2"/>
                                            </p:txEl>
                                          </p:spTgt>
                                        </p:tgtEl>
                                        <p:attrNameLst>
                                          <p:attrName>ppt_h</p:attrName>
                                        </p:attrNameLst>
                                      </p:cBhvr>
                                      <p:tavLst>
                                        <p:tav tm="0">
                                          <p:val>
                                            <p:fltVal val="0"/>
                                          </p:val>
                                        </p:tav>
                                        <p:tav tm="100000">
                                          <p:val>
                                            <p:strVal val="#ppt_h"/>
                                          </p:val>
                                        </p:tav>
                                      </p:tavLst>
                                    </p:anim>
                                    <p:animEffect transition="in" filter="fade">
                                      <p:cBhvr>
                                        <p:cTn id="47" dur="500"/>
                                        <p:tgtEl>
                                          <p:spTgt spid="50">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3" presetClass="entr" presetSubtype="16" fill="hold" grpId="0" nodeType="clickEffect">
                                  <p:stCondLst>
                                    <p:cond delay="0"/>
                                  </p:stCondLst>
                                  <p:childTnLst>
                                    <p:set>
                                      <p:cBhvr>
                                        <p:cTn id="51" dur="1" fill="hold">
                                          <p:stCondLst>
                                            <p:cond delay="0"/>
                                          </p:stCondLst>
                                        </p:cTn>
                                        <p:tgtEl>
                                          <p:spTgt spid="50">
                                            <p:txEl>
                                              <p:pRg st="3" end="3"/>
                                            </p:txEl>
                                          </p:spTgt>
                                        </p:tgtEl>
                                        <p:attrNameLst>
                                          <p:attrName>style.visibility</p:attrName>
                                        </p:attrNameLst>
                                      </p:cBhvr>
                                      <p:to>
                                        <p:strVal val="visible"/>
                                      </p:to>
                                    </p:set>
                                    <p:anim calcmode="lin" valueType="num">
                                      <p:cBhvr>
                                        <p:cTn id="52" dur="500" fill="hold"/>
                                        <p:tgtEl>
                                          <p:spTgt spid="50">
                                            <p:txEl>
                                              <p:pRg st="3" end="3"/>
                                            </p:txEl>
                                          </p:spTgt>
                                        </p:tgtEl>
                                        <p:attrNameLst>
                                          <p:attrName>ppt_w</p:attrName>
                                        </p:attrNameLst>
                                      </p:cBhvr>
                                      <p:tavLst>
                                        <p:tav tm="0">
                                          <p:val>
                                            <p:fltVal val="0"/>
                                          </p:val>
                                        </p:tav>
                                        <p:tav tm="100000">
                                          <p:val>
                                            <p:strVal val="#ppt_w"/>
                                          </p:val>
                                        </p:tav>
                                      </p:tavLst>
                                    </p:anim>
                                    <p:anim calcmode="lin" valueType="num">
                                      <p:cBhvr>
                                        <p:cTn id="53" dur="500" fill="hold"/>
                                        <p:tgtEl>
                                          <p:spTgt spid="50">
                                            <p:txEl>
                                              <p:pRg st="3" end="3"/>
                                            </p:txEl>
                                          </p:spTgt>
                                        </p:tgtEl>
                                        <p:attrNameLst>
                                          <p:attrName>ppt_h</p:attrName>
                                        </p:attrNameLst>
                                      </p:cBhvr>
                                      <p:tavLst>
                                        <p:tav tm="0">
                                          <p:val>
                                            <p:fltVal val="0"/>
                                          </p:val>
                                        </p:tav>
                                        <p:tav tm="100000">
                                          <p:val>
                                            <p:strVal val="#ppt_h"/>
                                          </p:val>
                                        </p:tav>
                                      </p:tavLst>
                                    </p:anim>
                                    <p:animEffect transition="in" filter="fade">
                                      <p:cBhvr>
                                        <p:cTn id="54" dur="500"/>
                                        <p:tgtEl>
                                          <p:spTgt spid="50">
                                            <p:txEl>
                                              <p:pRg st="3" end="3"/>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53" presetClass="entr" presetSubtype="16" fill="hold" grpId="0" nodeType="clickEffect">
                                  <p:stCondLst>
                                    <p:cond delay="0"/>
                                  </p:stCondLst>
                                  <p:childTnLst>
                                    <p:set>
                                      <p:cBhvr>
                                        <p:cTn id="58" dur="1" fill="hold">
                                          <p:stCondLst>
                                            <p:cond delay="0"/>
                                          </p:stCondLst>
                                        </p:cTn>
                                        <p:tgtEl>
                                          <p:spTgt spid="50">
                                            <p:txEl>
                                              <p:pRg st="4" end="4"/>
                                            </p:txEl>
                                          </p:spTgt>
                                        </p:tgtEl>
                                        <p:attrNameLst>
                                          <p:attrName>style.visibility</p:attrName>
                                        </p:attrNameLst>
                                      </p:cBhvr>
                                      <p:to>
                                        <p:strVal val="visible"/>
                                      </p:to>
                                    </p:set>
                                    <p:anim calcmode="lin" valueType="num">
                                      <p:cBhvr>
                                        <p:cTn id="59" dur="500" fill="hold"/>
                                        <p:tgtEl>
                                          <p:spTgt spid="50">
                                            <p:txEl>
                                              <p:pRg st="4" end="4"/>
                                            </p:txEl>
                                          </p:spTgt>
                                        </p:tgtEl>
                                        <p:attrNameLst>
                                          <p:attrName>ppt_w</p:attrName>
                                        </p:attrNameLst>
                                      </p:cBhvr>
                                      <p:tavLst>
                                        <p:tav tm="0">
                                          <p:val>
                                            <p:fltVal val="0"/>
                                          </p:val>
                                        </p:tav>
                                        <p:tav tm="100000">
                                          <p:val>
                                            <p:strVal val="#ppt_w"/>
                                          </p:val>
                                        </p:tav>
                                      </p:tavLst>
                                    </p:anim>
                                    <p:anim calcmode="lin" valueType="num">
                                      <p:cBhvr>
                                        <p:cTn id="60" dur="500" fill="hold"/>
                                        <p:tgtEl>
                                          <p:spTgt spid="50">
                                            <p:txEl>
                                              <p:pRg st="4" end="4"/>
                                            </p:txEl>
                                          </p:spTgt>
                                        </p:tgtEl>
                                        <p:attrNameLst>
                                          <p:attrName>ppt_h</p:attrName>
                                        </p:attrNameLst>
                                      </p:cBhvr>
                                      <p:tavLst>
                                        <p:tav tm="0">
                                          <p:val>
                                            <p:fltVal val="0"/>
                                          </p:val>
                                        </p:tav>
                                        <p:tav tm="100000">
                                          <p:val>
                                            <p:strVal val="#ppt_h"/>
                                          </p:val>
                                        </p:tav>
                                      </p:tavLst>
                                    </p:anim>
                                    <p:animEffect transition="in" filter="fade">
                                      <p:cBhvr>
                                        <p:cTn id="61" dur="500"/>
                                        <p:tgtEl>
                                          <p:spTgt spid="50">
                                            <p:txEl>
                                              <p:pRg st="4" end="4"/>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grpId="0" nodeType="clickEffect">
                                  <p:stCondLst>
                                    <p:cond delay="0"/>
                                  </p:stCondLst>
                                  <p:childTnLst>
                                    <p:set>
                                      <p:cBhvr>
                                        <p:cTn id="65" dur="1" fill="hold">
                                          <p:stCondLst>
                                            <p:cond delay="0"/>
                                          </p:stCondLst>
                                        </p:cTn>
                                        <p:tgtEl>
                                          <p:spTgt spid="6"/>
                                        </p:tgtEl>
                                        <p:attrNameLst>
                                          <p:attrName>style.visibility</p:attrName>
                                        </p:attrNameLst>
                                      </p:cBhvr>
                                      <p:to>
                                        <p:strVal val="visible"/>
                                      </p:to>
                                    </p:set>
                                    <p:animEffect transition="in" filter="wipe(down)">
                                      <p:cBhvr>
                                        <p:cTn id="66" dur="500"/>
                                        <p:tgtEl>
                                          <p:spTgt spid="6"/>
                                        </p:tgtEl>
                                      </p:cBhvr>
                                    </p:animEffect>
                                  </p:childTnLst>
                                </p:cTn>
                              </p:par>
                            </p:childTnLst>
                          </p:cTn>
                        </p:par>
                      </p:childTnLst>
                    </p:cTn>
                  </p:par>
                  <p:par>
                    <p:cTn id="67" fill="hold">
                      <p:stCondLst>
                        <p:cond delay="indefinite"/>
                      </p:stCondLst>
                      <p:childTnLst>
                        <p:par>
                          <p:cTn id="68" fill="hold">
                            <p:stCondLst>
                              <p:cond delay="0"/>
                            </p:stCondLst>
                            <p:childTnLst>
                              <p:par>
                                <p:cTn id="69" presetID="53" presetClass="entr" presetSubtype="16" fill="hold" grpId="0" nodeType="clickEffect">
                                  <p:stCondLst>
                                    <p:cond delay="0"/>
                                  </p:stCondLst>
                                  <p:childTnLst>
                                    <p:set>
                                      <p:cBhvr>
                                        <p:cTn id="70" dur="1" fill="hold">
                                          <p:stCondLst>
                                            <p:cond delay="0"/>
                                          </p:stCondLst>
                                        </p:cTn>
                                        <p:tgtEl>
                                          <p:spTgt spid="34">
                                            <p:txEl>
                                              <p:pRg st="0" end="0"/>
                                            </p:txEl>
                                          </p:spTgt>
                                        </p:tgtEl>
                                        <p:attrNameLst>
                                          <p:attrName>style.visibility</p:attrName>
                                        </p:attrNameLst>
                                      </p:cBhvr>
                                      <p:to>
                                        <p:strVal val="visible"/>
                                      </p:to>
                                    </p:set>
                                    <p:anim calcmode="lin" valueType="num">
                                      <p:cBhvr>
                                        <p:cTn id="71" dur="500" fill="hold"/>
                                        <p:tgtEl>
                                          <p:spTgt spid="34">
                                            <p:txEl>
                                              <p:pRg st="0" end="0"/>
                                            </p:txEl>
                                          </p:spTgt>
                                        </p:tgtEl>
                                        <p:attrNameLst>
                                          <p:attrName>ppt_w</p:attrName>
                                        </p:attrNameLst>
                                      </p:cBhvr>
                                      <p:tavLst>
                                        <p:tav tm="0">
                                          <p:val>
                                            <p:fltVal val="0"/>
                                          </p:val>
                                        </p:tav>
                                        <p:tav tm="100000">
                                          <p:val>
                                            <p:strVal val="#ppt_w"/>
                                          </p:val>
                                        </p:tav>
                                      </p:tavLst>
                                    </p:anim>
                                    <p:anim calcmode="lin" valueType="num">
                                      <p:cBhvr>
                                        <p:cTn id="72" dur="500" fill="hold"/>
                                        <p:tgtEl>
                                          <p:spTgt spid="34">
                                            <p:txEl>
                                              <p:pRg st="0" end="0"/>
                                            </p:txEl>
                                          </p:spTgt>
                                        </p:tgtEl>
                                        <p:attrNameLst>
                                          <p:attrName>ppt_h</p:attrName>
                                        </p:attrNameLst>
                                      </p:cBhvr>
                                      <p:tavLst>
                                        <p:tav tm="0">
                                          <p:val>
                                            <p:fltVal val="0"/>
                                          </p:val>
                                        </p:tav>
                                        <p:tav tm="100000">
                                          <p:val>
                                            <p:strVal val="#ppt_h"/>
                                          </p:val>
                                        </p:tav>
                                      </p:tavLst>
                                    </p:anim>
                                    <p:animEffect transition="in" filter="fade">
                                      <p:cBhvr>
                                        <p:cTn id="73" dur="500"/>
                                        <p:tgtEl>
                                          <p:spTgt spid="34">
                                            <p:txEl>
                                              <p:pRg st="0" end="0"/>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53" presetClass="entr" presetSubtype="16" fill="hold" grpId="0" nodeType="clickEffect">
                                  <p:stCondLst>
                                    <p:cond delay="0"/>
                                  </p:stCondLst>
                                  <p:childTnLst>
                                    <p:set>
                                      <p:cBhvr>
                                        <p:cTn id="77" dur="1" fill="hold">
                                          <p:stCondLst>
                                            <p:cond delay="0"/>
                                          </p:stCondLst>
                                        </p:cTn>
                                        <p:tgtEl>
                                          <p:spTgt spid="34">
                                            <p:txEl>
                                              <p:pRg st="1" end="1"/>
                                            </p:txEl>
                                          </p:spTgt>
                                        </p:tgtEl>
                                        <p:attrNameLst>
                                          <p:attrName>style.visibility</p:attrName>
                                        </p:attrNameLst>
                                      </p:cBhvr>
                                      <p:to>
                                        <p:strVal val="visible"/>
                                      </p:to>
                                    </p:set>
                                    <p:anim calcmode="lin" valueType="num">
                                      <p:cBhvr>
                                        <p:cTn id="78" dur="500" fill="hold"/>
                                        <p:tgtEl>
                                          <p:spTgt spid="34">
                                            <p:txEl>
                                              <p:pRg st="1" end="1"/>
                                            </p:txEl>
                                          </p:spTgt>
                                        </p:tgtEl>
                                        <p:attrNameLst>
                                          <p:attrName>ppt_w</p:attrName>
                                        </p:attrNameLst>
                                      </p:cBhvr>
                                      <p:tavLst>
                                        <p:tav tm="0">
                                          <p:val>
                                            <p:fltVal val="0"/>
                                          </p:val>
                                        </p:tav>
                                        <p:tav tm="100000">
                                          <p:val>
                                            <p:strVal val="#ppt_w"/>
                                          </p:val>
                                        </p:tav>
                                      </p:tavLst>
                                    </p:anim>
                                    <p:anim calcmode="lin" valueType="num">
                                      <p:cBhvr>
                                        <p:cTn id="79" dur="500" fill="hold"/>
                                        <p:tgtEl>
                                          <p:spTgt spid="34">
                                            <p:txEl>
                                              <p:pRg st="1" end="1"/>
                                            </p:txEl>
                                          </p:spTgt>
                                        </p:tgtEl>
                                        <p:attrNameLst>
                                          <p:attrName>ppt_h</p:attrName>
                                        </p:attrNameLst>
                                      </p:cBhvr>
                                      <p:tavLst>
                                        <p:tav tm="0">
                                          <p:val>
                                            <p:fltVal val="0"/>
                                          </p:val>
                                        </p:tav>
                                        <p:tav tm="100000">
                                          <p:val>
                                            <p:strVal val="#ppt_h"/>
                                          </p:val>
                                        </p:tav>
                                      </p:tavLst>
                                    </p:anim>
                                    <p:animEffect transition="in" filter="fade">
                                      <p:cBhvr>
                                        <p:cTn id="80" dur="500"/>
                                        <p:tgtEl>
                                          <p:spTgt spid="34">
                                            <p:txEl>
                                              <p:pRg st="1" end="1"/>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53" presetClass="entr" presetSubtype="16" fill="hold" grpId="0" nodeType="clickEffect">
                                  <p:stCondLst>
                                    <p:cond delay="0"/>
                                  </p:stCondLst>
                                  <p:childTnLst>
                                    <p:set>
                                      <p:cBhvr>
                                        <p:cTn id="84" dur="1" fill="hold">
                                          <p:stCondLst>
                                            <p:cond delay="0"/>
                                          </p:stCondLst>
                                        </p:cTn>
                                        <p:tgtEl>
                                          <p:spTgt spid="30">
                                            <p:txEl>
                                              <p:pRg st="0" end="0"/>
                                            </p:txEl>
                                          </p:spTgt>
                                        </p:tgtEl>
                                        <p:attrNameLst>
                                          <p:attrName>style.visibility</p:attrName>
                                        </p:attrNameLst>
                                      </p:cBhvr>
                                      <p:to>
                                        <p:strVal val="visible"/>
                                      </p:to>
                                    </p:set>
                                    <p:anim calcmode="lin" valueType="num">
                                      <p:cBhvr>
                                        <p:cTn id="85" dur="500" fill="hold"/>
                                        <p:tgtEl>
                                          <p:spTgt spid="30">
                                            <p:txEl>
                                              <p:pRg st="0" end="0"/>
                                            </p:txEl>
                                          </p:spTgt>
                                        </p:tgtEl>
                                        <p:attrNameLst>
                                          <p:attrName>ppt_w</p:attrName>
                                        </p:attrNameLst>
                                      </p:cBhvr>
                                      <p:tavLst>
                                        <p:tav tm="0">
                                          <p:val>
                                            <p:fltVal val="0"/>
                                          </p:val>
                                        </p:tav>
                                        <p:tav tm="100000">
                                          <p:val>
                                            <p:strVal val="#ppt_w"/>
                                          </p:val>
                                        </p:tav>
                                      </p:tavLst>
                                    </p:anim>
                                    <p:anim calcmode="lin" valueType="num">
                                      <p:cBhvr>
                                        <p:cTn id="86" dur="500" fill="hold"/>
                                        <p:tgtEl>
                                          <p:spTgt spid="30">
                                            <p:txEl>
                                              <p:pRg st="0" end="0"/>
                                            </p:txEl>
                                          </p:spTgt>
                                        </p:tgtEl>
                                        <p:attrNameLst>
                                          <p:attrName>ppt_h</p:attrName>
                                        </p:attrNameLst>
                                      </p:cBhvr>
                                      <p:tavLst>
                                        <p:tav tm="0">
                                          <p:val>
                                            <p:fltVal val="0"/>
                                          </p:val>
                                        </p:tav>
                                        <p:tav tm="100000">
                                          <p:val>
                                            <p:strVal val="#ppt_h"/>
                                          </p:val>
                                        </p:tav>
                                      </p:tavLst>
                                    </p:anim>
                                    <p:animEffect transition="in" filter="fade">
                                      <p:cBhvr>
                                        <p:cTn id="87" dur="500"/>
                                        <p:tgtEl>
                                          <p:spTgt spid="30">
                                            <p:txEl>
                                              <p:pRg st="0" end="0"/>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53" presetClass="entr" presetSubtype="16" fill="hold" grpId="0" nodeType="clickEffect">
                                  <p:stCondLst>
                                    <p:cond delay="0"/>
                                  </p:stCondLst>
                                  <p:childTnLst>
                                    <p:set>
                                      <p:cBhvr>
                                        <p:cTn id="91" dur="1" fill="hold">
                                          <p:stCondLst>
                                            <p:cond delay="0"/>
                                          </p:stCondLst>
                                        </p:cTn>
                                        <p:tgtEl>
                                          <p:spTgt spid="30">
                                            <p:txEl>
                                              <p:pRg st="1" end="1"/>
                                            </p:txEl>
                                          </p:spTgt>
                                        </p:tgtEl>
                                        <p:attrNameLst>
                                          <p:attrName>style.visibility</p:attrName>
                                        </p:attrNameLst>
                                      </p:cBhvr>
                                      <p:to>
                                        <p:strVal val="visible"/>
                                      </p:to>
                                    </p:set>
                                    <p:anim calcmode="lin" valueType="num">
                                      <p:cBhvr>
                                        <p:cTn id="92" dur="500" fill="hold"/>
                                        <p:tgtEl>
                                          <p:spTgt spid="30">
                                            <p:txEl>
                                              <p:pRg st="1" end="1"/>
                                            </p:txEl>
                                          </p:spTgt>
                                        </p:tgtEl>
                                        <p:attrNameLst>
                                          <p:attrName>ppt_w</p:attrName>
                                        </p:attrNameLst>
                                      </p:cBhvr>
                                      <p:tavLst>
                                        <p:tav tm="0">
                                          <p:val>
                                            <p:fltVal val="0"/>
                                          </p:val>
                                        </p:tav>
                                        <p:tav tm="100000">
                                          <p:val>
                                            <p:strVal val="#ppt_w"/>
                                          </p:val>
                                        </p:tav>
                                      </p:tavLst>
                                    </p:anim>
                                    <p:anim calcmode="lin" valueType="num">
                                      <p:cBhvr>
                                        <p:cTn id="93" dur="500" fill="hold"/>
                                        <p:tgtEl>
                                          <p:spTgt spid="30">
                                            <p:txEl>
                                              <p:pRg st="1" end="1"/>
                                            </p:txEl>
                                          </p:spTgt>
                                        </p:tgtEl>
                                        <p:attrNameLst>
                                          <p:attrName>ppt_h</p:attrName>
                                        </p:attrNameLst>
                                      </p:cBhvr>
                                      <p:tavLst>
                                        <p:tav tm="0">
                                          <p:val>
                                            <p:fltVal val="0"/>
                                          </p:val>
                                        </p:tav>
                                        <p:tav tm="100000">
                                          <p:val>
                                            <p:strVal val="#ppt_h"/>
                                          </p:val>
                                        </p:tav>
                                      </p:tavLst>
                                    </p:anim>
                                    <p:animEffect transition="in" filter="fade">
                                      <p:cBhvr>
                                        <p:cTn id="94" dur="500"/>
                                        <p:tgtEl>
                                          <p:spTgt spid="30">
                                            <p:txEl>
                                              <p:pRg st="1" end="1"/>
                                            </p:txEl>
                                          </p:spTgt>
                                        </p:tgtEl>
                                      </p:cBhvr>
                                    </p:animEffect>
                                  </p:childTnLst>
                                </p:cTn>
                              </p:par>
                            </p:childTnLst>
                          </p:cTn>
                        </p:par>
                      </p:childTnLst>
                    </p:cTn>
                  </p:par>
                  <p:par>
                    <p:cTn id="95" fill="hold">
                      <p:stCondLst>
                        <p:cond delay="indefinite"/>
                      </p:stCondLst>
                      <p:childTnLst>
                        <p:par>
                          <p:cTn id="96" fill="hold">
                            <p:stCondLst>
                              <p:cond delay="0"/>
                            </p:stCondLst>
                            <p:childTnLst>
                              <p:par>
                                <p:cTn id="97" presetID="53" presetClass="entr" presetSubtype="16" fill="hold" grpId="0" nodeType="clickEffect">
                                  <p:stCondLst>
                                    <p:cond delay="0"/>
                                  </p:stCondLst>
                                  <p:childTnLst>
                                    <p:set>
                                      <p:cBhvr>
                                        <p:cTn id="98" dur="1" fill="hold">
                                          <p:stCondLst>
                                            <p:cond delay="0"/>
                                          </p:stCondLst>
                                        </p:cTn>
                                        <p:tgtEl>
                                          <p:spTgt spid="28"/>
                                        </p:tgtEl>
                                        <p:attrNameLst>
                                          <p:attrName>style.visibility</p:attrName>
                                        </p:attrNameLst>
                                      </p:cBhvr>
                                      <p:to>
                                        <p:strVal val="visible"/>
                                      </p:to>
                                    </p:set>
                                    <p:anim calcmode="lin" valueType="num">
                                      <p:cBhvr>
                                        <p:cTn id="99" dur="500" fill="hold"/>
                                        <p:tgtEl>
                                          <p:spTgt spid="28"/>
                                        </p:tgtEl>
                                        <p:attrNameLst>
                                          <p:attrName>ppt_w</p:attrName>
                                        </p:attrNameLst>
                                      </p:cBhvr>
                                      <p:tavLst>
                                        <p:tav tm="0">
                                          <p:val>
                                            <p:fltVal val="0"/>
                                          </p:val>
                                        </p:tav>
                                        <p:tav tm="100000">
                                          <p:val>
                                            <p:strVal val="#ppt_w"/>
                                          </p:val>
                                        </p:tav>
                                      </p:tavLst>
                                    </p:anim>
                                    <p:anim calcmode="lin" valueType="num">
                                      <p:cBhvr>
                                        <p:cTn id="100" dur="500" fill="hold"/>
                                        <p:tgtEl>
                                          <p:spTgt spid="28"/>
                                        </p:tgtEl>
                                        <p:attrNameLst>
                                          <p:attrName>ppt_h</p:attrName>
                                        </p:attrNameLst>
                                      </p:cBhvr>
                                      <p:tavLst>
                                        <p:tav tm="0">
                                          <p:val>
                                            <p:fltVal val="0"/>
                                          </p:val>
                                        </p:tav>
                                        <p:tav tm="100000">
                                          <p:val>
                                            <p:strVal val="#ppt_h"/>
                                          </p:val>
                                        </p:tav>
                                      </p:tavLst>
                                    </p:anim>
                                    <p:animEffect transition="in" filter="fade">
                                      <p:cBhvr>
                                        <p:cTn id="101" dur="500"/>
                                        <p:tgtEl>
                                          <p:spTgt spid="28"/>
                                        </p:tgtEl>
                                      </p:cBhvr>
                                    </p:animEffect>
                                  </p:childTnLst>
                                </p:cTn>
                              </p:par>
                            </p:childTnLst>
                          </p:cTn>
                        </p:par>
                      </p:childTnLst>
                    </p:cTn>
                  </p:par>
                  <p:par>
                    <p:cTn id="102" fill="hold">
                      <p:stCondLst>
                        <p:cond delay="indefinite"/>
                      </p:stCondLst>
                      <p:childTnLst>
                        <p:par>
                          <p:cTn id="103" fill="hold">
                            <p:stCondLst>
                              <p:cond delay="0"/>
                            </p:stCondLst>
                            <p:childTnLst>
                              <p:par>
                                <p:cTn id="104" presetID="53" presetClass="entr" presetSubtype="16" fill="hold" grpId="0" nodeType="clickEffect">
                                  <p:stCondLst>
                                    <p:cond delay="0"/>
                                  </p:stCondLst>
                                  <p:childTnLst>
                                    <p:set>
                                      <p:cBhvr>
                                        <p:cTn id="105" dur="1" fill="hold">
                                          <p:stCondLst>
                                            <p:cond delay="0"/>
                                          </p:stCondLst>
                                        </p:cTn>
                                        <p:tgtEl>
                                          <p:spTgt spid="27"/>
                                        </p:tgtEl>
                                        <p:attrNameLst>
                                          <p:attrName>style.visibility</p:attrName>
                                        </p:attrNameLst>
                                      </p:cBhvr>
                                      <p:to>
                                        <p:strVal val="visible"/>
                                      </p:to>
                                    </p:set>
                                    <p:anim calcmode="lin" valueType="num">
                                      <p:cBhvr>
                                        <p:cTn id="106" dur="500" fill="hold"/>
                                        <p:tgtEl>
                                          <p:spTgt spid="27"/>
                                        </p:tgtEl>
                                        <p:attrNameLst>
                                          <p:attrName>ppt_w</p:attrName>
                                        </p:attrNameLst>
                                      </p:cBhvr>
                                      <p:tavLst>
                                        <p:tav tm="0">
                                          <p:val>
                                            <p:fltVal val="0"/>
                                          </p:val>
                                        </p:tav>
                                        <p:tav tm="100000">
                                          <p:val>
                                            <p:strVal val="#ppt_w"/>
                                          </p:val>
                                        </p:tav>
                                      </p:tavLst>
                                    </p:anim>
                                    <p:anim calcmode="lin" valueType="num">
                                      <p:cBhvr>
                                        <p:cTn id="107" dur="500" fill="hold"/>
                                        <p:tgtEl>
                                          <p:spTgt spid="27"/>
                                        </p:tgtEl>
                                        <p:attrNameLst>
                                          <p:attrName>ppt_h</p:attrName>
                                        </p:attrNameLst>
                                      </p:cBhvr>
                                      <p:tavLst>
                                        <p:tav tm="0">
                                          <p:val>
                                            <p:fltVal val="0"/>
                                          </p:val>
                                        </p:tav>
                                        <p:tav tm="100000">
                                          <p:val>
                                            <p:strVal val="#ppt_h"/>
                                          </p:val>
                                        </p:tav>
                                      </p:tavLst>
                                    </p:anim>
                                    <p:animEffect transition="in" filter="fade">
                                      <p:cBhvr>
                                        <p:cTn id="108" dur="500"/>
                                        <p:tgtEl>
                                          <p:spTgt spid="27"/>
                                        </p:tgtEl>
                                      </p:cBhvr>
                                    </p:animEffect>
                                  </p:childTnLst>
                                </p:cTn>
                              </p:par>
                            </p:childTnLst>
                          </p:cTn>
                        </p:par>
                      </p:childTnLst>
                    </p:cTn>
                  </p:par>
                  <p:par>
                    <p:cTn id="109" fill="hold">
                      <p:stCondLst>
                        <p:cond delay="indefinite"/>
                      </p:stCondLst>
                      <p:childTnLst>
                        <p:par>
                          <p:cTn id="110" fill="hold">
                            <p:stCondLst>
                              <p:cond delay="0"/>
                            </p:stCondLst>
                            <p:childTnLst>
                              <p:par>
                                <p:cTn id="111" presetID="53" presetClass="entr" presetSubtype="16" fill="hold" grpId="0" nodeType="clickEffect">
                                  <p:stCondLst>
                                    <p:cond delay="0"/>
                                  </p:stCondLst>
                                  <p:childTnLst>
                                    <p:set>
                                      <p:cBhvr>
                                        <p:cTn id="112" dur="1" fill="hold">
                                          <p:stCondLst>
                                            <p:cond delay="0"/>
                                          </p:stCondLst>
                                        </p:cTn>
                                        <p:tgtEl>
                                          <p:spTgt spid="35">
                                            <p:txEl>
                                              <p:pRg st="0" end="0"/>
                                            </p:txEl>
                                          </p:spTgt>
                                        </p:tgtEl>
                                        <p:attrNameLst>
                                          <p:attrName>style.visibility</p:attrName>
                                        </p:attrNameLst>
                                      </p:cBhvr>
                                      <p:to>
                                        <p:strVal val="visible"/>
                                      </p:to>
                                    </p:set>
                                    <p:anim calcmode="lin" valueType="num">
                                      <p:cBhvr>
                                        <p:cTn id="113" dur="500" fill="hold"/>
                                        <p:tgtEl>
                                          <p:spTgt spid="35">
                                            <p:txEl>
                                              <p:pRg st="0" end="0"/>
                                            </p:txEl>
                                          </p:spTgt>
                                        </p:tgtEl>
                                        <p:attrNameLst>
                                          <p:attrName>ppt_w</p:attrName>
                                        </p:attrNameLst>
                                      </p:cBhvr>
                                      <p:tavLst>
                                        <p:tav tm="0">
                                          <p:val>
                                            <p:fltVal val="0"/>
                                          </p:val>
                                        </p:tav>
                                        <p:tav tm="100000">
                                          <p:val>
                                            <p:strVal val="#ppt_w"/>
                                          </p:val>
                                        </p:tav>
                                      </p:tavLst>
                                    </p:anim>
                                    <p:anim calcmode="lin" valueType="num">
                                      <p:cBhvr>
                                        <p:cTn id="114" dur="500" fill="hold"/>
                                        <p:tgtEl>
                                          <p:spTgt spid="35">
                                            <p:txEl>
                                              <p:pRg st="0" end="0"/>
                                            </p:txEl>
                                          </p:spTgt>
                                        </p:tgtEl>
                                        <p:attrNameLst>
                                          <p:attrName>ppt_h</p:attrName>
                                        </p:attrNameLst>
                                      </p:cBhvr>
                                      <p:tavLst>
                                        <p:tav tm="0">
                                          <p:val>
                                            <p:fltVal val="0"/>
                                          </p:val>
                                        </p:tav>
                                        <p:tav tm="100000">
                                          <p:val>
                                            <p:strVal val="#ppt_h"/>
                                          </p:val>
                                        </p:tav>
                                      </p:tavLst>
                                    </p:anim>
                                    <p:animEffect transition="in" filter="fade">
                                      <p:cBhvr>
                                        <p:cTn id="115" dur="500"/>
                                        <p:tgtEl>
                                          <p:spTgt spid="35">
                                            <p:txEl>
                                              <p:pRg st="0" end="0"/>
                                            </p:txEl>
                                          </p:spTgt>
                                        </p:tgtEl>
                                      </p:cBhvr>
                                    </p:animEffect>
                                  </p:childTnLst>
                                </p:cTn>
                              </p:par>
                            </p:childTnLst>
                          </p:cTn>
                        </p:par>
                      </p:childTnLst>
                    </p:cTn>
                  </p:par>
                  <p:par>
                    <p:cTn id="116" fill="hold">
                      <p:stCondLst>
                        <p:cond delay="indefinite"/>
                      </p:stCondLst>
                      <p:childTnLst>
                        <p:par>
                          <p:cTn id="117" fill="hold">
                            <p:stCondLst>
                              <p:cond delay="0"/>
                            </p:stCondLst>
                            <p:childTnLst>
                              <p:par>
                                <p:cTn id="118" presetID="31" presetClass="entr" presetSubtype="0" fill="hold" nodeType="clickEffect">
                                  <p:stCondLst>
                                    <p:cond delay="0"/>
                                  </p:stCondLst>
                                  <p:childTnLst>
                                    <p:set>
                                      <p:cBhvr>
                                        <p:cTn id="119" dur="1" fill="hold">
                                          <p:stCondLst>
                                            <p:cond delay="0"/>
                                          </p:stCondLst>
                                        </p:cTn>
                                        <p:tgtEl>
                                          <p:spTgt spid="2"/>
                                        </p:tgtEl>
                                        <p:attrNameLst>
                                          <p:attrName>style.visibility</p:attrName>
                                        </p:attrNameLst>
                                      </p:cBhvr>
                                      <p:to>
                                        <p:strVal val="visible"/>
                                      </p:to>
                                    </p:set>
                                    <p:anim calcmode="lin" valueType="num">
                                      <p:cBhvr>
                                        <p:cTn id="120" dur="1000" fill="hold"/>
                                        <p:tgtEl>
                                          <p:spTgt spid="2"/>
                                        </p:tgtEl>
                                        <p:attrNameLst>
                                          <p:attrName>ppt_w</p:attrName>
                                        </p:attrNameLst>
                                      </p:cBhvr>
                                      <p:tavLst>
                                        <p:tav tm="0">
                                          <p:val>
                                            <p:fltVal val="0"/>
                                          </p:val>
                                        </p:tav>
                                        <p:tav tm="100000">
                                          <p:val>
                                            <p:strVal val="#ppt_w"/>
                                          </p:val>
                                        </p:tav>
                                      </p:tavLst>
                                    </p:anim>
                                    <p:anim calcmode="lin" valueType="num">
                                      <p:cBhvr>
                                        <p:cTn id="121" dur="1000" fill="hold"/>
                                        <p:tgtEl>
                                          <p:spTgt spid="2"/>
                                        </p:tgtEl>
                                        <p:attrNameLst>
                                          <p:attrName>ppt_h</p:attrName>
                                        </p:attrNameLst>
                                      </p:cBhvr>
                                      <p:tavLst>
                                        <p:tav tm="0">
                                          <p:val>
                                            <p:fltVal val="0"/>
                                          </p:val>
                                        </p:tav>
                                        <p:tav tm="100000">
                                          <p:val>
                                            <p:strVal val="#ppt_h"/>
                                          </p:val>
                                        </p:tav>
                                      </p:tavLst>
                                    </p:anim>
                                    <p:anim calcmode="lin" valueType="num">
                                      <p:cBhvr>
                                        <p:cTn id="122" dur="1000" fill="hold"/>
                                        <p:tgtEl>
                                          <p:spTgt spid="2"/>
                                        </p:tgtEl>
                                        <p:attrNameLst>
                                          <p:attrName>style.rotation</p:attrName>
                                        </p:attrNameLst>
                                      </p:cBhvr>
                                      <p:tavLst>
                                        <p:tav tm="0">
                                          <p:val>
                                            <p:fltVal val="90"/>
                                          </p:val>
                                        </p:tav>
                                        <p:tav tm="100000">
                                          <p:val>
                                            <p:fltVal val="0"/>
                                          </p:val>
                                        </p:tav>
                                      </p:tavLst>
                                    </p:anim>
                                    <p:animEffect transition="in" filter="fade">
                                      <p:cBhvr>
                                        <p:cTn id="123"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build="p"/>
      <p:bldP spid="53" grpId="0"/>
      <p:bldP spid="67" grpId="0"/>
      <p:bldP spid="27" grpId="0"/>
      <p:bldP spid="28" grpId="0"/>
      <p:bldP spid="30" grpId="0" build="p"/>
      <p:bldP spid="6" grpId="0" animBg="1"/>
      <p:bldP spid="34" grpId="0" build="p"/>
      <p:bldP spid="3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Concepto de Herencia</a:t>
            </a:r>
          </a:p>
        </p:txBody>
      </p:sp>
      <p:pic>
        <p:nvPicPr>
          <p:cNvPr id="1026" name="Picture 2"/>
          <p:cNvPicPr>
            <a:picLocks noChangeAspect="1" noChangeArrowheads="1"/>
          </p:cNvPicPr>
          <p:nvPr/>
        </p:nvPicPr>
        <p:blipFill>
          <a:blip r:embed="rId2" cstate="print"/>
          <a:srcRect l="16322" t="17344" r="42724" b="55094"/>
          <a:stretch>
            <a:fillRect/>
          </a:stretch>
        </p:blipFill>
        <p:spPr bwMode="auto">
          <a:xfrm>
            <a:off x="971600" y="1988840"/>
            <a:ext cx="7421967" cy="2808312"/>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10 Grupo"/>
          <p:cNvGrpSpPr/>
          <p:nvPr/>
        </p:nvGrpSpPr>
        <p:grpSpPr>
          <a:xfrm>
            <a:off x="4790894" y="812124"/>
            <a:ext cx="3853895" cy="5569204"/>
            <a:chOff x="4790894" y="812124"/>
            <a:chExt cx="3853895" cy="5569204"/>
          </a:xfrm>
        </p:grpSpPr>
        <p:sp>
          <p:nvSpPr>
            <p:cNvPr id="44" name="43 Rectángulo"/>
            <p:cNvSpPr/>
            <p:nvPr/>
          </p:nvSpPr>
          <p:spPr bwMode="auto">
            <a:xfrm>
              <a:off x="4790894" y="1247099"/>
              <a:ext cx="3853895" cy="5134229"/>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5" name="Rectangle 3"/>
            <p:cNvSpPr txBox="1">
              <a:spLocks noChangeArrowheads="1"/>
            </p:cNvSpPr>
            <p:nvPr/>
          </p:nvSpPr>
          <p:spPr bwMode="auto">
            <a:xfrm>
              <a:off x="5163319" y="812124"/>
              <a:ext cx="3109044"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err="1"/>
                <a:t>Empleado</a:t>
              </a:r>
              <a:endParaRPr lang="en-US" sz="1800" kern="0" dirty="0"/>
            </a:p>
          </p:txBody>
        </p:sp>
      </p:grpSp>
      <p:sp>
        <p:nvSpPr>
          <p:cNvPr id="117" name="1 Título"/>
          <p:cNvSpPr>
            <a:spLocks noGrp="1"/>
          </p:cNvSpPr>
          <p:nvPr>
            <p:ph type="title"/>
          </p:nvPr>
        </p:nvSpPr>
        <p:spPr>
          <a:xfrm>
            <a:off x="542924" y="53975"/>
            <a:ext cx="7989515" cy="563563"/>
          </a:xfrm>
        </p:spPr>
        <p:txBody>
          <a:bodyPr/>
          <a:lstStyle/>
          <a:p>
            <a:r>
              <a:rPr lang="es-ES" dirty="0"/>
              <a:t>Codificación de Herencia</a:t>
            </a:r>
          </a:p>
        </p:txBody>
      </p:sp>
      <p:grpSp>
        <p:nvGrpSpPr>
          <p:cNvPr id="10" name="9 Grupo"/>
          <p:cNvGrpSpPr/>
          <p:nvPr/>
        </p:nvGrpSpPr>
        <p:grpSpPr>
          <a:xfrm>
            <a:off x="435877" y="812124"/>
            <a:ext cx="3853895" cy="5569204"/>
            <a:chOff x="435877" y="812124"/>
            <a:chExt cx="3853895" cy="5569204"/>
          </a:xfrm>
        </p:grpSpPr>
        <p:sp>
          <p:nvSpPr>
            <p:cNvPr id="4" name="3 Rectángulo"/>
            <p:cNvSpPr/>
            <p:nvPr/>
          </p:nvSpPr>
          <p:spPr bwMode="auto">
            <a:xfrm>
              <a:off x="435877" y="1247099"/>
              <a:ext cx="3853895" cy="5134229"/>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5" name="Rectangle 3"/>
            <p:cNvSpPr txBox="1">
              <a:spLocks noChangeArrowheads="1"/>
            </p:cNvSpPr>
            <p:nvPr/>
          </p:nvSpPr>
          <p:spPr bwMode="auto">
            <a:xfrm>
              <a:off x="795917" y="812124"/>
              <a:ext cx="3109044"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a:t>Persona</a:t>
              </a:r>
            </a:p>
          </p:txBody>
        </p:sp>
      </p:grpSp>
      <p:sp>
        <p:nvSpPr>
          <p:cNvPr id="36" name="Rectangle 3"/>
          <p:cNvSpPr txBox="1">
            <a:spLocks noChangeArrowheads="1"/>
          </p:cNvSpPr>
          <p:nvPr/>
        </p:nvSpPr>
        <p:spPr bwMode="auto">
          <a:xfrm>
            <a:off x="567194" y="1340768"/>
            <a:ext cx="3722578" cy="5040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chemeClr val="bg2">
                    <a:lumMod val="50000"/>
                  </a:schemeClr>
                </a:solidFill>
                <a:latin typeface="Adobe Fan Heiti Std B" pitchFamily="34" charset="-128"/>
                <a:ea typeface="Adobe Fan Heiti Std B" pitchFamily="34" charset="-128"/>
              </a:rPr>
              <a:t>public</a:t>
            </a:r>
            <a:r>
              <a:rPr lang="en-US" sz="1400" kern="0" dirty="0">
                <a:latin typeface="Adobe Fan Heiti Std B" pitchFamily="34" charset="-128"/>
                <a:ea typeface="Adobe Fan Heiti Std B" pitchFamily="34" charset="-128"/>
              </a:rPr>
              <a:t> class Persona {    </a:t>
            </a:r>
          </a:p>
          <a:p>
            <a:pPr marL="0" indent="0">
              <a:buNone/>
            </a:pPr>
            <a:r>
              <a:rPr lang="en-US" sz="1200" kern="0">
                <a:latin typeface="Adobe Fan Heiti Std B" pitchFamily="34" charset="-128"/>
                <a:ea typeface="Adobe Fan Heiti Std B" pitchFamily="34" charset="-128"/>
              </a:rPr>
              <a:t>    private String </a:t>
            </a:r>
            <a:r>
              <a:rPr lang="en-US" sz="1200" kern="0" dirty="0" err="1">
                <a:solidFill>
                  <a:srgbClr val="009900"/>
                </a:solidFill>
                <a:latin typeface="Adobe Fan Heiti Std B" pitchFamily="34" charset="-128"/>
                <a:ea typeface="Adobe Fan Heiti Std B" pitchFamily="34" charset="-128"/>
              </a:rPr>
              <a:t>dni</a:t>
            </a:r>
            <a:r>
              <a:rPr lang="en-US" sz="1200" kern="0" dirty="0">
                <a:latin typeface="Adobe Fan Heiti Std B" pitchFamily="34" charset="-128"/>
                <a:ea typeface="Adobe Fan Heiti Std B" pitchFamily="34" charset="-128"/>
              </a:rPr>
              <a:t>, </a:t>
            </a:r>
            <a:r>
              <a:rPr lang="en-US" sz="1200" kern="0" dirty="0" err="1">
                <a:solidFill>
                  <a:srgbClr val="009900"/>
                </a:solidFill>
                <a:latin typeface="Adobe Fan Heiti Std B" pitchFamily="34" charset="-128"/>
                <a:ea typeface="Adobe Fan Heiti Std B" pitchFamily="34" charset="-128"/>
              </a:rPr>
              <a:t>nombre</a:t>
            </a:r>
            <a:r>
              <a:rPr lang="en-US" sz="1200" kern="0" dirty="0">
                <a:latin typeface="Adobe Fan Heiti Std B" pitchFamily="34" charset="-128"/>
                <a:ea typeface="Adobe Fan Heiti Std B" pitchFamily="34" charset="-128"/>
              </a:rPr>
              <a:t>, </a:t>
            </a:r>
            <a:r>
              <a:rPr lang="en-US" sz="1200" kern="0" dirty="0" err="1">
                <a:solidFill>
                  <a:srgbClr val="009900"/>
                </a:solidFill>
                <a:latin typeface="Adobe Fan Heiti Std B" pitchFamily="34" charset="-128"/>
                <a:ea typeface="Adobe Fan Heiti Std B" pitchFamily="34" charset="-128"/>
              </a:rPr>
              <a:t>movil</a:t>
            </a:r>
            <a:r>
              <a:rPr lang="en-US" sz="1200" kern="0" dirty="0">
                <a:latin typeface="Adobe Fan Heiti Std B" pitchFamily="34" charset="-128"/>
                <a:ea typeface="Adobe Fan Heiti Std B" pitchFamily="34" charset="-128"/>
              </a:rPr>
              <a:t>;</a:t>
            </a:r>
          </a:p>
          <a:p>
            <a:pPr marL="0" indent="0">
              <a:buNone/>
            </a:pPr>
            <a:r>
              <a:rPr lang="en-US" sz="1200" kern="0" dirty="0">
                <a:latin typeface="Adobe Fan Heiti Std B" pitchFamily="34" charset="-128"/>
                <a:ea typeface="Adobe Fan Heiti Std B" pitchFamily="34" charset="-128"/>
              </a:rPr>
              <a:t> </a:t>
            </a:r>
          </a:p>
          <a:p>
            <a:pPr marL="0" indent="0">
              <a:buNone/>
            </a:pPr>
            <a:r>
              <a:rPr lang="en-US" sz="1200" kern="0" dirty="0">
                <a:latin typeface="Adobe Fan Heiti Std B" pitchFamily="34" charset="-128"/>
                <a:ea typeface="Adobe Fan Heiti Std B" pitchFamily="34" charset="-128"/>
              </a:rPr>
              <a:t>   </a:t>
            </a:r>
            <a:r>
              <a:rPr lang="en-US" sz="1200" kern="0" dirty="0">
                <a:solidFill>
                  <a:schemeClr val="bg2">
                    <a:lumMod val="50000"/>
                  </a:schemeClr>
                </a:solidFill>
                <a:latin typeface="Adobe Fan Heiti Std B" pitchFamily="34" charset="-128"/>
                <a:ea typeface="Adobe Fan Heiti Std B" pitchFamily="34" charset="-128"/>
              </a:rPr>
              <a:t> public </a:t>
            </a:r>
            <a:r>
              <a:rPr lang="en-US" sz="1200" kern="0" dirty="0">
                <a:solidFill>
                  <a:srgbClr val="FF0000"/>
                </a:solidFill>
                <a:latin typeface="Adobe Fan Heiti Std B" pitchFamily="34" charset="-128"/>
                <a:ea typeface="Adobe Fan Heiti Std B" pitchFamily="34" charset="-128"/>
              </a:rPr>
              <a:t>Persona() </a:t>
            </a:r>
            <a:r>
              <a:rPr lang="en-US" sz="1200" kern="0" dirty="0">
                <a:latin typeface="Adobe Fan Heiti Std B" pitchFamily="34" charset="-128"/>
                <a:ea typeface="Adobe Fan Heiti Std B" pitchFamily="34" charset="-128"/>
              </a:rPr>
              <a:t>{ }    </a:t>
            </a:r>
          </a:p>
          <a:p>
            <a:pPr marL="0" indent="0">
              <a:buNone/>
            </a:pPr>
            <a:r>
              <a:rPr lang="en-US" sz="1200" kern="0" dirty="0">
                <a:latin typeface="Adobe Fan Heiti Std B" pitchFamily="34" charset="-128"/>
                <a:ea typeface="Adobe Fan Heiti Std B" pitchFamily="34" charset="-128"/>
              </a:rPr>
              <a:t>   </a:t>
            </a:r>
            <a:r>
              <a:rPr lang="en-US" sz="1200" kern="0" dirty="0">
                <a:solidFill>
                  <a:schemeClr val="bg2">
                    <a:lumMod val="50000"/>
                  </a:schemeClr>
                </a:solidFill>
                <a:latin typeface="Adobe Fan Heiti Std B" pitchFamily="34" charset="-128"/>
                <a:ea typeface="Adobe Fan Heiti Std B" pitchFamily="34" charset="-128"/>
              </a:rPr>
              <a:t> public </a:t>
            </a:r>
            <a:r>
              <a:rPr lang="en-US" sz="1200" kern="0" dirty="0">
                <a:solidFill>
                  <a:srgbClr val="FF0000"/>
                </a:solidFill>
                <a:latin typeface="Adobe Fan Heiti Std B" pitchFamily="34" charset="-128"/>
                <a:ea typeface="Adobe Fan Heiti Std B" pitchFamily="34" charset="-128"/>
              </a:rPr>
              <a:t>Persona( </a:t>
            </a:r>
            <a:r>
              <a:rPr lang="en-US" sz="1200" kern="0" dirty="0">
                <a:latin typeface="Adobe Fan Heiti Std B" pitchFamily="34" charset="-128"/>
                <a:ea typeface="Adobe Fan Heiti Std B" pitchFamily="34" charset="-128"/>
              </a:rPr>
              <a:t>String </a:t>
            </a:r>
            <a:r>
              <a:rPr lang="en-US" sz="1200" kern="0" dirty="0" err="1">
                <a:solidFill>
                  <a:srgbClr val="000000"/>
                </a:solidFill>
                <a:latin typeface="Adobe Fan Heiti Std B" pitchFamily="34" charset="-128"/>
                <a:ea typeface="Adobe Fan Heiti Std B" pitchFamily="34" charset="-128"/>
              </a:rPr>
              <a:t>dni</a:t>
            </a:r>
            <a:r>
              <a:rPr lang="en-US" sz="1200" kern="0" dirty="0">
                <a:latin typeface="Adobe Fan Heiti Std B" pitchFamily="34" charset="-128"/>
                <a:ea typeface="Adobe Fan Heiti Std B" pitchFamily="34" charset="-128"/>
              </a:rPr>
              <a:t>, String </a:t>
            </a:r>
            <a:r>
              <a:rPr lang="en-US" sz="1200" kern="0" dirty="0" err="1">
                <a:solidFill>
                  <a:srgbClr val="000000"/>
                </a:solidFill>
                <a:latin typeface="Adobe Fan Heiti Std B" pitchFamily="34" charset="-128"/>
                <a:ea typeface="Adobe Fan Heiti Std B" pitchFamily="34" charset="-128"/>
              </a:rPr>
              <a:t>nombre</a:t>
            </a:r>
            <a:r>
              <a:rPr lang="en-US" sz="1200" kern="0" dirty="0">
                <a:latin typeface="Adobe Fan Heiti Std B" pitchFamily="34" charset="-128"/>
                <a:ea typeface="Adobe Fan Heiti Std B" pitchFamily="34" charset="-128"/>
              </a:rPr>
              <a:t>, </a:t>
            </a:r>
          </a:p>
          <a:p>
            <a:pPr marL="0" indent="0">
              <a:buNone/>
            </a:pPr>
            <a:r>
              <a:rPr lang="en-US" sz="1200" kern="0" dirty="0">
                <a:latin typeface="Adobe Fan Heiti Std B" pitchFamily="34" charset="-128"/>
                <a:ea typeface="Adobe Fan Heiti Std B" pitchFamily="34" charset="-128"/>
              </a:rPr>
              <a:t>                                    String </a:t>
            </a:r>
            <a:r>
              <a:rPr lang="en-US" sz="1200" kern="0" dirty="0" err="1">
                <a:solidFill>
                  <a:srgbClr val="000000"/>
                </a:solidFill>
                <a:latin typeface="Adobe Fan Heiti Std B" pitchFamily="34" charset="-128"/>
                <a:ea typeface="Adobe Fan Heiti Std B" pitchFamily="34" charset="-128"/>
              </a:rPr>
              <a:t>movil</a:t>
            </a:r>
            <a:r>
              <a:rPr lang="en-US" sz="1200" kern="0" dirty="0">
                <a:solidFill>
                  <a:srgbClr val="FF0000"/>
                </a:solidFill>
                <a:latin typeface="Adobe Fan Heiti Std B" pitchFamily="34" charset="-128"/>
                <a:ea typeface="Adobe Fan Heiti Std B" pitchFamily="34" charset="-128"/>
              </a:rPr>
              <a:t>)</a:t>
            </a:r>
            <a:r>
              <a:rPr lang="en-US" sz="1200" kern="0" dirty="0">
                <a:latin typeface="Adobe Fan Heiti Std B" pitchFamily="34" charset="-128"/>
                <a:ea typeface="Adobe Fan Heiti Std B" pitchFamily="34" charset="-128"/>
              </a:rPr>
              <a:t> {</a:t>
            </a:r>
          </a:p>
          <a:p>
            <a:pPr marL="0" indent="0">
              <a:buNone/>
            </a:pPr>
            <a:r>
              <a:rPr lang="en-US" sz="1200" kern="0" dirty="0">
                <a:latin typeface="Adobe Fan Heiti Std B" pitchFamily="34" charset="-128"/>
                <a:ea typeface="Adobe Fan Heiti Std B" pitchFamily="34" charset="-128"/>
              </a:rPr>
              <a:t>        </a:t>
            </a:r>
            <a:r>
              <a:rPr lang="en-US" sz="1200" kern="0" dirty="0" err="1">
                <a:latin typeface="Adobe Fan Heiti Std B" pitchFamily="34" charset="-128"/>
                <a:ea typeface="Adobe Fan Heiti Std B" pitchFamily="34" charset="-128"/>
              </a:rPr>
              <a:t>this.</a:t>
            </a:r>
            <a:r>
              <a:rPr lang="en-US" sz="1200" kern="0" dirty="0" err="1">
                <a:solidFill>
                  <a:srgbClr val="009900"/>
                </a:solidFill>
                <a:latin typeface="Adobe Fan Heiti Std B" pitchFamily="34" charset="-128"/>
                <a:ea typeface="Adobe Fan Heiti Std B" pitchFamily="34" charset="-128"/>
              </a:rPr>
              <a:t>dni</a:t>
            </a:r>
            <a:r>
              <a:rPr lang="en-US" sz="1200" kern="0" dirty="0">
                <a:latin typeface="Adobe Fan Heiti Std B" pitchFamily="34" charset="-128"/>
                <a:ea typeface="Adobe Fan Heiti Std B" pitchFamily="34" charset="-128"/>
              </a:rPr>
              <a:t> = </a:t>
            </a:r>
            <a:r>
              <a:rPr lang="en-US" sz="1200" kern="0" dirty="0" err="1">
                <a:solidFill>
                  <a:srgbClr val="000000"/>
                </a:solidFill>
                <a:latin typeface="Adobe Fan Heiti Std B" pitchFamily="34" charset="-128"/>
                <a:ea typeface="Adobe Fan Heiti Std B" pitchFamily="34" charset="-128"/>
              </a:rPr>
              <a:t>dni</a:t>
            </a:r>
            <a:r>
              <a:rPr lang="en-US" sz="1200" kern="0" dirty="0">
                <a:latin typeface="Adobe Fan Heiti Std B" pitchFamily="34" charset="-128"/>
                <a:ea typeface="Adobe Fan Heiti Std B" pitchFamily="34" charset="-128"/>
              </a:rPr>
              <a:t>;</a:t>
            </a:r>
          </a:p>
          <a:p>
            <a:pPr marL="0" indent="0">
              <a:buNone/>
            </a:pPr>
            <a:r>
              <a:rPr lang="en-US" sz="1200" kern="0" dirty="0">
                <a:latin typeface="Adobe Fan Heiti Std B" pitchFamily="34" charset="-128"/>
                <a:ea typeface="Adobe Fan Heiti Std B" pitchFamily="34" charset="-128"/>
              </a:rPr>
              <a:t>        </a:t>
            </a:r>
            <a:r>
              <a:rPr lang="en-US" sz="1200" kern="0" dirty="0" err="1">
                <a:latin typeface="Adobe Fan Heiti Std B" pitchFamily="34" charset="-128"/>
                <a:ea typeface="Adobe Fan Heiti Std B" pitchFamily="34" charset="-128"/>
              </a:rPr>
              <a:t>this.</a:t>
            </a:r>
            <a:r>
              <a:rPr lang="en-US" sz="1200" kern="0" dirty="0" err="1">
                <a:solidFill>
                  <a:srgbClr val="009900"/>
                </a:solidFill>
                <a:latin typeface="Adobe Fan Heiti Std B" pitchFamily="34" charset="-128"/>
                <a:ea typeface="Adobe Fan Heiti Std B" pitchFamily="34" charset="-128"/>
              </a:rPr>
              <a:t>nombre</a:t>
            </a:r>
            <a:r>
              <a:rPr lang="en-US" sz="1200" kern="0" dirty="0">
                <a:latin typeface="Adobe Fan Heiti Std B" pitchFamily="34" charset="-128"/>
                <a:ea typeface="Adobe Fan Heiti Std B" pitchFamily="34" charset="-128"/>
              </a:rPr>
              <a:t> = </a:t>
            </a:r>
            <a:r>
              <a:rPr lang="en-US" sz="1200" kern="0" dirty="0" err="1">
                <a:solidFill>
                  <a:srgbClr val="000000"/>
                </a:solidFill>
                <a:latin typeface="Adobe Fan Heiti Std B" pitchFamily="34" charset="-128"/>
                <a:ea typeface="Adobe Fan Heiti Std B" pitchFamily="34" charset="-128"/>
              </a:rPr>
              <a:t>nombr</a:t>
            </a:r>
            <a:r>
              <a:rPr lang="en-US" sz="1200" kern="0" dirty="0" err="1">
                <a:latin typeface="Adobe Fan Heiti Std B" pitchFamily="34" charset="-128"/>
                <a:ea typeface="Adobe Fan Heiti Std B" pitchFamily="34" charset="-128"/>
              </a:rPr>
              <a:t>e</a:t>
            </a:r>
            <a:r>
              <a:rPr lang="en-US" sz="1200" kern="0" dirty="0">
                <a:latin typeface="Adobe Fan Heiti Std B" pitchFamily="34" charset="-128"/>
                <a:ea typeface="Adobe Fan Heiti Std B" pitchFamily="34" charset="-128"/>
              </a:rPr>
              <a:t>;</a:t>
            </a:r>
          </a:p>
          <a:p>
            <a:pPr marL="0" indent="0">
              <a:buNone/>
            </a:pPr>
            <a:r>
              <a:rPr lang="en-US" sz="1200" kern="0" dirty="0">
                <a:latin typeface="Adobe Fan Heiti Std B" pitchFamily="34" charset="-128"/>
                <a:ea typeface="Adobe Fan Heiti Std B" pitchFamily="34" charset="-128"/>
              </a:rPr>
              <a:t>        </a:t>
            </a:r>
            <a:r>
              <a:rPr lang="en-US" sz="1200" kern="0" dirty="0" err="1">
                <a:latin typeface="Adobe Fan Heiti Std B" pitchFamily="34" charset="-128"/>
                <a:ea typeface="Adobe Fan Heiti Std B" pitchFamily="34" charset="-128"/>
              </a:rPr>
              <a:t>this.</a:t>
            </a:r>
            <a:r>
              <a:rPr lang="en-US" sz="1200" kern="0" dirty="0" err="1">
                <a:solidFill>
                  <a:srgbClr val="009900"/>
                </a:solidFill>
                <a:latin typeface="Adobe Fan Heiti Std B" pitchFamily="34" charset="-128"/>
                <a:ea typeface="Adobe Fan Heiti Std B" pitchFamily="34" charset="-128"/>
              </a:rPr>
              <a:t>movil</a:t>
            </a:r>
            <a:r>
              <a:rPr lang="en-US" sz="1200" kern="0" dirty="0">
                <a:latin typeface="Adobe Fan Heiti Std B" pitchFamily="34" charset="-128"/>
                <a:ea typeface="Adobe Fan Heiti Std B" pitchFamily="34" charset="-128"/>
              </a:rPr>
              <a:t> = </a:t>
            </a:r>
            <a:r>
              <a:rPr lang="en-US" sz="1200" kern="0" dirty="0" err="1">
                <a:solidFill>
                  <a:srgbClr val="000000"/>
                </a:solidFill>
                <a:latin typeface="Adobe Fan Heiti Std B" pitchFamily="34" charset="-128"/>
                <a:ea typeface="Adobe Fan Heiti Std B" pitchFamily="34" charset="-128"/>
              </a:rPr>
              <a:t>movil</a:t>
            </a:r>
            <a:r>
              <a:rPr lang="en-US" sz="1200" kern="0" dirty="0">
                <a:latin typeface="Adobe Fan Heiti Std B" pitchFamily="34" charset="-128"/>
                <a:ea typeface="Adobe Fan Heiti Std B" pitchFamily="34" charset="-128"/>
              </a:rPr>
              <a:t>;</a:t>
            </a:r>
          </a:p>
          <a:p>
            <a:pPr marL="0" indent="0">
              <a:buNone/>
            </a:pPr>
            <a:r>
              <a:rPr lang="en-US" sz="1200" kern="0" dirty="0">
                <a:latin typeface="Adobe Fan Heiti Std B" pitchFamily="34" charset="-128"/>
                <a:ea typeface="Adobe Fan Heiti Std B" pitchFamily="34" charset="-128"/>
              </a:rPr>
              <a:t>}</a:t>
            </a:r>
          </a:p>
          <a:p>
            <a:pPr marL="0" indent="0">
              <a:buNone/>
            </a:pPr>
            <a:endParaRPr lang="en-US" sz="1200" kern="0" dirty="0">
              <a:latin typeface="Adobe Fan Heiti Std B" pitchFamily="34" charset="-128"/>
              <a:ea typeface="Adobe Fan Heiti Std B" pitchFamily="34" charset="-128"/>
            </a:endParaRPr>
          </a:p>
          <a:p>
            <a:pPr marL="0" indent="0">
              <a:buNone/>
            </a:pPr>
            <a:r>
              <a:rPr lang="en-US" sz="1200" kern="0" dirty="0">
                <a:latin typeface="Adobe Fan Heiti Std B" pitchFamily="34" charset="-128"/>
                <a:ea typeface="Adobe Fan Heiti Std B" pitchFamily="34" charset="-128"/>
              </a:rPr>
              <a:t>   </a:t>
            </a:r>
            <a:r>
              <a:rPr lang="en-US" sz="1200" kern="0" dirty="0">
                <a:solidFill>
                  <a:schemeClr val="bg2">
                    <a:lumMod val="50000"/>
                  </a:schemeClr>
                </a:solidFill>
                <a:latin typeface="Adobe Fan Heiti Std B" pitchFamily="34" charset="-128"/>
                <a:ea typeface="Adobe Fan Heiti Std B" pitchFamily="34" charset="-128"/>
              </a:rPr>
              <a:t> public </a:t>
            </a:r>
            <a:r>
              <a:rPr lang="en-US" sz="1200" kern="0" dirty="0">
                <a:latin typeface="Adobe Fan Heiti Std B" pitchFamily="34" charset="-128"/>
                <a:ea typeface="Adobe Fan Heiti Std B" pitchFamily="34" charset="-128"/>
              </a:rPr>
              <a:t>String </a:t>
            </a:r>
            <a:r>
              <a:rPr lang="en-US" sz="1200" kern="0" dirty="0" err="1">
                <a:solidFill>
                  <a:srgbClr val="FF0000"/>
                </a:solidFill>
                <a:latin typeface="Adobe Fan Heiti Std B" pitchFamily="34" charset="-128"/>
                <a:ea typeface="Adobe Fan Heiti Std B" pitchFamily="34" charset="-128"/>
              </a:rPr>
              <a:t>getDni</a:t>
            </a:r>
            <a:r>
              <a:rPr lang="en-US" sz="1200" kern="0" dirty="0">
                <a:solidFill>
                  <a:srgbClr val="FF0000"/>
                </a:solidFill>
                <a:latin typeface="Adobe Fan Heiti Std B" pitchFamily="34" charset="-128"/>
                <a:ea typeface="Adobe Fan Heiti Std B" pitchFamily="34" charset="-128"/>
              </a:rPr>
              <a:t>()</a:t>
            </a:r>
            <a:r>
              <a:rPr lang="en-US" sz="1200" kern="0" dirty="0">
                <a:latin typeface="Adobe Fan Heiti Std B" pitchFamily="34" charset="-128"/>
                <a:ea typeface="Adobe Fan Heiti Std B" pitchFamily="34" charset="-128"/>
              </a:rPr>
              <a:t> { ... }</a:t>
            </a:r>
          </a:p>
          <a:p>
            <a:pPr marL="0" indent="0">
              <a:buNone/>
            </a:pPr>
            <a:r>
              <a:rPr lang="en-US" sz="1200" kern="0" dirty="0">
                <a:solidFill>
                  <a:schemeClr val="bg2">
                    <a:lumMod val="50000"/>
                  </a:schemeClr>
                </a:solidFill>
                <a:latin typeface="Adobe Fan Heiti Std B" pitchFamily="34" charset="-128"/>
                <a:ea typeface="Adobe Fan Heiti Std B" pitchFamily="34" charset="-128"/>
              </a:rPr>
              <a:t>    public </a:t>
            </a:r>
            <a:r>
              <a:rPr lang="en-US" sz="1200" kern="0" dirty="0">
                <a:latin typeface="Adobe Fan Heiti Std B" pitchFamily="34" charset="-128"/>
                <a:ea typeface="Adobe Fan Heiti Std B" pitchFamily="34" charset="-128"/>
              </a:rPr>
              <a:t>void </a:t>
            </a:r>
            <a:r>
              <a:rPr lang="en-US" sz="1200" kern="0" dirty="0" err="1">
                <a:solidFill>
                  <a:srgbClr val="FF0000"/>
                </a:solidFill>
                <a:latin typeface="Adobe Fan Heiti Std B" pitchFamily="34" charset="-128"/>
                <a:ea typeface="Adobe Fan Heiti Std B" pitchFamily="34" charset="-128"/>
              </a:rPr>
              <a:t>setDni</a:t>
            </a:r>
            <a:r>
              <a:rPr lang="en-US" sz="1200" kern="0" dirty="0">
                <a:solidFill>
                  <a:srgbClr val="FF0000"/>
                </a:solidFill>
                <a:latin typeface="Adobe Fan Heiti Std B" pitchFamily="34" charset="-128"/>
                <a:ea typeface="Adobe Fan Heiti Std B" pitchFamily="34" charset="-128"/>
              </a:rPr>
              <a:t>(</a:t>
            </a:r>
            <a:r>
              <a:rPr lang="en-US" sz="1200" kern="0" dirty="0">
                <a:latin typeface="Adobe Fan Heiti Std B" pitchFamily="34" charset="-128"/>
                <a:ea typeface="Adobe Fan Heiti Std B" pitchFamily="34" charset="-128"/>
              </a:rPr>
              <a:t>String </a:t>
            </a:r>
            <a:r>
              <a:rPr lang="en-US" sz="1200" kern="0" dirty="0" err="1">
                <a:solidFill>
                  <a:srgbClr val="000000"/>
                </a:solidFill>
                <a:latin typeface="Adobe Fan Heiti Std B" pitchFamily="34" charset="-128"/>
                <a:ea typeface="Adobe Fan Heiti Std B" pitchFamily="34" charset="-128"/>
              </a:rPr>
              <a:t>dni</a:t>
            </a:r>
            <a:r>
              <a:rPr lang="en-US" sz="1200" kern="0" dirty="0">
                <a:solidFill>
                  <a:srgbClr val="FF0000"/>
                </a:solidFill>
                <a:latin typeface="Adobe Fan Heiti Std B" pitchFamily="34" charset="-128"/>
                <a:ea typeface="Adobe Fan Heiti Std B" pitchFamily="34" charset="-128"/>
              </a:rPr>
              <a:t>)</a:t>
            </a:r>
            <a:r>
              <a:rPr lang="en-US" sz="1200" kern="0" dirty="0">
                <a:latin typeface="Adobe Fan Heiti Std B" pitchFamily="34" charset="-128"/>
                <a:ea typeface="Adobe Fan Heiti Std B" pitchFamily="34" charset="-128"/>
              </a:rPr>
              <a:t> { ... }</a:t>
            </a:r>
          </a:p>
          <a:p>
            <a:pPr marL="0" indent="0">
              <a:buNone/>
            </a:pPr>
            <a:r>
              <a:rPr lang="en-US" sz="1200" kern="0" dirty="0">
                <a:solidFill>
                  <a:schemeClr val="bg2">
                    <a:lumMod val="50000"/>
                  </a:schemeClr>
                </a:solidFill>
                <a:latin typeface="Adobe Fan Heiti Std B" pitchFamily="34" charset="-128"/>
                <a:ea typeface="Adobe Fan Heiti Std B" pitchFamily="34" charset="-128"/>
              </a:rPr>
              <a:t>    public </a:t>
            </a:r>
            <a:r>
              <a:rPr lang="en-US" sz="1200" kern="0" dirty="0">
                <a:latin typeface="Adobe Fan Heiti Std B" pitchFamily="34" charset="-128"/>
                <a:ea typeface="Adobe Fan Heiti Std B" pitchFamily="34" charset="-128"/>
              </a:rPr>
              <a:t>String </a:t>
            </a:r>
            <a:r>
              <a:rPr lang="en-US" sz="1200" kern="0" dirty="0" err="1">
                <a:solidFill>
                  <a:srgbClr val="FF0000"/>
                </a:solidFill>
                <a:latin typeface="Adobe Fan Heiti Std B" pitchFamily="34" charset="-128"/>
                <a:ea typeface="Adobe Fan Heiti Std B" pitchFamily="34" charset="-128"/>
              </a:rPr>
              <a:t>getNombre</a:t>
            </a:r>
            <a:r>
              <a:rPr lang="en-US" sz="1200" kern="0" dirty="0">
                <a:solidFill>
                  <a:srgbClr val="FF0000"/>
                </a:solidFill>
                <a:latin typeface="Adobe Fan Heiti Std B" pitchFamily="34" charset="-128"/>
                <a:ea typeface="Adobe Fan Heiti Std B" pitchFamily="34" charset="-128"/>
              </a:rPr>
              <a:t>()</a:t>
            </a:r>
            <a:r>
              <a:rPr lang="en-US" sz="1200" kern="0" dirty="0">
                <a:latin typeface="Adobe Fan Heiti Std B" pitchFamily="34" charset="-128"/>
                <a:ea typeface="Adobe Fan Heiti Std B" pitchFamily="34" charset="-128"/>
              </a:rPr>
              <a:t> { ... }</a:t>
            </a:r>
          </a:p>
          <a:p>
            <a:pPr marL="0" indent="0">
              <a:buNone/>
            </a:pPr>
            <a:r>
              <a:rPr lang="en-US" sz="1200" kern="0" dirty="0">
                <a:solidFill>
                  <a:schemeClr val="bg2">
                    <a:lumMod val="50000"/>
                  </a:schemeClr>
                </a:solidFill>
                <a:latin typeface="Adobe Fan Heiti Std B" pitchFamily="34" charset="-128"/>
                <a:ea typeface="Adobe Fan Heiti Std B" pitchFamily="34" charset="-128"/>
              </a:rPr>
              <a:t>    public </a:t>
            </a:r>
            <a:r>
              <a:rPr lang="en-US" sz="1200" kern="0" dirty="0">
                <a:latin typeface="Adobe Fan Heiti Std B" pitchFamily="34" charset="-128"/>
                <a:ea typeface="Adobe Fan Heiti Std B" pitchFamily="34" charset="-128"/>
              </a:rPr>
              <a:t>void </a:t>
            </a:r>
            <a:r>
              <a:rPr lang="en-US" sz="1200" kern="0" dirty="0" err="1">
                <a:solidFill>
                  <a:srgbClr val="FF0000"/>
                </a:solidFill>
                <a:latin typeface="Adobe Fan Heiti Std B" pitchFamily="34" charset="-128"/>
                <a:ea typeface="Adobe Fan Heiti Std B" pitchFamily="34" charset="-128"/>
              </a:rPr>
              <a:t>setNombre</a:t>
            </a:r>
            <a:r>
              <a:rPr lang="en-US" sz="1200" kern="0" dirty="0">
                <a:solidFill>
                  <a:srgbClr val="FF0000"/>
                </a:solidFill>
                <a:latin typeface="Adobe Fan Heiti Std B" pitchFamily="34" charset="-128"/>
                <a:ea typeface="Adobe Fan Heiti Std B" pitchFamily="34" charset="-128"/>
              </a:rPr>
              <a:t>(</a:t>
            </a:r>
            <a:r>
              <a:rPr lang="en-US" sz="1200" kern="0" dirty="0">
                <a:latin typeface="Adobe Fan Heiti Std B" pitchFamily="34" charset="-128"/>
                <a:ea typeface="Adobe Fan Heiti Std B" pitchFamily="34" charset="-128"/>
              </a:rPr>
              <a:t>String </a:t>
            </a:r>
            <a:r>
              <a:rPr lang="en-US" sz="1200" kern="0" dirty="0" err="1">
                <a:solidFill>
                  <a:srgbClr val="000000"/>
                </a:solidFill>
                <a:latin typeface="Adobe Fan Heiti Std B" pitchFamily="34" charset="-128"/>
                <a:ea typeface="Adobe Fan Heiti Std B" pitchFamily="34" charset="-128"/>
              </a:rPr>
              <a:t>nombre</a:t>
            </a:r>
            <a:r>
              <a:rPr lang="en-US" sz="1200" kern="0" dirty="0">
                <a:solidFill>
                  <a:srgbClr val="FF0000"/>
                </a:solidFill>
                <a:latin typeface="Adobe Fan Heiti Std B" pitchFamily="34" charset="-128"/>
                <a:ea typeface="Adobe Fan Heiti Std B" pitchFamily="34" charset="-128"/>
              </a:rPr>
              <a:t>)</a:t>
            </a:r>
            <a:r>
              <a:rPr lang="en-US" sz="1200" kern="0" dirty="0">
                <a:latin typeface="Adobe Fan Heiti Std B" pitchFamily="34" charset="-128"/>
                <a:ea typeface="Adobe Fan Heiti Std B" pitchFamily="34" charset="-128"/>
              </a:rPr>
              <a:t> { ... }</a:t>
            </a:r>
          </a:p>
          <a:p>
            <a:pPr marL="0" indent="0">
              <a:buNone/>
            </a:pPr>
            <a:r>
              <a:rPr lang="en-US" sz="1200" kern="0" dirty="0">
                <a:solidFill>
                  <a:schemeClr val="bg2">
                    <a:lumMod val="50000"/>
                  </a:schemeClr>
                </a:solidFill>
                <a:latin typeface="Adobe Fan Heiti Std B" pitchFamily="34" charset="-128"/>
                <a:ea typeface="Adobe Fan Heiti Std B" pitchFamily="34" charset="-128"/>
              </a:rPr>
              <a:t>    public </a:t>
            </a:r>
            <a:r>
              <a:rPr lang="en-US" sz="1200" kern="0" dirty="0">
                <a:latin typeface="Adobe Fan Heiti Std B" pitchFamily="34" charset="-128"/>
                <a:ea typeface="Adobe Fan Heiti Std B" pitchFamily="34" charset="-128"/>
              </a:rPr>
              <a:t>String </a:t>
            </a:r>
            <a:r>
              <a:rPr lang="en-US" sz="1200" kern="0" dirty="0" err="1">
                <a:solidFill>
                  <a:srgbClr val="FF0000"/>
                </a:solidFill>
                <a:latin typeface="Adobe Fan Heiti Std B" pitchFamily="34" charset="-128"/>
                <a:ea typeface="Adobe Fan Heiti Std B" pitchFamily="34" charset="-128"/>
              </a:rPr>
              <a:t>getMovil</a:t>
            </a:r>
            <a:r>
              <a:rPr lang="en-US" sz="1200" kern="0" dirty="0">
                <a:solidFill>
                  <a:srgbClr val="FF0000"/>
                </a:solidFill>
                <a:latin typeface="Adobe Fan Heiti Std B" pitchFamily="34" charset="-128"/>
                <a:ea typeface="Adobe Fan Heiti Std B" pitchFamily="34" charset="-128"/>
              </a:rPr>
              <a:t>()</a:t>
            </a:r>
            <a:r>
              <a:rPr lang="en-US" sz="1200" kern="0" dirty="0">
                <a:latin typeface="Adobe Fan Heiti Std B" pitchFamily="34" charset="-128"/>
                <a:ea typeface="Adobe Fan Heiti Std B" pitchFamily="34" charset="-128"/>
              </a:rPr>
              <a:t> { ... }</a:t>
            </a:r>
          </a:p>
          <a:p>
            <a:pPr marL="0" indent="0">
              <a:buNone/>
            </a:pPr>
            <a:r>
              <a:rPr lang="en-US" sz="1200" kern="0" dirty="0">
                <a:solidFill>
                  <a:schemeClr val="bg2">
                    <a:lumMod val="50000"/>
                  </a:schemeClr>
                </a:solidFill>
                <a:latin typeface="Adobe Fan Heiti Std B" pitchFamily="34" charset="-128"/>
                <a:ea typeface="Adobe Fan Heiti Std B" pitchFamily="34" charset="-128"/>
              </a:rPr>
              <a:t>    public </a:t>
            </a:r>
            <a:r>
              <a:rPr lang="en-US" sz="1200" kern="0" dirty="0">
                <a:latin typeface="Adobe Fan Heiti Std B" pitchFamily="34" charset="-128"/>
                <a:ea typeface="Adobe Fan Heiti Std B" pitchFamily="34" charset="-128"/>
              </a:rPr>
              <a:t>void </a:t>
            </a:r>
            <a:r>
              <a:rPr lang="en-US" sz="1200" kern="0" dirty="0" err="1">
                <a:solidFill>
                  <a:srgbClr val="FF0000"/>
                </a:solidFill>
                <a:latin typeface="Adobe Fan Heiti Std B" pitchFamily="34" charset="-128"/>
                <a:ea typeface="Adobe Fan Heiti Std B" pitchFamily="34" charset="-128"/>
              </a:rPr>
              <a:t>setMovil</a:t>
            </a:r>
            <a:r>
              <a:rPr lang="en-US" sz="1200" kern="0" dirty="0">
                <a:solidFill>
                  <a:srgbClr val="FF0000"/>
                </a:solidFill>
                <a:latin typeface="Adobe Fan Heiti Std B" pitchFamily="34" charset="-128"/>
                <a:ea typeface="Adobe Fan Heiti Std B" pitchFamily="34" charset="-128"/>
              </a:rPr>
              <a:t>(</a:t>
            </a:r>
            <a:r>
              <a:rPr lang="en-US" sz="1200" kern="0" dirty="0">
                <a:latin typeface="Adobe Fan Heiti Std B" pitchFamily="34" charset="-128"/>
                <a:ea typeface="Adobe Fan Heiti Std B" pitchFamily="34" charset="-128"/>
              </a:rPr>
              <a:t>String </a:t>
            </a:r>
            <a:r>
              <a:rPr lang="en-US" sz="1200" kern="0" dirty="0" err="1">
                <a:solidFill>
                  <a:srgbClr val="000000"/>
                </a:solidFill>
                <a:latin typeface="Adobe Fan Heiti Std B" pitchFamily="34" charset="-128"/>
                <a:ea typeface="Adobe Fan Heiti Std B" pitchFamily="34" charset="-128"/>
              </a:rPr>
              <a:t>movil</a:t>
            </a:r>
            <a:r>
              <a:rPr lang="en-US" sz="1200" kern="0" dirty="0">
                <a:solidFill>
                  <a:srgbClr val="FF0000"/>
                </a:solidFill>
                <a:latin typeface="Adobe Fan Heiti Std B" pitchFamily="34" charset="-128"/>
                <a:ea typeface="Adobe Fan Heiti Std B" pitchFamily="34" charset="-128"/>
              </a:rPr>
              <a:t>)</a:t>
            </a:r>
            <a:r>
              <a:rPr lang="en-US" sz="1200" kern="0" dirty="0">
                <a:latin typeface="Adobe Fan Heiti Std B" pitchFamily="34" charset="-128"/>
                <a:ea typeface="Adobe Fan Heiti Std B" pitchFamily="34" charset="-128"/>
              </a:rPr>
              <a:t> { ... }</a:t>
            </a:r>
          </a:p>
          <a:p>
            <a:pPr marL="0" indent="0">
              <a:buNone/>
            </a:pPr>
            <a:r>
              <a:rPr lang="en-US" sz="1200" kern="0" dirty="0">
                <a:latin typeface="Adobe Fan Heiti Std B" pitchFamily="34" charset="-128"/>
                <a:ea typeface="Adobe Fan Heiti Std B" pitchFamily="34" charset="-128"/>
              </a:rPr>
              <a:t>   </a:t>
            </a:r>
          </a:p>
          <a:p>
            <a:pPr marL="0" indent="0">
              <a:buNone/>
            </a:pPr>
            <a:r>
              <a:rPr lang="en-US" sz="1200" kern="0" dirty="0">
                <a:solidFill>
                  <a:schemeClr val="bg2">
                    <a:lumMod val="50000"/>
                  </a:schemeClr>
                </a:solidFill>
                <a:latin typeface="Adobe Fan Heiti Std B" pitchFamily="34" charset="-128"/>
                <a:ea typeface="Adobe Fan Heiti Std B" pitchFamily="34" charset="-128"/>
              </a:rPr>
              <a:t>    public </a:t>
            </a:r>
            <a:r>
              <a:rPr lang="en-US" sz="1200" kern="0" dirty="0">
                <a:latin typeface="Adobe Fan Heiti Std B" pitchFamily="34" charset="-128"/>
                <a:ea typeface="Adobe Fan Heiti Std B" pitchFamily="34" charset="-128"/>
              </a:rPr>
              <a:t>void </a:t>
            </a:r>
            <a:r>
              <a:rPr lang="en-US" sz="1200" kern="0" dirty="0" err="1">
                <a:solidFill>
                  <a:srgbClr val="FF0000"/>
                </a:solidFill>
                <a:latin typeface="Adobe Fan Heiti Std B" pitchFamily="34" charset="-128"/>
                <a:ea typeface="Adobe Fan Heiti Std B" pitchFamily="34" charset="-128"/>
              </a:rPr>
              <a:t>mostrarMovil</a:t>
            </a:r>
            <a:r>
              <a:rPr lang="en-US" sz="1200" kern="0" dirty="0">
                <a:solidFill>
                  <a:srgbClr val="FF0000"/>
                </a:solidFill>
                <a:latin typeface="Adobe Fan Heiti Std B" pitchFamily="34" charset="-128"/>
                <a:ea typeface="Adobe Fan Heiti Std B" pitchFamily="34" charset="-128"/>
              </a:rPr>
              <a:t>()</a:t>
            </a:r>
            <a:r>
              <a:rPr lang="en-US" sz="1200" kern="0" dirty="0">
                <a:latin typeface="Adobe Fan Heiti Std B" pitchFamily="34" charset="-128"/>
                <a:ea typeface="Adobe Fan Heiti Std B" pitchFamily="34" charset="-128"/>
              </a:rPr>
              <a:t> {</a:t>
            </a:r>
          </a:p>
          <a:p>
            <a:pPr marL="0" indent="0">
              <a:buNone/>
            </a:pPr>
            <a:r>
              <a:rPr lang="en-US" sz="1200" kern="0" dirty="0">
                <a:latin typeface="Adobe Fan Heiti Std B" pitchFamily="34" charset="-128"/>
                <a:ea typeface="Adobe Fan Heiti Std B" pitchFamily="34" charset="-128"/>
              </a:rPr>
              <a:t>        </a:t>
            </a:r>
            <a:r>
              <a:rPr lang="en-US" sz="1200" kern="0" dirty="0" err="1">
                <a:latin typeface="Adobe Fan Heiti Std B" pitchFamily="34" charset="-128"/>
                <a:ea typeface="Adobe Fan Heiti Std B" pitchFamily="34" charset="-128"/>
              </a:rPr>
              <a:t>System.out.</a:t>
            </a:r>
            <a:r>
              <a:rPr lang="en-US" sz="1200" kern="0" dirty="0" err="1">
                <a:solidFill>
                  <a:srgbClr val="FF0000"/>
                </a:solidFill>
                <a:latin typeface="Adobe Fan Heiti Std B" pitchFamily="34" charset="-128"/>
                <a:ea typeface="Adobe Fan Heiti Std B" pitchFamily="34" charset="-128"/>
              </a:rPr>
              <a:t>println</a:t>
            </a:r>
            <a:r>
              <a:rPr lang="en-US" sz="1200" kern="0" dirty="0">
                <a:solidFill>
                  <a:srgbClr val="FF0000"/>
                </a:solidFill>
                <a:latin typeface="Adobe Fan Heiti Std B" pitchFamily="34" charset="-128"/>
                <a:ea typeface="Adobe Fan Heiti Std B" pitchFamily="34" charset="-128"/>
              </a:rPr>
              <a:t>(</a:t>
            </a:r>
            <a:r>
              <a:rPr lang="en-US" sz="1200" kern="0" dirty="0">
                <a:solidFill>
                  <a:schemeClr val="bg2">
                    <a:lumMod val="50000"/>
                  </a:schemeClr>
                </a:solidFill>
                <a:latin typeface="Adobe Fan Heiti Std B" pitchFamily="34" charset="-128"/>
                <a:ea typeface="Adobe Fan Heiti Std B" pitchFamily="34" charset="-128"/>
              </a:rPr>
              <a:t>"</a:t>
            </a:r>
            <a:r>
              <a:rPr lang="en-US" sz="1200" kern="0" dirty="0" err="1">
                <a:solidFill>
                  <a:schemeClr val="bg2">
                    <a:lumMod val="50000"/>
                  </a:schemeClr>
                </a:solidFill>
                <a:latin typeface="Adobe Fan Heiti Std B" pitchFamily="34" charset="-128"/>
                <a:ea typeface="Adobe Fan Heiti Std B" pitchFamily="34" charset="-128"/>
              </a:rPr>
              <a:t>Movil</a:t>
            </a:r>
            <a:r>
              <a:rPr lang="en-US" sz="1200" kern="0" dirty="0">
                <a:solidFill>
                  <a:schemeClr val="bg2">
                    <a:lumMod val="50000"/>
                  </a:schemeClr>
                </a:solidFill>
                <a:latin typeface="Adobe Fan Heiti Std B" pitchFamily="34" charset="-128"/>
                <a:ea typeface="Adobe Fan Heiti Std B" pitchFamily="34" charset="-128"/>
              </a:rPr>
              <a:t>: "</a:t>
            </a:r>
            <a:r>
              <a:rPr lang="en-US" sz="1200" kern="0" dirty="0">
                <a:latin typeface="Adobe Fan Heiti Std B" pitchFamily="34" charset="-128"/>
                <a:ea typeface="Adobe Fan Heiti Std B" pitchFamily="34" charset="-128"/>
              </a:rPr>
              <a:t>+</a:t>
            </a:r>
            <a:r>
              <a:rPr lang="en-US" sz="1200" kern="0" dirty="0" err="1">
                <a:solidFill>
                  <a:srgbClr val="009900"/>
                </a:solidFill>
                <a:latin typeface="Adobe Fan Heiti Std B" pitchFamily="34" charset="-128"/>
                <a:ea typeface="Adobe Fan Heiti Std B" pitchFamily="34" charset="-128"/>
              </a:rPr>
              <a:t>movil</a:t>
            </a:r>
            <a:r>
              <a:rPr lang="en-US" sz="1200" kern="0" dirty="0">
                <a:solidFill>
                  <a:srgbClr val="FF0000"/>
                </a:solidFill>
                <a:latin typeface="Adobe Fan Heiti Std B" pitchFamily="34" charset="-128"/>
                <a:ea typeface="Adobe Fan Heiti Std B" pitchFamily="34" charset="-128"/>
              </a:rPr>
              <a:t>)</a:t>
            </a:r>
            <a:r>
              <a:rPr lang="en-US" sz="1200" kern="0" dirty="0">
                <a:latin typeface="Adobe Fan Heiti Std B" pitchFamily="34" charset="-128"/>
                <a:ea typeface="Adobe Fan Heiti Std B" pitchFamily="34" charset="-128"/>
              </a:rPr>
              <a:t>;</a:t>
            </a:r>
          </a:p>
          <a:p>
            <a:pPr marL="0" indent="0">
              <a:buNone/>
            </a:pPr>
            <a:r>
              <a:rPr lang="en-US" sz="1200" kern="0" dirty="0">
                <a:latin typeface="Adobe Fan Heiti Std B" pitchFamily="34" charset="-128"/>
                <a:ea typeface="Adobe Fan Heiti Std B" pitchFamily="34" charset="-128"/>
              </a:rPr>
              <a:t>    }</a:t>
            </a:r>
          </a:p>
          <a:p>
            <a:pPr marL="0" indent="0">
              <a:buNone/>
            </a:pPr>
            <a:r>
              <a:rPr lang="en-US" sz="1400" kern="0" dirty="0">
                <a:latin typeface="Adobe Fan Heiti Std B" pitchFamily="34" charset="-128"/>
                <a:ea typeface="Adobe Fan Heiti Std B" pitchFamily="34" charset="-128"/>
              </a:rPr>
              <a:t>}</a:t>
            </a:r>
          </a:p>
        </p:txBody>
      </p:sp>
      <p:sp>
        <p:nvSpPr>
          <p:cNvPr id="54" name="Rectangle 3"/>
          <p:cNvSpPr txBox="1">
            <a:spLocks noChangeArrowheads="1"/>
          </p:cNvSpPr>
          <p:nvPr/>
        </p:nvSpPr>
        <p:spPr bwMode="auto">
          <a:xfrm>
            <a:off x="4922211" y="1340768"/>
            <a:ext cx="3722578" cy="5040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chemeClr val="bg2">
                    <a:lumMod val="50000"/>
                  </a:schemeClr>
                </a:solidFill>
                <a:latin typeface="Adobe Fan Heiti Std B" pitchFamily="34" charset="-128"/>
                <a:ea typeface="Adobe Fan Heiti Std B" pitchFamily="34" charset="-128"/>
              </a:rPr>
              <a:t>public</a:t>
            </a:r>
            <a:r>
              <a:rPr lang="en-US" sz="1400" kern="0" dirty="0">
                <a:latin typeface="Adobe Fan Heiti Std B" pitchFamily="34" charset="-128"/>
                <a:ea typeface="Adobe Fan Heiti Std B" pitchFamily="34" charset="-128"/>
              </a:rPr>
              <a:t> class </a:t>
            </a:r>
            <a:r>
              <a:rPr lang="en-US" sz="1400" kern="0" dirty="0" err="1">
                <a:latin typeface="Adobe Fan Heiti Std B" pitchFamily="34" charset="-128"/>
                <a:ea typeface="Adobe Fan Heiti Std B" pitchFamily="34" charset="-128"/>
              </a:rPr>
              <a:t>Empleado</a:t>
            </a:r>
            <a:r>
              <a:rPr lang="en-US" sz="1400" kern="0" dirty="0">
                <a:latin typeface="Adobe Fan Heiti Std B" pitchFamily="34" charset="-128"/>
                <a:ea typeface="Adobe Fan Heiti Std B" pitchFamily="34" charset="-128"/>
              </a:rPr>
              <a:t> </a:t>
            </a:r>
            <a:r>
              <a:rPr lang="en-US" sz="1400" kern="0" dirty="0">
                <a:solidFill>
                  <a:srgbClr val="FF6600"/>
                </a:solidFill>
                <a:latin typeface="Adobe Gothic Std B" pitchFamily="34" charset="-128"/>
                <a:ea typeface="Adobe Gothic Std B" pitchFamily="34" charset="-128"/>
              </a:rPr>
              <a:t>extends Persona </a:t>
            </a:r>
            <a:r>
              <a:rPr lang="en-US" sz="1400" kern="0" dirty="0">
                <a:latin typeface="Adobe Fan Heiti Std B" pitchFamily="34" charset="-128"/>
                <a:ea typeface="Adobe Fan Heiti Std B" pitchFamily="34" charset="-128"/>
              </a:rPr>
              <a:t>{    </a:t>
            </a:r>
          </a:p>
          <a:p>
            <a:pPr marL="0" indent="0">
              <a:buNone/>
            </a:pPr>
            <a:r>
              <a:rPr lang="en-US" sz="1200" kern="0">
                <a:latin typeface="Adobe Fan Heiti Std B" pitchFamily="34" charset="-128"/>
                <a:ea typeface="Adobe Fan Heiti Std B" pitchFamily="34" charset="-128"/>
              </a:rPr>
              <a:t>    private String </a:t>
            </a:r>
            <a:r>
              <a:rPr lang="en-US" sz="1200" kern="0" dirty="0" err="1">
                <a:solidFill>
                  <a:srgbClr val="009900"/>
                </a:solidFill>
                <a:latin typeface="Adobe Fan Heiti Std B" pitchFamily="34" charset="-128"/>
                <a:ea typeface="Adobe Fan Heiti Std B" pitchFamily="34" charset="-128"/>
              </a:rPr>
              <a:t>movilE</a:t>
            </a:r>
            <a:r>
              <a:rPr lang="en-US" sz="1200" kern="0">
                <a:latin typeface="Adobe Fan Heiti Std B" pitchFamily="34" charset="-128"/>
                <a:ea typeface="Adobe Fan Heiti Std B" pitchFamily="34" charset="-128"/>
              </a:rPr>
              <a:t>;</a:t>
            </a:r>
            <a:r>
              <a:rPr lang="en-US" sz="1400" kern="0">
                <a:latin typeface="Adobe Fan Heiti Std B" pitchFamily="34" charset="-128"/>
                <a:ea typeface="Adobe Fan Heiti Std B" pitchFamily="34" charset="-128"/>
              </a:rPr>
              <a:t>   </a:t>
            </a:r>
            <a:r>
              <a:rPr lang="en-US" sz="1200" kern="0">
                <a:latin typeface="Adobe Fan Heiti Std B" pitchFamily="34" charset="-128"/>
                <a:ea typeface="Adobe Fan Heiti Std B" pitchFamily="34" charset="-128"/>
              </a:rPr>
              <a:t>    private float </a:t>
            </a:r>
            <a:r>
              <a:rPr lang="en-US" sz="1200" kern="0" dirty="0" err="1">
                <a:solidFill>
                  <a:srgbClr val="009900"/>
                </a:solidFill>
                <a:latin typeface="Adobe Fan Heiti Std B" pitchFamily="34" charset="-128"/>
                <a:ea typeface="Adobe Fan Heiti Std B" pitchFamily="34" charset="-128"/>
              </a:rPr>
              <a:t>sueldo</a:t>
            </a:r>
            <a:r>
              <a:rPr lang="en-US" sz="1200" kern="0" dirty="0">
                <a:latin typeface="Adobe Fan Heiti Std B" pitchFamily="34" charset="-128"/>
                <a:ea typeface="Adobe Fan Heiti Std B" pitchFamily="34" charset="-128"/>
              </a:rPr>
              <a:t>;</a:t>
            </a:r>
          </a:p>
          <a:p>
            <a:pPr marL="0" indent="0">
              <a:buNone/>
            </a:pPr>
            <a:endParaRPr lang="en-US" sz="1200" kern="0" dirty="0">
              <a:solidFill>
                <a:schemeClr val="bg2">
                  <a:lumMod val="50000"/>
                </a:schemeClr>
              </a:solidFill>
              <a:latin typeface="Adobe Fan Heiti Std B" pitchFamily="34" charset="-128"/>
              <a:ea typeface="Adobe Fan Heiti Std B" pitchFamily="34" charset="-128"/>
            </a:endParaRPr>
          </a:p>
          <a:p>
            <a:pPr marL="0" indent="0">
              <a:buNone/>
            </a:pPr>
            <a:r>
              <a:rPr lang="en-US" sz="1200" kern="0" dirty="0">
                <a:solidFill>
                  <a:schemeClr val="bg2">
                    <a:lumMod val="50000"/>
                  </a:schemeClr>
                </a:solidFill>
                <a:latin typeface="Adobe Fan Heiti Std B" pitchFamily="34" charset="-128"/>
                <a:ea typeface="Adobe Fan Heiti Std B" pitchFamily="34" charset="-128"/>
              </a:rPr>
              <a:t>public </a:t>
            </a:r>
            <a:r>
              <a:rPr lang="en-US" sz="1200" kern="0" dirty="0" err="1">
                <a:solidFill>
                  <a:srgbClr val="FF0000"/>
                </a:solidFill>
                <a:latin typeface="Adobe Fan Heiti Std B" pitchFamily="34" charset="-128"/>
                <a:ea typeface="Adobe Fan Heiti Std B" pitchFamily="34" charset="-128"/>
              </a:rPr>
              <a:t>Empleado</a:t>
            </a:r>
            <a:r>
              <a:rPr lang="en-US" sz="1200" kern="0" dirty="0">
                <a:solidFill>
                  <a:srgbClr val="FF0000"/>
                </a:solidFill>
                <a:latin typeface="Adobe Fan Heiti Std B" pitchFamily="34" charset="-128"/>
                <a:ea typeface="Adobe Fan Heiti Std B" pitchFamily="34" charset="-128"/>
              </a:rPr>
              <a:t>( </a:t>
            </a:r>
            <a:r>
              <a:rPr lang="en-US" sz="1200" kern="0" dirty="0">
                <a:latin typeface="Adobe Fan Heiti Std B" pitchFamily="34" charset="-128"/>
                <a:ea typeface="Adobe Fan Heiti Std B" pitchFamily="34" charset="-128"/>
              </a:rPr>
              <a:t>String </a:t>
            </a:r>
            <a:r>
              <a:rPr lang="en-US" sz="1200" kern="0" dirty="0" err="1">
                <a:solidFill>
                  <a:srgbClr val="000000"/>
                </a:solidFill>
                <a:latin typeface="Adobe Fan Heiti Std B" pitchFamily="34" charset="-128"/>
                <a:ea typeface="Adobe Fan Heiti Std B" pitchFamily="34" charset="-128"/>
              </a:rPr>
              <a:t>dni</a:t>
            </a:r>
            <a:r>
              <a:rPr lang="en-US" sz="1200" kern="0" dirty="0">
                <a:latin typeface="Adobe Fan Heiti Std B" pitchFamily="34" charset="-128"/>
                <a:ea typeface="Adobe Fan Heiti Std B" pitchFamily="34" charset="-128"/>
              </a:rPr>
              <a:t>, String </a:t>
            </a:r>
            <a:r>
              <a:rPr lang="en-US" sz="1200" kern="0" dirty="0" err="1">
                <a:solidFill>
                  <a:srgbClr val="000000"/>
                </a:solidFill>
                <a:latin typeface="Adobe Fan Heiti Std B" pitchFamily="34" charset="-128"/>
                <a:ea typeface="Adobe Fan Heiti Std B" pitchFamily="34" charset="-128"/>
              </a:rPr>
              <a:t>nombre</a:t>
            </a:r>
            <a:r>
              <a:rPr lang="en-US" sz="1200" kern="0" dirty="0">
                <a:latin typeface="Adobe Fan Heiti Std B" pitchFamily="34" charset="-128"/>
                <a:ea typeface="Adobe Fan Heiti Std B" pitchFamily="34" charset="-128"/>
              </a:rPr>
              <a:t>, </a:t>
            </a:r>
          </a:p>
          <a:p>
            <a:pPr marL="0" indent="0">
              <a:buNone/>
            </a:pPr>
            <a:r>
              <a:rPr lang="en-US" sz="1200" kern="0" dirty="0">
                <a:latin typeface="Adobe Fan Heiti Std B" pitchFamily="34" charset="-128"/>
                <a:ea typeface="Adobe Fan Heiti Std B" pitchFamily="34" charset="-128"/>
              </a:rPr>
              <a:t>             String </a:t>
            </a:r>
            <a:r>
              <a:rPr lang="en-US" sz="1200" kern="0" dirty="0" err="1">
                <a:solidFill>
                  <a:srgbClr val="000000"/>
                </a:solidFill>
                <a:latin typeface="Adobe Fan Heiti Std B" pitchFamily="34" charset="-128"/>
                <a:ea typeface="Adobe Fan Heiti Std B" pitchFamily="34" charset="-128"/>
              </a:rPr>
              <a:t>movil</a:t>
            </a:r>
            <a:r>
              <a:rPr lang="en-US" sz="1200" kern="0" dirty="0">
                <a:solidFill>
                  <a:srgbClr val="000000"/>
                </a:solidFill>
                <a:latin typeface="Adobe Fan Heiti Std B" pitchFamily="34" charset="-128"/>
                <a:ea typeface="Adobe Fan Heiti Std B" pitchFamily="34" charset="-128"/>
              </a:rPr>
              <a:t>, </a:t>
            </a:r>
            <a:r>
              <a:rPr lang="en-US" sz="1200" kern="0" dirty="0">
                <a:latin typeface="Adobe Fan Heiti Std B" pitchFamily="34" charset="-128"/>
                <a:ea typeface="Adobe Fan Heiti Std B" pitchFamily="34" charset="-128"/>
              </a:rPr>
              <a:t>String </a:t>
            </a:r>
            <a:r>
              <a:rPr lang="en-US" sz="1200" kern="0" dirty="0" err="1">
                <a:solidFill>
                  <a:srgbClr val="FF0000"/>
                </a:solidFill>
                <a:latin typeface="Adobe Gothic Std B" pitchFamily="34" charset="-128"/>
                <a:ea typeface="Adobe Gothic Std B" pitchFamily="34" charset="-128"/>
              </a:rPr>
              <a:t>movilE</a:t>
            </a:r>
            <a:r>
              <a:rPr lang="en-US" sz="1200" kern="0" dirty="0">
                <a:latin typeface="Adobe Fan Heiti Std B" pitchFamily="34" charset="-128"/>
                <a:ea typeface="Adobe Fan Heiti Std B" pitchFamily="34" charset="-128"/>
              </a:rPr>
              <a:t>, float </a:t>
            </a:r>
            <a:r>
              <a:rPr lang="en-US" sz="1200" kern="0" dirty="0" err="1">
                <a:solidFill>
                  <a:srgbClr val="FF0000"/>
                </a:solidFill>
                <a:latin typeface="Adobe Gothic Std B" pitchFamily="34" charset="-128"/>
                <a:ea typeface="Adobe Gothic Std B" pitchFamily="34" charset="-128"/>
              </a:rPr>
              <a:t>sueldo</a:t>
            </a:r>
            <a:r>
              <a:rPr lang="en-US" sz="1200" kern="0" dirty="0">
                <a:solidFill>
                  <a:srgbClr val="FF0000"/>
                </a:solidFill>
                <a:latin typeface="Adobe Fan Heiti Std B" pitchFamily="34" charset="-128"/>
                <a:ea typeface="Adobe Fan Heiti Std B" pitchFamily="34" charset="-128"/>
              </a:rPr>
              <a:t>)</a:t>
            </a:r>
            <a:r>
              <a:rPr lang="en-US" sz="1200" kern="0" dirty="0">
                <a:latin typeface="Adobe Fan Heiti Std B" pitchFamily="34" charset="-128"/>
                <a:ea typeface="Adobe Fan Heiti Std B" pitchFamily="34" charset="-128"/>
              </a:rPr>
              <a:t> {</a:t>
            </a:r>
          </a:p>
          <a:p>
            <a:pPr marL="0" indent="0">
              <a:buNone/>
            </a:pPr>
            <a:r>
              <a:rPr lang="en-US" sz="1200" kern="0" dirty="0">
                <a:latin typeface="Adobe Fan Heiti Std B" pitchFamily="34" charset="-128"/>
                <a:ea typeface="Adobe Fan Heiti Std B" pitchFamily="34" charset="-128"/>
              </a:rPr>
              <a:t>        </a:t>
            </a:r>
            <a:r>
              <a:rPr lang="en-US" sz="1200" kern="0" dirty="0">
                <a:solidFill>
                  <a:srgbClr val="FF3300"/>
                </a:solidFill>
                <a:latin typeface="Adobe Fan Heiti Std B" pitchFamily="34" charset="-128"/>
                <a:ea typeface="Adobe Fan Heiti Std B" pitchFamily="34" charset="-128"/>
              </a:rPr>
              <a:t>super(</a:t>
            </a:r>
            <a:r>
              <a:rPr lang="en-US" sz="1200" kern="0" dirty="0">
                <a:latin typeface="Adobe Fan Heiti Std B" pitchFamily="34" charset="-128"/>
                <a:ea typeface="Adobe Fan Heiti Std B" pitchFamily="34" charset="-128"/>
              </a:rPr>
              <a:t> </a:t>
            </a:r>
            <a:r>
              <a:rPr lang="en-US" sz="1200" kern="0" dirty="0" err="1">
                <a:solidFill>
                  <a:srgbClr val="000000"/>
                </a:solidFill>
                <a:latin typeface="Adobe Fan Heiti Std B" pitchFamily="34" charset="-128"/>
                <a:ea typeface="Adobe Fan Heiti Std B" pitchFamily="34" charset="-128"/>
              </a:rPr>
              <a:t>dni</a:t>
            </a:r>
            <a:r>
              <a:rPr lang="en-US" sz="1200" kern="0" dirty="0">
                <a:latin typeface="Adobe Fan Heiti Std B" pitchFamily="34" charset="-128"/>
                <a:ea typeface="Adobe Fan Heiti Std B" pitchFamily="34" charset="-128"/>
              </a:rPr>
              <a:t>, </a:t>
            </a:r>
            <a:r>
              <a:rPr lang="en-US" sz="1200" kern="0" dirty="0" err="1">
                <a:solidFill>
                  <a:srgbClr val="000000"/>
                </a:solidFill>
                <a:latin typeface="Adobe Fan Heiti Std B" pitchFamily="34" charset="-128"/>
                <a:ea typeface="Adobe Fan Heiti Std B" pitchFamily="34" charset="-128"/>
              </a:rPr>
              <a:t>nombre</a:t>
            </a:r>
            <a:r>
              <a:rPr lang="en-US" sz="1200" kern="0" dirty="0">
                <a:latin typeface="Adobe Fan Heiti Std B" pitchFamily="34" charset="-128"/>
                <a:ea typeface="Adobe Fan Heiti Std B" pitchFamily="34" charset="-128"/>
              </a:rPr>
              <a:t>, </a:t>
            </a:r>
            <a:r>
              <a:rPr lang="en-US" sz="1200" kern="0" dirty="0" err="1">
                <a:solidFill>
                  <a:srgbClr val="000000"/>
                </a:solidFill>
                <a:latin typeface="Adobe Fan Heiti Std B" pitchFamily="34" charset="-128"/>
                <a:ea typeface="Adobe Fan Heiti Std B" pitchFamily="34" charset="-128"/>
              </a:rPr>
              <a:t>movil</a:t>
            </a:r>
            <a:r>
              <a:rPr lang="en-US" sz="1200" kern="0" dirty="0">
                <a:solidFill>
                  <a:srgbClr val="FF3300"/>
                </a:solidFill>
                <a:latin typeface="Adobe Fan Heiti Std B" pitchFamily="34" charset="-128"/>
                <a:ea typeface="Adobe Fan Heiti Std B" pitchFamily="34" charset="-128"/>
              </a:rPr>
              <a:t>)</a:t>
            </a:r>
            <a:r>
              <a:rPr lang="en-US" sz="1200" kern="0" dirty="0">
                <a:latin typeface="Adobe Fan Heiti Std B" pitchFamily="34" charset="-128"/>
                <a:ea typeface="Adobe Fan Heiti Std B" pitchFamily="34" charset="-128"/>
              </a:rPr>
              <a:t>;</a:t>
            </a:r>
          </a:p>
          <a:p>
            <a:pPr marL="0" indent="0">
              <a:buNone/>
            </a:pPr>
            <a:r>
              <a:rPr lang="en-US" sz="1200" kern="0" dirty="0">
                <a:latin typeface="Adobe Fan Heiti Std B" pitchFamily="34" charset="-128"/>
                <a:ea typeface="Adobe Fan Heiti Std B" pitchFamily="34" charset="-128"/>
              </a:rPr>
              <a:t>        </a:t>
            </a:r>
            <a:r>
              <a:rPr lang="en-US" sz="1200" kern="0" dirty="0" err="1">
                <a:latin typeface="Adobe Fan Heiti Std B" pitchFamily="34" charset="-128"/>
                <a:ea typeface="Adobe Fan Heiti Std B" pitchFamily="34" charset="-128"/>
              </a:rPr>
              <a:t>this.</a:t>
            </a:r>
            <a:r>
              <a:rPr lang="en-US" sz="1200" kern="0" dirty="0" err="1">
                <a:solidFill>
                  <a:srgbClr val="009900"/>
                </a:solidFill>
                <a:latin typeface="Adobe Fan Heiti Std B" pitchFamily="34" charset="-128"/>
                <a:ea typeface="Adobe Fan Heiti Std B" pitchFamily="34" charset="-128"/>
              </a:rPr>
              <a:t>movilE</a:t>
            </a:r>
            <a:r>
              <a:rPr lang="en-US" sz="1200" kern="0" dirty="0">
                <a:latin typeface="Adobe Fan Heiti Std B" pitchFamily="34" charset="-128"/>
                <a:ea typeface="Adobe Fan Heiti Std B" pitchFamily="34" charset="-128"/>
              </a:rPr>
              <a:t> = </a:t>
            </a:r>
            <a:r>
              <a:rPr lang="en-US" sz="1200" kern="0" dirty="0" err="1">
                <a:solidFill>
                  <a:srgbClr val="000000"/>
                </a:solidFill>
                <a:latin typeface="Adobe Fan Heiti Std B" pitchFamily="34" charset="-128"/>
                <a:ea typeface="Adobe Fan Heiti Std B" pitchFamily="34" charset="-128"/>
              </a:rPr>
              <a:t>movilE</a:t>
            </a:r>
            <a:r>
              <a:rPr lang="en-US" sz="1200" kern="0" dirty="0">
                <a:latin typeface="Adobe Fan Heiti Std B" pitchFamily="34" charset="-128"/>
                <a:ea typeface="Adobe Fan Heiti Std B" pitchFamily="34" charset="-128"/>
              </a:rPr>
              <a:t>;</a:t>
            </a:r>
          </a:p>
          <a:p>
            <a:pPr marL="0" indent="0">
              <a:buNone/>
            </a:pPr>
            <a:r>
              <a:rPr lang="en-US" sz="1200" kern="0" dirty="0">
                <a:latin typeface="Adobe Fan Heiti Std B" pitchFamily="34" charset="-128"/>
                <a:ea typeface="Adobe Fan Heiti Std B" pitchFamily="34" charset="-128"/>
              </a:rPr>
              <a:t>        </a:t>
            </a:r>
            <a:r>
              <a:rPr lang="en-US" sz="1200" kern="0" dirty="0" err="1">
                <a:latin typeface="Adobe Fan Heiti Std B" pitchFamily="34" charset="-128"/>
                <a:ea typeface="Adobe Fan Heiti Std B" pitchFamily="34" charset="-128"/>
              </a:rPr>
              <a:t>this.</a:t>
            </a:r>
            <a:r>
              <a:rPr lang="en-US" sz="1200" kern="0" dirty="0" err="1">
                <a:solidFill>
                  <a:srgbClr val="009900"/>
                </a:solidFill>
                <a:latin typeface="Adobe Fan Heiti Std B" pitchFamily="34" charset="-128"/>
                <a:ea typeface="Adobe Fan Heiti Std B" pitchFamily="34" charset="-128"/>
              </a:rPr>
              <a:t>sueldo</a:t>
            </a:r>
            <a:r>
              <a:rPr lang="en-US" sz="1200" kern="0" dirty="0">
                <a:latin typeface="Adobe Fan Heiti Std B" pitchFamily="34" charset="-128"/>
                <a:ea typeface="Adobe Fan Heiti Std B" pitchFamily="34" charset="-128"/>
              </a:rPr>
              <a:t> = </a:t>
            </a:r>
            <a:r>
              <a:rPr lang="en-US" sz="1200" kern="0" dirty="0" err="1">
                <a:solidFill>
                  <a:srgbClr val="000000"/>
                </a:solidFill>
                <a:latin typeface="Adobe Fan Heiti Std B" pitchFamily="34" charset="-128"/>
                <a:ea typeface="Adobe Fan Heiti Std B" pitchFamily="34" charset="-128"/>
              </a:rPr>
              <a:t>sueldo</a:t>
            </a:r>
            <a:r>
              <a:rPr lang="en-US" sz="1200" kern="0" dirty="0">
                <a:latin typeface="Adobe Fan Heiti Std B" pitchFamily="34" charset="-128"/>
                <a:ea typeface="Adobe Fan Heiti Std B" pitchFamily="34" charset="-128"/>
              </a:rPr>
              <a:t>;</a:t>
            </a:r>
          </a:p>
          <a:p>
            <a:pPr marL="0" indent="0">
              <a:buNone/>
            </a:pPr>
            <a:r>
              <a:rPr lang="en-US" sz="1200" kern="0" dirty="0">
                <a:latin typeface="Adobe Fan Heiti Std B" pitchFamily="34" charset="-128"/>
                <a:ea typeface="Adobe Fan Heiti Std B" pitchFamily="34" charset="-128"/>
              </a:rPr>
              <a:t>}</a:t>
            </a:r>
          </a:p>
          <a:p>
            <a:pPr marL="0" indent="0">
              <a:buNone/>
            </a:pPr>
            <a:endParaRPr lang="en-US" sz="1200" kern="0" dirty="0">
              <a:latin typeface="Adobe Fan Heiti Std B" pitchFamily="34" charset="-128"/>
              <a:ea typeface="Adobe Fan Heiti Std B" pitchFamily="34" charset="-128"/>
            </a:endParaRPr>
          </a:p>
          <a:p>
            <a:pPr marL="0" indent="0">
              <a:buNone/>
            </a:pPr>
            <a:r>
              <a:rPr lang="en-US" sz="1200" kern="0" dirty="0">
                <a:latin typeface="Adobe Fan Heiti Std B" pitchFamily="34" charset="-128"/>
                <a:ea typeface="Adobe Fan Heiti Std B" pitchFamily="34" charset="-128"/>
              </a:rPr>
              <a:t>   </a:t>
            </a:r>
            <a:r>
              <a:rPr lang="en-US" sz="1200" kern="0" dirty="0">
                <a:solidFill>
                  <a:schemeClr val="bg2">
                    <a:lumMod val="50000"/>
                  </a:schemeClr>
                </a:solidFill>
                <a:latin typeface="Adobe Fan Heiti Std B" pitchFamily="34" charset="-128"/>
                <a:ea typeface="Adobe Fan Heiti Std B" pitchFamily="34" charset="-128"/>
              </a:rPr>
              <a:t> public </a:t>
            </a:r>
            <a:r>
              <a:rPr lang="en-US" sz="1200" kern="0" dirty="0">
                <a:latin typeface="Adobe Fan Heiti Std B" pitchFamily="34" charset="-128"/>
                <a:ea typeface="Adobe Fan Heiti Std B" pitchFamily="34" charset="-128"/>
              </a:rPr>
              <a:t>String </a:t>
            </a:r>
            <a:r>
              <a:rPr lang="en-US" sz="1200" kern="0" dirty="0" err="1">
                <a:solidFill>
                  <a:srgbClr val="FF0000"/>
                </a:solidFill>
                <a:latin typeface="Adobe Fan Heiti Std B" pitchFamily="34" charset="-128"/>
                <a:ea typeface="Adobe Fan Heiti Std B" pitchFamily="34" charset="-128"/>
              </a:rPr>
              <a:t>getMovilE</a:t>
            </a:r>
            <a:r>
              <a:rPr lang="en-US" sz="1200" kern="0" dirty="0">
                <a:solidFill>
                  <a:srgbClr val="FF0000"/>
                </a:solidFill>
                <a:latin typeface="Adobe Fan Heiti Std B" pitchFamily="34" charset="-128"/>
                <a:ea typeface="Adobe Fan Heiti Std B" pitchFamily="34" charset="-128"/>
              </a:rPr>
              <a:t>()</a:t>
            </a:r>
            <a:r>
              <a:rPr lang="en-US" sz="1200" kern="0" dirty="0">
                <a:latin typeface="Adobe Fan Heiti Std B" pitchFamily="34" charset="-128"/>
                <a:ea typeface="Adobe Fan Heiti Std B" pitchFamily="34" charset="-128"/>
              </a:rPr>
              <a:t> { ... }</a:t>
            </a:r>
          </a:p>
          <a:p>
            <a:pPr marL="0" indent="0">
              <a:buNone/>
            </a:pPr>
            <a:r>
              <a:rPr lang="en-US" sz="1200" kern="0" dirty="0">
                <a:solidFill>
                  <a:schemeClr val="bg2">
                    <a:lumMod val="50000"/>
                  </a:schemeClr>
                </a:solidFill>
                <a:latin typeface="Adobe Fan Heiti Std B" pitchFamily="34" charset="-128"/>
                <a:ea typeface="Adobe Fan Heiti Std B" pitchFamily="34" charset="-128"/>
              </a:rPr>
              <a:t>    public </a:t>
            </a:r>
            <a:r>
              <a:rPr lang="en-US" sz="1200" kern="0" dirty="0">
                <a:latin typeface="Adobe Fan Heiti Std B" pitchFamily="34" charset="-128"/>
                <a:ea typeface="Adobe Fan Heiti Std B" pitchFamily="34" charset="-128"/>
              </a:rPr>
              <a:t>void </a:t>
            </a:r>
            <a:r>
              <a:rPr lang="en-US" sz="1200" kern="0" dirty="0" err="1">
                <a:solidFill>
                  <a:srgbClr val="FF0000"/>
                </a:solidFill>
                <a:latin typeface="Adobe Fan Heiti Std B" pitchFamily="34" charset="-128"/>
                <a:ea typeface="Adobe Fan Heiti Std B" pitchFamily="34" charset="-128"/>
              </a:rPr>
              <a:t>setMovilE</a:t>
            </a:r>
            <a:r>
              <a:rPr lang="en-US" sz="1200" kern="0" dirty="0">
                <a:solidFill>
                  <a:srgbClr val="FF0000"/>
                </a:solidFill>
                <a:latin typeface="Adobe Fan Heiti Std B" pitchFamily="34" charset="-128"/>
                <a:ea typeface="Adobe Fan Heiti Std B" pitchFamily="34" charset="-128"/>
              </a:rPr>
              <a:t>(</a:t>
            </a:r>
            <a:r>
              <a:rPr lang="en-US" sz="1200" kern="0" dirty="0">
                <a:latin typeface="Adobe Fan Heiti Std B" pitchFamily="34" charset="-128"/>
                <a:ea typeface="Adobe Fan Heiti Std B" pitchFamily="34" charset="-128"/>
              </a:rPr>
              <a:t>String </a:t>
            </a:r>
            <a:r>
              <a:rPr lang="en-US" sz="1200" kern="0" dirty="0" err="1">
                <a:solidFill>
                  <a:srgbClr val="000000"/>
                </a:solidFill>
                <a:latin typeface="Adobe Fan Heiti Std B" pitchFamily="34" charset="-128"/>
                <a:ea typeface="Adobe Fan Heiti Std B" pitchFamily="34" charset="-128"/>
              </a:rPr>
              <a:t>movilE</a:t>
            </a:r>
            <a:r>
              <a:rPr lang="en-US" sz="1200" kern="0" dirty="0">
                <a:solidFill>
                  <a:srgbClr val="FF0000"/>
                </a:solidFill>
                <a:latin typeface="Adobe Fan Heiti Std B" pitchFamily="34" charset="-128"/>
                <a:ea typeface="Adobe Fan Heiti Std B" pitchFamily="34" charset="-128"/>
              </a:rPr>
              <a:t>)</a:t>
            </a:r>
            <a:r>
              <a:rPr lang="en-US" sz="1200" kern="0" dirty="0">
                <a:latin typeface="Adobe Fan Heiti Std B" pitchFamily="34" charset="-128"/>
                <a:ea typeface="Adobe Fan Heiti Std B" pitchFamily="34" charset="-128"/>
              </a:rPr>
              <a:t> { ... }</a:t>
            </a:r>
          </a:p>
          <a:p>
            <a:pPr marL="0" indent="0">
              <a:buNone/>
            </a:pPr>
            <a:r>
              <a:rPr lang="en-US" sz="1200" kern="0" dirty="0">
                <a:solidFill>
                  <a:schemeClr val="bg2">
                    <a:lumMod val="50000"/>
                  </a:schemeClr>
                </a:solidFill>
                <a:latin typeface="Adobe Fan Heiti Std B" pitchFamily="34" charset="-128"/>
                <a:ea typeface="Adobe Fan Heiti Std B" pitchFamily="34" charset="-128"/>
              </a:rPr>
              <a:t>    public </a:t>
            </a:r>
            <a:r>
              <a:rPr lang="en-US" sz="1200" kern="0" dirty="0">
                <a:latin typeface="Adobe Fan Heiti Std B" pitchFamily="34" charset="-128"/>
                <a:ea typeface="Adobe Fan Heiti Std B" pitchFamily="34" charset="-128"/>
              </a:rPr>
              <a:t>float </a:t>
            </a:r>
            <a:r>
              <a:rPr lang="en-US" sz="1200" kern="0" dirty="0" err="1">
                <a:solidFill>
                  <a:srgbClr val="FF0000"/>
                </a:solidFill>
                <a:latin typeface="Adobe Fan Heiti Std B" pitchFamily="34" charset="-128"/>
                <a:ea typeface="Adobe Fan Heiti Std B" pitchFamily="34" charset="-128"/>
              </a:rPr>
              <a:t>getSueldo</a:t>
            </a:r>
            <a:r>
              <a:rPr lang="en-US" sz="1200" kern="0" dirty="0">
                <a:solidFill>
                  <a:srgbClr val="FF0000"/>
                </a:solidFill>
                <a:latin typeface="Adobe Fan Heiti Std B" pitchFamily="34" charset="-128"/>
                <a:ea typeface="Adobe Fan Heiti Std B" pitchFamily="34" charset="-128"/>
              </a:rPr>
              <a:t>()</a:t>
            </a:r>
            <a:r>
              <a:rPr lang="en-US" sz="1200" kern="0" dirty="0">
                <a:latin typeface="Adobe Fan Heiti Std B" pitchFamily="34" charset="-128"/>
                <a:ea typeface="Adobe Fan Heiti Std B" pitchFamily="34" charset="-128"/>
              </a:rPr>
              <a:t> { ... }</a:t>
            </a:r>
          </a:p>
          <a:p>
            <a:pPr marL="0" indent="0">
              <a:buNone/>
            </a:pPr>
            <a:r>
              <a:rPr lang="en-US" sz="1200" kern="0" dirty="0">
                <a:solidFill>
                  <a:schemeClr val="bg2">
                    <a:lumMod val="50000"/>
                  </a:schemeClr>
                </a:solidFill>
                <a:latin typeface="Adobe Fan Heiti Std B" pitchFamily="34" charset="-128"/>
                <a:ea typeface="Adobe Fan Heiti Std B" pitchFamily="34" charset="-128"/>
              </a:rPr>
              <a:t>    public </a:t>
            </a:r>
            <a:r>
              <a:rPr lang="en-US" sz="1200" kern="0" dirty="0">
                <a:latin typeface="Adobe Fan Heiti Std B" pitchFamily="34" charset="-128"/>
                <a:ea typeface="Adobe Fan Heiti Std B" pitchFamily="34" charset="-128"/>
              </a:rPr>
              <a:t>void </a:t>
            </a:r>
            <a:r>
              <a:rPr lang="en-US" sz="1200" kern="0" dirty="0" err="1">
                <a:solidFill>
                  <a:srgbClr val="FF0000"/>
                </a:solidFill>
                <a:latin typeface="Adobe Fan Heiti Std B" pitchFamily="34" charset="-128"/>
                <a:ea typeface="Adobe Fan Heiti Std B" pitchFamily="34" charset="-128"/>
              </a:rPr>
              <a:t>setSueldo</a:t>
            </a:r>
            <a:r>
              <a:rPr lang="en-US" sz="1200" kern="0" dirty="0">
                <a:solidFill>
                  <a:srgbClr val="FF0000"/>
                </a:solidFill>
                <a:latin typeface="Adobe Fan Heiti Std B" pitchFamily="34" charset="-128"/>
                <a:ea typeface="Adobe Fan Heiti Std B" pitchFamily="34" charset="-128"/>
              </a:rPr>
              <a:t>(</a:t>
            </a:r>
            <a:r>
              <a:rPr lang="en-US" sz="1200" kern="0" dirty="0">
                <a:latin typeface="Adobe Fan Heiti Std B" pitchFamily="34" charset="-128"/>
                <a:ea typeface="Adobe Fan Heiti Std B" pitchFamily="34" charset="-128"/>
              </a:rPr>
              <a:t>float </a:t>
            </a:r>
            <a:r>
              <a:rPr lang="en-US" sz="1200" kern="0" dirty="0" err="1">
                <a:solidFill>
                  <a:srgbClr val="000000"/>
                </a:solidFill>
                <a:latin typeface="Adobe Fan Heiti Std B" pitchFamily="34" charset="-128"/>
                <a:ea typeface="Adobe Fan Heiti Std B" pitchFamily="34" charset="-128"/>
              </a:rPr>
              <a:t>sueldo</a:t>
            </a:r>
            <a:r>
              <a:rPr lang="en-US" sz="1200" kern="0" dirty="0">
                <a:solidFill>
                  <a:srgbClr val="FF0000"/>
                </a:solidFill>
                <a:latin typeface="Adobe Fan Heiti Std B" pitchFamily="34" charset="-128"/>
                <a:ea typeface="Adobe Fan Heiti Std B" pitchFamily="34" charset="-128"/>
              </a:rPr>
              <a:t>)</a:t>
            </a:r>
            <a:r>
              <a:rPr lang="en-US" sz="1200" kern="0" dirty="0">
                <a:latin typeface="Adobe Fan Heiti Std B" pitchFamily="34" charset="-128"/>
                <a:ea typeface="Adobe Fan Heiti Std B" pitchFamily="34" charset="-128"/>
              </a:rPr>
              <a:t> { ... }</a:t>
            </a:r>
          </a:p>
          <a:p>
            <a:pPr marL="0" indent="0">
              <a:buNone/>
            </a:pPr>
            <a:r>
              <a:rPr lang="en-US" sz="1200" kern="0" dirty="0">
                <a:latin typeface="Adobe Fan Heiti Std B" pitchFamily="34" charset="-128"/>
                <a:ea typeface="Adobe Fan Heiti Std B" pitchFamily="34" charset="-128"/>
              </a:rPr>
              <a:t> </a:t>
            </a:r>
          </a:p>
          <a:p>
            <a:pPr marL="0" indent="0">
              <a:buNone/>
            </a:pPr>
            <a:r>
              <a:rPr lang="en-US" sz="1200" kern="0" dirty="0">
                <a:solidFill>
                  <a:srgbClr val="CC66FF"/>
                </a:solidFill>
                <a:latin typeface="Adobe Fan Heiti Std B" pitchFamily="34" charset="-128"/>
                <a:ea typeface="Adobe Fan Heiti Std B" pitchFamily="34" charset="-128"/>
              </a:rPr>
              <a:t>    @Override</a:t>
            </a:r>
          </a:p>
          <a:p>
            <a:pPr marL="0" indent="0">
              <a:buNone/>
            </a:pPr>
            <a:r>
              <a:rPr lang="en-US" sz="1200" kern="0" dirty="0">
                <a:solidFill>
                  <a:schemeClr val="bg2">
                    <a:lumMod val="50000"/>
                  </a:schemeClr>
                </a:solidFill>
                <a:latin typeface="Adobe Fan Heiti Std B" pitchFamily="34" charset="-128"/>
                <a:ea typeface="Adobe Fan Heiti Std B" pitchFamily="34" charset="-128"/>
              </a:rPr>
              <a:t>    public </a:t>
            </a:r>
            <a:r>
              <a:rPr lang="en-US" sz="1200" kern="0" dirty="0">
                <a:latin typeface="Adobe Fan Heiti Std B" pitchFamily="34" charset="-128"/>
                <a:ea typeface="Adobe Fan Heiti Std B" pitchFamily="34" charset="-128"/>
              </a:rPr>
              <a:t>void </a:t>
            </a:r>
            <a:r>
              <a:rPr lang="en-US" sz="1200" kern="0" dirty="0" err="1">
                <a:solidFill>
                  <a:srgbClr val="FF0000"/>
                </a:solidFill>
                <a:latin typeface="Adobe Fan Heiti Std B" pitchFamily="34" charset="-128"/>
                <a:ea typeface="Adobe Fan Heiti Std B" pitchFamily="34" charset="-128"/>
              </a:rPr>
              <a:t>mostrarMovil</a:t>
            </a:r>
            <a:r>
              <a:rPr lang="en-US" sz="1200" kern="0" dirty="0">
                <a:solidFill>
                  <a:srgbClr val="FF0000"/>
                </a:solidFill>
                <a:latin typeface="Adobe Fan Heiti Std B" pitchFamily="34" charset="-128"/>
                <a:ea typeface="Adobe Fan Heiti Std B" pitchFamily="34" charset="-128"/>
              </a:rPr>
              <a:t>()</a:t>
            </a:r>
            <a:r>
              <a:rPr lang="en-US" sz="1200" kern="0" dirty="0">
                <a:latin typeface="Adobe Fan Heiti Std B" pitchFamily="34" charset="-128"/>
                <a:ea typeface="Adobe Fan Heiti Std B" pitchFamily="34" charset="-128"/>
              </a:rPr>
              <a:t> {</a:t>
            </a:r>
          </a:p>
          <a:p>
            <a:pPr marL="0" indent="0">
              <a:buNone/>
            </a:pPr>
            <a:r>
              <a:rPr lang="en-US" sz="1200" kern="0" dirty="0">
                <a:latin typeface="Adobe Fan Heiti Std B" pitchFamily="34" charset="-128"/>
                <a:ea typeface="Adobe Fan Heiti Std B" pitchFamily="34" charset="-128"/>
              </a:rPr>
              <a:t>        </a:t>
            </a:r>
            <a:r>
              <a:rPr lang="en-US" sz="1200" kern="0" dirty="0" err="1">
                <a:latin typeface="Adobe Fan Heiti Std B" pitchFamily="34" charset="-128"/>
                <a:ea typeface="Adobe Fan Heiti Std B" pitchFamily="34" charset="-128"/>
              </a:rPr>
              <a:t>System.out.</a:t>
            </a:r>
            <a:r>
              <a:rPr lang="en-US" sz="1200" kern="0" dirty="0" err="1">
                <a:solidFill>
                  <a:srgbClr val="FF0000"/>
                </a:solidFill>
                <a:latin typeface="Adobe Fan Heiti Std B" pitchFamily="34" charset="-128"/>
                <a:ea typeface="Adobe Fan Heiti Std B" pitchFamily="34" charset="-128"/>
              </a:rPr>
              <a:t>println</a:t>
            </a:r>
            <a:r>
              <a:rPr lang="en-US" sz="1200" kern="0" dirty="0">
                <a:solidFill>
                  <a:srgbClr val="FF0000"/>
                </a:solidFill>
                <a:latin typeface="Adobe Fan Heiti Std B" pitchFamily="34" charset="-128"/>
                <a:ea typeface="Adobe Fan Heiti Std B" pitchFamily="34" charset="-128"/>
              </a:rPr>
              <a:t>(</a:t>
            </a:r>
            <a:r>
              <a:rPr lang="en-US" sz="1200" kern="0" dirty="0">
                <a:solidFill>
                  <a:schemeClr val="bg2">
                    <a:lumMod val="50000"/>
                  </a:schemeClr>
                </a:solidFill>
                <a:latin typeface="Adobe Fan Heiti Std B" pitchFamily="34" charset="-128"/>
                <a:ea typeface="Adobe Fan Heiti Std B" pitchFamily="34" charset="-128"/>
              </a:rPr>
              <a:t>"</a:t>
            </a:r>
            <a:r>
              <a:rPr lang="en-US" sz="1200" kern="0" dirty="0" err="1">
                <a:solidFill>
                  <a:schemeClr val="bg2">
                    <a:lumMod val="50000"/>
                  </a:schemeClr>
                </a:solidFill>
                <a:latin typeface="Adobe Fan Heiti Std B" pitchFamily="34" charset="-128"/>
                <a:ea typeface="Adobe Fan Heiti Std B" pitchFamily="34" charset="-128"/>
              </a:rPr>
              <a:t>Movil</a:t>
            </a:r>
            <a:r>
              <a:rPr lang="en-US" sz="1200" kern="0" dirty="0">
                <a:solidFill>
                  <a:schemeClr val="bg2">
                    <a:lumMod val="50000"/>
                  </a:schemeClr>
                </a:solidFill>
                <a:latin typeface="Adobe Fan Heiti Std B" pitchFamily="34" charset="-128"/>
                <a:ea typeface="Adobe Fan Heiti Std B" pitchFamily="34" charset="-128"/>
              </a:rPr>
              <a:t>: "</a:t>
            </a:r>
            <a:r>
              <a:rPr lang="en-US" sz="1200" kern="0" dirty="0">
                <a:latin typeface="Adobe Fan Heiti Std B" pitchFamily="34" charset="-128"/>
                <a:ea typeface="Adobe Fan Heiti Std B" pitchFamily="34" charset="-128"/>
              </a:rPr>
              <a:t>+</a:t>
            </a:r>
            <a:r>
              <a:rPr lang="en-US" sz="1200" kern="0" dirty="0" err="1">
                <a:solidFill>
                  <a:srgbClr val="009900"/>
                </a:solidFill>
                <a:latin typeface="Adobe Fan Heiti Std B" pitchFamily="34" charset="-128"/>
                <a:ea typeface="Adobe Fan Heiti Std B" pitchFamily="34" charset="-128"/>
              </a:rPr>
              <a:t>movilE</a:t>
            </a:r>
            <a:r>
              <a:rPr lang="en-US" sz="1200" kern="0" dirty="0">
                <a:solidFill>
                  <a:srgbClr val="FF0000"/>
                </a:solidFill>
                <a:latin typeface="Adobe Fan Heiti Std B" pitchFamily="34" charset="-128"/>
                <a:ea typeface="Adobe Fan Heiti Std B" pitchFamily="34" charset="-128"/>
              </a:rPr>
              <a:t>)</a:t>
            </a:r>
            <a:r>
              <a:rPr lang="en-US" sz="1200" kern="0" dirty="0">
                <a:latin typeface="Adobe Fan Heiti Std B" pitchFamily="34" charset="-128"/>
                <a:ea typeface="Adobe Fan Heiti Std B" pitchFamily="34" charset="-128"/>
              </a:rPr>
              <a:t>;</a:t>
            </a:r>
          </a:p>
          <a:p>
            <a:pPr marL="0" indent="0">
              <a:buNone/>
            </a:pPr>
            <a:r>
              <a:rPr lang="en-US" sz="1200" kern="0" dirty="0">
                <a:latin typeface="Adobe Fan Heiti Std B" pitchFamily="34" charset="-128"/>
                <a:ea typeface="Adobe Fan Heiti Std B" pitchFamily="34" charset="-128"/>
              </a:rPr>
              <a:t>         </a:t>
            </a:r>
            <a:r>
              <a:rPr lang="en-US" sz="1200" kern="0" dirty="0" err="1">
                <a:solidFill>
                  <a:srgbClr val="CC66FF"/>
                </a:solidFill>
                <a:latin typeface="Adobe Gothic Std B" pitchFamily="34" charset="-128"/>
                <a:ea typeface="Adobe Gothic Std B" pitchFamily="34" charset="-128"/>
              </a:rPr>
              <a:t>super.</a:t>
            </a:r>
            <a:r>
              <a:rPr lang="en-US" sz="1200" kern="0" dirty="0" err="1">
                <a:solidFill>
                  <a:srgbClr val="FF0000"/>
                </a:solidFill>
                <a:latin typeface="Adobe Fan Heiti Std B" pitchFamily="34" charset="-128"/>
                <a:ea typeface="Adobe Fan Heiti Std B" pitchFamily="34" charset="-128"/>
              </a:rPr>
              <a:t>mostrarMovil</a:t>
            </a:r>
            <a:r>
              <a:rPr lang="en-US" sz="1200" kern="0" dirty="0">
                <a:solidFill>
                  <a:srgbClr val="FF0000"/>
                </a:solidFill>
                <a:latin typeface="Adobe Fan Heiti Std B" pitchFamily="34" charset="-128"/>
                <a:ea typeface="Adobe Fan Heiti Std B" pitchFamily="34" charset="-128"/>
              </a:rPr>
              <a:t>()</a:t>
            </a:r>
            <a:r>
              <a:rPr lang="en-US" sz="1200" kern="0" dirty="0">
                <a:latin typeface="Adobe Fan Heiti Std B" pitchFamily="34" charset="-128"/>
                <a:ea typeface="Adobe Fan Heiti Std B" pitchFamily="34" charset="-128"/>
              </a:rPr>
              <a:t>;</a:t>
            </a:r>
          </a:p>
          <a:p>
            <a:pPr marL="0" indent="0">
              <a:buNone/>
            </a:pPr>
            <a:r>
              <a:rPr lang="en-US" sz="1200" kern="0" dirty="0">
                <a:latin typeface="Adobe Fan Heiti Std B" pitchFamily="34" charset="-128"/>
                <a:ea typeface="Adobe Fan Heiti Std B" pitchFamily="34" charset="-128"/>
              </a:rPr>
              <a:t>    }</a:t>
            </a:r>
          </a:p>
          <a:p>
            <a:pPr marL="0" indent="0">
              <a:buNone/>
            </a:pPr>
            <a:r>
              <a:rPr lang="en-US" sz="1400" kern="0" dirty="0">
                <a:latin typeface="Adobe Fan Heiti Std B" pitchFamily="34" charset="-128"/>
                <a:ea typeface="Adobe Fan Heiti Std B" pitchFamily="34" charset="-128"/>
              </a:rPr>
              <a:t>}</a:t>
            </a:r>
          </a:p>
        </p:txBody>
      </p:sp>
      <p:sp>
        <p:nvSpPr>
          <p:cNvPr id="56" name="Rectangle 3"/>
          <p:cNvSpPr txBox="1">
            <a:spLocks noChangeArrowheads="1"/>
          </p:cNvSpPr>
          <p:nvPr/>
        </p:nvSpPr>
        <p:spPr bwMode="auto">
          <a:xfrm>
            <a:off x="5196830" y="2505002"/>
            <a:ext cx="1861289" cy="772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200" kern="0" dirty="0" err="1">
                <a:latin typeface="Adobe Fan Heiti Std B" pitchFamily="34" charset="-128"/>
                <a:ea typeface="Adobe Fan Heiti Std B" pitchFamily="34" charset="-128"/>
              </a:rPr>
              <a:t>this.</a:t>
            </a:r>
            <a:r>
              <a:rPr lang="en-US" sz="1200" kern="0" dirty="0" err="1">
                <a:solidFill>
                  <a:srgbClr val="009900"/>
                </a:solidFill>
                <a:latin typeface="Adobe Fan Heiti Std B" pitchFamily="34" charset="-128"/>
                <a:ea typeface="Adobe Fan Heiti Std B" pitchFamily="34" charset="-128"/>
              </a:rPr>
              <a:t>dni</a:t>
            </a:r>
            <a:r>
              <a:rPr lang="en-US" sz="1200" kern="0" dirty="0">
                <a:latin typeface="Adobe Fan Heiti Std B" pitchFamily="34" charset="-128"/>
                <a:ea typeface="Adobe Fan Heiti Std B" pitchFamily="34" charset="-128"/>
              </a:rPr>
              <a:t> = </a:t>
            </a:r>
            <a:r>
              <a:rPr lang="en-US" sz="1200" kern="0" dirty="0" err="1">
                <a:solidFill>
                  <a:srgbClr val="000000"/>
                </a:solidFill>
                <a:latin typeface="Adobe Fan Heiti Std B" pitchFamily="34" charset="-128"/>
                <a:ea typeface="Adobe Fan Heiti Std B" pitchFamily="34" charset="-128"/>
              </a:rPr>
              <a:t>dni</a:t>
            </a:r>
            <a:r>
              <a:rPr lang="en-US" sz="1200" kern="0" dirty="0">
                <a:latin typeface="Adobe Fan Heiti Std B" pitchFamily="34" charset="-128"/>
                <a:ea typeface="Adobe Fan Heiti Std B" pitchFamily="34" charset="-128"/>
              </a:rPr>
              <a:t>;</a:t>
            </a:r>
          </a:p>
          <a:p>
            <a:pPr marL="0" indent="0">
              <a:buNone/>
            </a:pPr>
            <a:r>
              <a:rPr lang="en-US" sz="1200" kern="0" dirty="0" err="1">
                <a:latin typeface="Adobe Fan Heiti Std B" pitchFamily="34" charset="-128"/>
                <a:ea typeface="Adobe Fan Heiti Std B" pitchFamily="34" charset="-128"/>
              </a:rPr>
              <a:t>this.</a:t>
            </a:r>
            <a:r>
              <a:rPr lang="en-US" sz="1200" kern="0" dirty="0" err="1">
                <a:solidFill>
                  <a:srgbClr val="009900"/>
                </a:solidFill>
                <a:latin typeface="Adobe Fan Heiti Std B" pitchFamily="34" charset="-128"/>
                <a:ea typeface="Adobe Fan Heiti Std B" pitchFamily="34" charset="-128"/>
              </a:rPr>
              <a:t>nombre</a:t>
            </a:r>
            <a:r>
              <a:rPr lang="en-US" sz="1200" kern="0" dirty="0">
                <a:latin typeface="Adobe Fan Heiti Std B" pitchFamily="34" charset="-128"/>
                <a:ea typeface="Adobe Fan Heiti Std B" pitchFamily="34" charset="-128"/>
              </a:rPr>
              <a:t> = </a:t>
            </a:r>
            <a:r>
              <a:rPr lang="en-US" sz="1200" kern="0" dirty="0" err="1">
                <a:solidFill>
                  <a:srgbClr val="000000"/>
                </a:solidFill>
                <a:latin typeface="Adobe Fan Heiti Std B" pitchFamily="34" charset="-128"/>
                <a:ea typeface="Adobe Fan Heiti Std B" pitchFamily="34" charset="-128"/>
              </a:rPr>
              <a:t>nombr</a:t>
            </a:r>
            <a:r>
              <a:rPr lang="en-US" sz="1200" kern="0" dirty="0" err="1">
                <a:latin typeface="Adobe Fan Heiti Std B" pitchFamily="34" charset="-128"/>
                <a:ea typeface="Adobe Fan Heiti Std B" pitchFamily="34" charset="-128"/>
              </a:rPr>
              <a:t>e</a:t>
            </a:r>
            <a:r>
              <a:rPr lang="en-US" sz="1200" kern="0" dirty="0">
                <a:latin typeface="Adobe Fan Heiti Std B" pitchFamily="34" charset="-128"/>
                <a:ea typeface="Adobe Fan Heiti Std B" pitchFamily="34" charset="-128"/>
              </a:rPr>
              <a:t>;</a:t>
            </a:r>
          </a:p>
          <a:p>
            <a:pPr marL="0" indent="0">
              <a:buNone/>
            </a:pPr>
            <a:r>
              <a:rPr lang="en-US" sz="1200" kern="0" dirty="0" err="1">
                <a:latin typeface="Adobe Fan Heiti Std B" pitchFamily="34" charset="-128"/>
                <a:ea typeface="Adobe Fan Heiti Std B" pitchFamily="34" charset="-128"/>
              </a:rPr>
              <a:t>this.</a:t>
            </a:r>
            <a:r>
              <a:rPr lang="en-US" sz="1200" kern="0" dirty="0" err="1">
                <a:solidFill>
                  <a:srgbClr val="009900"/>
                </a:solidFill>
                <a:latin typeface="Adobe Fan Heiti Std B" pitchFamily="34" charset="-128"/>
                <a:ea typeface="Adobe Fan Heiti Std B" pitchFamily="34" charset="-128"/>
              </a:rPr>
              <a:t>movil</a:t>
            </a:r>
            <a:r>
              <a:rPr lang="en-US" sz="1200" kern="0" dirty="0">
                <a:latin typeface="Adobe Fan Heiti Std B" pitchFamily="34" charset="-128"/>
                <a:ea typeface="Adobe Fan Heiti Std B" pitchFamily="34" charset="-128"/>
              </a:rPr>
              <a:t> = </a:t>
            </a:r>
            <a:r>
              <a:rPr lang="en-US" sz="1200" kern="0" dirty="0" err="1">
                <a:solidFill>
                  <a:srgbClr val="000000"/>
                </a:solidFill>
                <a:latin typeface="Adobe Fan Heiti Std B" pitchFamily="34" charset="-128"/>
                <a:ea typeface="Adobe Fan Heiti Std B" pitchFamily="34" charset="-128"/>
              </a:rPr>
              <a:t>movil</a:t>
            </a:r>
            <a:r>
              <a:rPr lang="en-US" sz="1200" kern="0" dirty="0">
                <a:latin typeface="Adobe Fan Heiti Std B" pitchFamily="34" charset="-128"/>
                <a:ea typeface="Adobe Fan Heiti Std B" pitchFamily="34" charset="-128"/>
              </a:rPr>
              <a:t>;</a:t>
            </a:r>
            <a:endParaRPr lang="en-US" sz="1400" kern="0" dirty="0">
              <a:latin typeface="Adobe Fan Heiti Std B" pitchFamily="34" charset="-128"/>
              <a:ea typeface="Adobe Fan Heiti Std B" pitchFamily="34" charset="-128"/>
            </a:endParaRPr>
          </a:p>
        </p:txBody>
      </p:sp>
      <p:cxnSp>
        <p:nvCxnSpPr>
          <p:cNvPr id="57" name="56 Conector recto de flecha"/>
          <p:cNvCxnSpPr/>
          <p:nvPr/>
        </p:nvCxnSpPr>
        <p:spPr bwMode="auto">
          <a:xfrm flipH="1" flipV="1">
            <a:off x="2195737" y="2150240"/>
            <a:ext cx="3024679" cy="486672"/>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cxnSp>
        <p:nvCxnSpPr>
          <p:cNvPr id="6" name="5 Conector recto de flecha"/>
          <p:cNvCxnSpPr/>
          <p:nvPr/>
        </p:nvCxnSpPr>
        <p:spPr bwMode="auto">
          <a:xfrm flipH="1" flipV="1">
            <a:off x="3765176" y="2393576"/>
            <a:ext cx="1455240" cy="243336"/>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cxnSp>
        <p:nvCxnSpPr>
          <p:cNvPr id="58" name="57 Conector recto de flecha"/>
          <p:cNvCxnSpPr/>
          <p:nvPr/>
        </p:nvCxnSpPr>
        <p:spPr bwMode="auto">
          <a:xfrm flipH="1" flipV="1">
            <a:off x="2783541" y="5459506"/>
            <a:ext cx="2454804" cy="46111"/>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1342006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36">
                                            <p:txEl>
                                              <p:pRg st="0" end="0"/>
                                            </p:txEl>
                                          </p:spTgt>
                                        </p:tgtEl>
                                        <p:attrNameLst>
                                          <p:attrName>style.visibility</p:attrName>
                                        </p:attrNameLst>
                                      </p:cBhvr>
                                      <p:to>
                                        <p:strVal val="visible"/>
                                      </p:to>
                                    </p:set>
                                    <p:anim calcmode="lin" valueType="num">
                                      <p:cBhvr>
                                        <p:cTn id="12" dur="500" fill="hold"/>
                                        <p:tgtEl>
                                          <p:spTgt spid="36">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36">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36">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36">
                                            <p:txEl>
                                              <p:pRg st="1" end="1"/>
                                            </p:txEl>
                                          </p:spTgt>
                                        </p:tgtEl>
                                        <p:attrNameLst>
                                          <p:attrName>style.visibility</p:attrName>
                                        </p:attrNameLst>
                                      </p:cBhvr>
                                      <p:to>
                                        <p:strVal val="visible"/>
                                      </p:to>
                                    </p:set>
                                    <p:anim calcmode="lin" valueType="num">
                                      <p:cBhvr>
                                        <p:cTn id="19" dur="500" fill="hold"/>
                                        <p:tgtEl>
                                          <p:spTgt spid="36">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36">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36">
                                            <p:txEl>
                                              <p:pRg st="1" end="1"/>
                                            </p:txEl>
                                          </p:spTgt>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36">
                                            <p:txEl>
                                              <p:pRg st="3" end="3"/>
                                            </p:txEl>
                                          </p:spTgt>
                                        </p:tgtEl>
                                        <p:attrNameLst>
                                          <p:attrName>style.visibility</p:attrName>
                                        </p:attrNameLst>
                                      </p:cBhvr>
                                      <p:to>
                                        <p:strVal val="visible"/>
                                      </p:to>
                                    </p:set>
                                    <p:anim calcmode="lin" valueType="num">
                                      <p:cBhvr>
                                        <p:cTn id="24" dur="500" fill="hold"/>
                                        <p:tgtEl>
                                          <p:spTgt spid="36">
                                            <p:txEl>
                                              <p:pRg st="3" end="3"/>
                                            </p:txEl>
                                          </p:spTgt>
                                        </p:tgtEl>
                                        <p:attrNameLst>
                                          <p:attrName>ppt_w</p:attrName>
                                        </p:attrNameLst>
                                      </p:cBhvr>
                                      <p:tavLst>
                                        <p:tav tm="0">
                                          <p:val>
                                            <p:fltVal val="0"/>
                                          </p:val>
                                        </p:tav>
                                        <p:tav tm="100000">
                                          <p:val>
                                            <p:strVal val="#ppt_w"/>
                                          </p:val>
                                        </p:tav>
                                      </p:tavLst>
                                    </p:anim>
                                    <p:anim calcmode="lin" valueType="num">
                                      <p:cBhvr>
                                        <p:cTn id="25" dur="500" fill="hold"/>
                                        <p:tgtEl>
                                          <p:spTgt spid="36">
                                            <p:txEl>
                                              <p:pRg st="3" end="3"/>
                                            </p:txEl>
                                          </p:spTgt>
                                        </p:tgtEl>
                                        <p:attrNameLst>
                                          <p:attrName>ppt_h</p:attrName>
                                        </p:attrNameLst>
                                      </p:cBhvr>
                                      <p:tavLst>
                                        <p:tav tm="0">
                                          <p:val>
                                            <p:fltVal val="0"/>
                                          </p:val>
                                        </p:tav>
                                        <p:tav tm="100000">
                                          <p:val>
                                            <p:strVal val="#ppt_h"/>
                                          </p:val>
                                        </p:tav>
                                      </p:tavLst>
                                    </p:anim>
                                    <p:animEffect transition="in" filter="fade">
                                      <p:cBhvr>
                                        <p:cTn id="26" dur="500"/>
                                        <p:tgtEl>
                                          <p:spTgt spid="36">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36">
                                            <p:txEl>
                                              <p:pRg st="4" end="4"/>
                                            </p:txEl>
                                          </p:spTgt>
                                        </p:tgtEl>
                                        <p:attrNameLst>
                                          <p:attrName>style.visibility</p:attrName>
                                        </p:attrNameLst>
                                      </p:cBhvr>
                                      <p:to>
                                        <p:strVal val="visible"/>
                                      </p:to>
                                    </p:set>
                                    <p:anim calcmode="lin" valueType="num">
                                      <p:cBhvr>
                                        <p:cTn id="31" dur="500" fill="hold"/>
                                        <p:tgtEl>
                                          <p:spTgt spid="36">
                                            <p:txEl>
                                              <p:pRg st="4" end="4"/>
                                            </p:txEl>
                                          </p:spTgt>
                                        </p:tgtEl>
                                        <p:attrNameLst>
                                          <p:attrName>ppt_w</p:attrName>
                                        </p:attrNameLst>
                                      </p:cBhvr>
                                      <p:tavLst>
                                        <p:tav tm="0">
                                          <p:val>
                                            <p:fltVal val="0"/>
                                          </p:val>
                                        </p:tav>
                                        <p:tav tm="100000">
                                          <p:val>
                                            <p:strVal val="#ppt_w"/>
                                          </p:val>
                                        </p:tav>
                                      </p:tavLst>
                                    </p:anim>
                                    <p:anim calcmode="lin" valueType="num">
                                      <p:cBhvr>
                                        <p:cTn id="32" dur="500" fill="hold"/>
                                        <p:tgtEl>
                                          <p:spTgt spid="36">
                                            <p:txEl>
                                              <p:pRg st="4" end="4"/>
                                            </p:txEl>
                                          </p:spTgt>
                                        </p:tgtEl>
                                        <p:attrNameLst>
                                          <p:attrName>ppt_h</p:attrName>
                                        </p:attrNameLst>
                                      </p:cBhvr>
                                      <p:tavLst>
                                        <p:tav tm="0">
                                          <p:val>
                                            <p:fltVal val="0"/>
                                          </p:val>
                                        </p:tav>
                                        <p:tav tm="100000">
                                          <p:val>
                                            <p:strVal val="#ppt_h"/>
                                          </p:val>
                                        </p:tav>
                                      </p:tavLst>
                                    </p:anim>
                                    <p:animEffect transition="in" filter="fade">
                                      <p:cBhvr>
                                        <p:cTn id="33" dur="500"/>
                                        <p:tgtEl>
                                          <p:spTgt spid="36">
                                            <p:txEl>
                                              <p:pRg st="4" end="4"/>
                                            </p:txEl>
                                          </p:spTgt>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36">
                                            <p:txEl>
                                              <p:pRg st="5" end="5"/>
                                            </p:txEl>
                                          </p:spTgt>
                                        </p:tgtEl>
                                        <p:attrNameLst>
                                          <p:attrName>style.visibility</p:attrName>
                                        </p:attrNameLst>
                                      </p:cBhvr>
                                      <p:to>
                                        <p:strVal val="visible"/>
                                      </p:to>
                                    </p:set>
                                    <p:anim calcmode="lin" valueType="num">
                                      <p:cBhvr>
                                        <p:cTn id="36" dur="500" fill="hold"/>
                                        <p:tgtEl>
                                          <p:spTgt spid="36">
                                            <p:txEl>
                                              <p:pRg st="5" end="5"/>
                                            </p:txEl>
                                          </p:spTgt>
                                        </p:tgtEl>
                                        <p:attrNameLst>
                                          <p:attrName>ppt_w</p:attrName>
                                        </p:attrNameLst>
                                      </p:cBhvr>
                                      <p:tavLst>
                                        <p:tav tm="0">
                                          <p:val>
                                            <p:fltVal val="0"/>
                                          </p:val>
                                        </p:tav>
                                        <p:tav tm="100000">
                                          <p:val>
                                            <p:strVal val="#ppt_w"/>
                                          </p:val>
                                        </p:tav>
                                      </p:tavLst>
                                    </p:anim>
                                    <p:anim calcmode="lin" valueType="num">
                                      <p:cBhvr>
                                        <p:cTn id="37" dur="500" fill="hold"/>
                                        <p:tgtEl>
                                          <p:spTgt spid="36">
                                            <p:txEl>
                                              <p:pRg st="5" end="5"/>
                                            </p:txEl>
                                          </p:spTgt>
                                        </p:tgtEl>
                                        <p:attrNameLst>
                                          <p:attrName>ppt_h</p:attrName>
                                        </p:attrNameLst>
                                      </p:cBhvr>
                                      <p:tavLst>
                                        <p:tav tm="0">
                                          <p:val>
                                            <p:fltVal val="0"/>
                                          </p:val>
                                        </p:tav>
                                        <p:tav tm="100000">
                                          <p:val>
                                            <p:strVal val="#ppt_h"/>
                                          </p:val>
                                        </p:tav>
                                      </p:tavLst>
                                    </p:anim>
                                    <p:animEffect transition="in" filter="fade">
                                      <p:cBhvr>
                                        <p:cTn id="38" dur="500"/>
                                        <p:tgtEl>
                                          <p:spTgt spid="36">
                                            <p:txEl>
                                              <p:pRg st="5" end="5"/>
                                            </p:txEl>
                                          </p:spTgt>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36">
                                            <p:txEl>
                                              <p:pRg st="6" end="6"/>
                                            </p:txEl>
                                          </p:spTgt>
                                        </p:tgtEl>
                                        <p:attrNameLst>
                                          <p:attrName>style.visibility</p:attrName>
                                        </p:attrNameLst>
                                      </p:cBhvr>
                                      <p:to>
                                        <p:strVal val="visible"/>
                                      </p:to>
                                    </p:set>
                                    <p:anim calcmode="lin" valueType="num">
                                      <p:cBhvr>
                                        <p:cTn id="41" dur="500" fill="hold"/>
                                        <p:tgtEl>
                                          <p:spTgt spid="36">
                                            <p:txEl>
                                              <p:pRg st="6" end="6"/>
                                            </p:txEl>
                                          </p:spTgt>
                                        </p:tgtEl>
                                        <p:attrNameLst>
                                          <p:attrName>ppt_w</p:attrName>
                                        </p:attrNameLst>
                                      </p:cBhvr>
                                      <p:tavLst>
                                        <p:tav tm="0">
                                          <p:val>
                                            <p:fltVal val="0"/>
                                          </p:val>
                                        </p:tav>
                                        <p:tav tm="100000">
                                          <p:val>
                                            <p:strVal val="#ppt_w"/>
                                          </p:val>
                                        </p:tav>
                                      </p:tavLst>
                                    </p:anim>
                                    <p:anim calcmode="lin" valueType="num">
                                      <p:cBhvr>
                                        <p:cTn id="42" dur="500" fill="hold"/>
                                        <p:tgtEl>
                                          <p:spTgt spid="36">
                                            <p:txEl>
                                              <p:pRg st="6" end="6"/>
                                            </p:txEl>
                                          </p:spTgt>
                                        </p:tgtEl>
                                        <p:attrNameLst>
                                          <p:attrName>ppt_h</p:attrName>
                                        </p:attrNameLst>
                                      </p:cBhvr>
                                      <p:tavLst>
                                        <p:tav tm="0">
                                          <p:val>
                                            <p:fltVal val="0"/>
                                          </p:val>
                                        </p:tav>
                                        <p:tav tm="100000">
                                          <p:val>
                                            <p:strVal val="#ppt_h"/>
                                          </p:val>
                                        </p:tav>
                                      </p:tavLst>
                                    </p:anim>
                                    <p:animEffect transition="in" filter="fade">
                                      <p:cBhvr>
                                        <p:cTn id="43" dur="500"/>
                                        <p:tgtEl>
                                          <p:spTgt spid="36">
                                            <p:txEl>
                                              <p:pRg st="6" end="6"/>
                                            </p:txEl>
                                          </p:spTgt>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36">
                                            <p:txEl>
                                              <p:pRg st="7" end="7"/>
                                            </p:txEl>
                                          </p:spTgt>
                                        </p:tgtEl>
                                        <p:attrNameLst>
                                          <p:attrName>style.visibility</p:attrName>
                                        </p:attrNameLst>
                                      </p:cBhvr>
                                      <p:to>
                                        <p:strVal val="visible"/>
                                      </p:to>
                                    </p:set>
                                    <p:anim calcmode="lin" valueType="num">
                                      <p:cBhvr>
                                        <p:cTn id="46" dur="500" fill="hold"/>
                                        <p:tgtEl>
                                          <p:spTgt spid="36">
                                            <p:txEl>
                                              <p:pRg st="7" end="7"/>
                                            </p:txEl>
                                          </p:spTgt>
                                        </p:tgtEl>
                                        <p:attrNameLst>
                                          <p:attrName>ppt_w</p:attrName>
                                        </p:attrNameLst>
                                      </p:cBhvr>
                                      <p:tavLst>
                                        <p:tav tm="0">
                                          <p:val>
                                            <p:fltVal val="0"/>
                                          </p:val>
                                        </p:tav>
                                        <p:tav tm="100000">
                                          <p:val>
                                            <p:strVal val="#ppt_w"/>
                                          </p:val>
                                        </p:tav>
                                      </p:tavLst>
                                    </p:anim>
                                    <p:anim calcmode="lin" valueType="num">
                                      <p:cBhvr>
                                        <p:cTn id="47" dur="500" fill="hold"/>
                                        <p:tgtEl>
                                          <p:spTgt spid="36">
                                            <p:txEl>
                                              <p:pRg st="7" end="7"/>
                                            </p:txEl>
                                          </p:spTgt>
                                        </p:tgtEl>
                                        <p:attrNameLst>
                                          <p:attrName>ppt_h</p:attrName>
                                        </p:attrNameLst>
                                      </p:cBhvr>
                                      <p:tavLst>
                                        <p:tav tm="0">
                                          <p:val>
                                            <p:fltVal val="0"/>
                                          </p:val>
                                        </p:tav>
                                        <p:tav tm="100000">
                                          <p:val>
                                            <p:strVal val="#ppt_h"/>
                                          </p:val>
                                        </p:tav>
                                      </p:tavLst>
                                    </p:anim>
                                    <p:animEffect transition="in" filter="fade">
                                      <p:cBhvr>
                                        <p:cTn id="48" dur="500"/>
                                        <p:tgtEl>
                                          <p:spTgt spid="36">
                                            <p:txEl>
                                              <p:pRg st="7" end="7"/>
                                            </p:txEl>
                                          </p:spTgt>
                                        </p:tgtEl>
                                      </p:cBhvr>
                                    </p:animEffect>
                                  </p:childTnLst>
                                </p:cTn>
                              </p:par>
                              <p:par>
                                <p:cTn id="49" presetID="53" presetClass="entr" presetSubtype="16" fill="hold" grpId="0" nodeType="withEffect">
                                  <p:stCondLst>
                                    <p:cond delay="0"/>
                                  </p:stCondLst>
                                  <p:childTnLst>
                                    <p:set>
                                      <p:cBhvr>
                                        <p:cTn id="50" dur="1" fill="hold">
                                          <p:stCondLst>
                                            <p:cond delay="0"/>
                                          </p:stCondLst>
                                        </p:cTn>
                                        <p:tgtEl>
                                          <p:spTgt spid="36">
                                            <p:txEl>
                                              <p:pRg st="8" end="8"/>
                                            </p:txEl>
                                          </p:spTgt>
                                        </p:tgtEl>
                                        <p:attrNameLst>
                                          <p:attrName>style.visibility</p:attrName>
                                        </p:attrNameLst>
                                      </p:cBhvr>
                                      <p:to>
                                        <p:strVal val="visible"/>
                                      </p:to>
                                    </p:set>
                                    <p:anim calcmode="lin" valueType="num">
                                      <p:cBhvr>
                                        <p:cTn id="51" dur="500" fill="hold"/>
                                        <p:tgtEl>
                                          <p:spTgt spid="36">
                                            <p:txEl>
                                              <p:pRg st="8" end="8"/>
                                            </p:txEl>
                                          </p:spTgt>
                                        </p:tgtEl>
                                        <p:attrNameLst>
                                          <p:attrName>ppt_w</p:attrName>
                                        </p:attrNameLst>
                                      </p:cBhvr>
                                      <p:tavLst>
                                        <p:tav tm="0">
                                          <p:val>
                                            <p:fltVal val="0"/>
                                          </p:val>
                                        </p:tav>
                                        <p:tav tm="100000">
                                          <p:val>
                                            <p:strVal val="#ppt_w"/>
                                          </p:val>
                                        </p:tav>
                                      </p:tavLst>
                                    </p:anim>
                                    <p:anim calcmode="lin" valueType="num">
                                      <p:cBhvr>
                                        <p:cTn id="52" dur="500" fill="hold"/>
                                        <p:tgtEl>
                                          <p:spTgt spid="36">
                                            <p:txEl>
                                              <p:pRg st="8" end="8"/>
                                            </p:txEl>
                                          </p:spTgt>
                                        </p:tgtEl>
                                        <p:attrNameLst>
                                          <p:attrName>ppt_h</p:attrName>
                                        </p:attrNameLst>
                                      </p:cBhvr>
                                      <p:tavLst>
                                        <p:tav tm="0">
                                          <p:val>
                                            <p:fltVal val="0"/>
                                          </p:val>
                                        </p:tav>
                                        <p:tav tm="100000">
                                          <p:val>
                                            <p:strVal val="#ppt_h"/>
                                          </p:val>
                                        </p:tav>
                                      </p:tavLst>
                                    </p:anim>
                                    <p:animEffect transition="in" filter="fade">
                                      <p:cBhvr>
                                        <p:cTn id="53" dur="500"/>
                                        <p:tgtEl>
                                          <p:spTgt spid="36">
                                            <p:txEl>
                                              <p:pRg st="8" end="8"/>
                                            </p:txEl>
                                          </p:spTgt>
                                        </p:tgtEl>
                                      </p:cBhvr>
                                    </p:animEffect>
                                  </p:childTnLst>
                                </p:cTn>
                              </p:par>
                              <p:par>
                                <p:cTn id="54" presetID="53" presetClass="entr" presetSubtype="16" fill="hold" grpId="0" nodeType="withEffect">
                                  <p:stCondLst>
                                    <p:cond delay="0"/>
                                  </p:stCondLst>
                                  <p:childTnLst>
                                    <p:set>
                                      <p:cBhvr>
                                        <p:cTn id="55" dur="1" fill="hold">
                                          <p:stCondLst>
                                            <p:cond delay="0"/>
                                          </p:stCondLst>
                                        </p:cTn>
                                        <p:tgtEl>
                                          <p:spTgt spid="36">
                                            <p:txEl>
                                              <p:pRg st="9" end="9"/>
                                            </p:txEl>
                                          </p:spTgt>
                                        </p:tgtEl>
                                        <p:attrNameLst>
                                          <p:attrName>style.visibility</p:attrName>
                                        </p:attrNameLst>
                                      </p:cBhvr>
                                      <p:to>
                                        <p:strVal val="visible"/>
                                      </p:to>
                                    </p:set>
                                    <p:anim calcmode="lin" valueType="num">
                                      <p:cBhvr>
                                        <p:cTn id="56" dur="500" fill="hold"/>
                                        <p:tgtEl>
                                          <p:spTgt spid="36">
                                            <p:txEl>
                                              <p:pRg st="9" end="9"/>
                                            </p:txEl>
                                          </p:spTgt>
                                        </p:tgtEl>
                                        <p:attrNameLst>
                                          <p:attrName>ppt_w</p:attrName>
                                        </p:attrNameLst>
                                      </p:cBhvr>
                                      <p:tavLst>
                                        <p:tav tm="0">
                                          <p:val>
                                            <p:fltVal val="0"/>
                                          </p:val>
                                        </p:tav>
                                        <p:tav tm="100000">
                                          <p:val>
                                            <p:strVal val="#ppt_w"/>
                                          </p:val>
                                        </p:tav>
                                      </p:tavLst>
                                    </p:anim>
                                    <p:anim calcmode="lin" valueType="num">
                                      <p:cBhvr>
                                        <p:cTn id="57" dur="500" fill="hold"/>
                                        <p:tgtEl>
                                          <p:spTgt spid="36">
                                            <p:txEl>
                                              <p:pRg st="9" end="9"/>
                                            </p:txEl>
                                          </p:spTgt>
                                        </p:tgtEl>
                                        <p:attrNameLst>
                                          <p:attrName>ppt_h</p:attrName>
                                        </p:attrNameLst>
                                      </p:cBhvr>
                                      <p:tavLst>
                                        <p:tav tm="0">
                                          <p:val>
                                            <p:fltVal val="0"/>
                                          </p:val>
                                        </p:tav>
                                        <p:tav tm="100000">
                                          <p:val>
                                            <p:strVal val="#ppt_h"/>
                                          </p:val>
                                        </p:tav>
                                      </p:tavLst>
                                    </p:anim>
                                    <p:animEffect transition="in" filter="fade">
                                      <p:cBhvr>
                                        <p:cTn id="58" dur="500"/>
                                        <p:tgtEl>
                                          <p:spTgt spid="36">
                                            <p:txEl>
                                              <p:pRg st="9" end="9"/>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grpId="0" nodeType="clickEffect">
                                  <p:stCondLst>
                                    <p:cond delay="0"/>
                                  </p:stCondLst>
                                  <p:childTnLst>
                                    <p:set>
                                      <p:cBhvr>
                                        <p:cTn id="62" dur="1" fill="hold">
                                          <p:stCondLst>
                                            <p:cond delay="0"/>
                                          </p:stCondLst>
                                        </p:cTn>
                                        <p:tgtEl>
                                          <p:spTgt spid="36">
                                            <p:txEl>
                                              <p:pRg st="11" end="11"/>
                                            </p:txEl>
                                          </p:spTgt>
                                        </p:tgtEl>
                                        <p:attrNameLst>
                                          <p:attrName>style.visibility</p:attrName>
                                        </p:attrNameLst>
                                      </p:cBhvr>
                                      <p:to>
                                        <p:strVal val="visible"/>
                                      </p:to>
                                    </p:set>
                                    <p:anim calcmode="lin" valueType="num">
                                      <p:cBhvr>
                                        <p:cTn id="63" dur="500" fill="hold"/>
                                        <p:tgtEl>
                                          <p:spTgt spid="36">
                                            <p:txEl>
                                              <p:pRg st="11" end="11"/>
                                            </p:txEl>
                                          </p:spTgt>
                                        </p:tgtEl>
                                        <p:attrNameLst>
                                          <p:attrName>ppt_w</p:attrName>
                                        </p:attrNameLst>
                                      </p:cBhvr>
                                      <p:tavLst>
                                        <p:tav tm="0">
                                          <p:val>
                                            <p:fltVal val="0"/>
                                          </p:val>
                                        </p:tav>
                                        <p:tav tm="100000">
                                          <p:val>
                                            <p:strVal val="#ppt_w"/>
                                          </p:val>
                                        </p:tav>
                                      </p:tavLst>
                                    </p:anim>
                                    <p:anim calcmode="lin" valueType="num">
                                      <p:cBhvr>
                                        <p:cTn id="64" dur="500" fill="hold"/>
                                        <p:tgtEl>
                                          <p:spTgt spid="36">
                                            <p:txEl>
                                              <p:pRg st="11" end="11"/>
                                            </p:txEl>
                                          </p:spTgt>
                                        </p:tgtEl>
                                        <p:attrNameLst>
                                          <p:attrName>ppt_h</p:attrName>
                                        </p:attrNameLst>
                                      </p:cBhvr>
                                      <p:tavLst>
                                        <p:tav tm="0">
                                          <p:val>
                                            <p:fltVal val="0"/>
                                          </p:val>
                                        </p:tav>
                                        <p:tav tm="100000">
                                          <p:val>
                                            <p:strVal val="#ppt_h"/>
                                          </p:val>
                                        </p:tav>
                                      </p:tavLst>
                                    </p:anim>
                                    <p:animEffect transition="in" filter="fade">
                                      <p:cBhvr>
                                        <p:cTn id="65" dur="500"/>
                                        <p:tgtEl>
                                          <p:spTgt spid="36">
                                            <p:txEl>
                                              <p:pRg st="11" end="11"/>
                                            </p:txEl>
                                          </p:spTgt>
                                        </p:tgtEl>
                                      </p:cBhvr>
                                    </p:animEffect>
                                  </p:childTnLst>
                                </p:cTn>
                              </p:par>
                              <p:par>
                                <p:cTn id="66" presetID="53" presetClass="entr" presetSubtype="16" fill="hold" grpId="0" nodeType="withEffect">
                                  <p:stCondLst>
                                    <p:cond delay="0"/>
                                  </p:stCondLst>
                                  <p:childTnLst>
                                    <p:set>
                                      <p:cBhvr>
                                        <p:cTn id="67" dur="1" fill="hold">
                                          <p:stCondLst>
                                            <p:cond delay="0"/>
                                          </p:stCondLst>
                                        </p:cTn>
                                        <p:tgtEl>
                                          <p:spTgt spid="36">
                                            <p:txEl>
                                              <p:pRg st="12" end="12"/>
                                            </p:txEl>
                                          </p:spTgt>
                                        </p:tgtEl>
                                        <p:attrNameLst>
                                          <p:attrName>style.visibility</p:attrName>
                                        </p:attrNameLst>
                                      </p:cBhvr>
                                      <p:to>
                                        <p:strVal val="visible"/>
                                      </p:to>
                                    </p:set>
                                    <p:anim calcmode="lin" valueType="num">
                                      <p:cBhvr>
                                        <p:cTn id="68" dur="500" fill="hold"/>
                                        <p:tgtEl>
                                          <p:spTgt spid="36">
                                            <p:txEl>
                                              <p:pRg st="12" end="12"/>
                                            </p:txEl>
                                          </p:spTgt>
                                        </p:tgtEl>
                                        <p:attrNameLst>
                                          <p:attrName>ppt_w</p:attrName>
                                        </p:attrNameLst>
                                      </p:cBhvr>
                                      <p:tavLst>
                                        <p:tav tm="0">
                                          <p:val>
                                            <p:fltVal val="0"/>
                                          </p:val>
                                        </p:tav>
                                        <p:tav tm="100000">
                                          <p:val>
                                            <p:strVal val="#ppt_w"/>
                                          </p:val>
                                        </p:tav>
                                      </p:tavLst>
                                    </p:anim>
                                    <p:anim calcmode="lin" valueType="num">
                                      <p:cBhvr>
                                        <p:cTn id="69" dur="500" fill="hold"/>
                                        <p:tgtEl>
                                          <p:spTgt spid="36">
                                            <p:txEl>
                                              <p:pRg st="12" end="12"/>
                                            </p:txEl>
                                          </p:spTgt>
                                        </p:tgtEl>
                                        <p:attrNameLst>
                                          <p:attrName>ppt_h</p:attrName>
                                        </p:attrNameLst>
                                      </p:cBhvr>
                                      <p:tavLst>
                                        <p:tav tm="0">
                                          <p:val>
                                            <p:fltVal val="0"/>
                                          </p:val>
                                        </p:tav>
                                        <p:tav tm="100000">
                                          <p:val>
                                            <p:strVal val="#ppt_h"/>
                                          </p:val>
                                        </p:tav>
                                      </p:tavLst>
                                    </p:anim>
                                    <p:animEffect transition="in" filter="fade">
                                      <p:cBhvr>
                                        <p:cTn id="70" dur="500"/>
                                        <p:tgtEl>
                                          <p:spTgt spid="36">
                                            <p:txEl>
                                              <p:pRg st="12" end="12"/>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53" presetClass="entr" presetSubtype="16" fill="hold" grpId="0" nodeType="clickEffect">
                                  <p:stCondLst>
                                    <p:cond delay="0"/>
                                  </p:stCondLst>
                                  <p:childTnLst>
                                    <p:set>
                                      <p:cBhvr>
                                        <p:cTn id="74" dur="1" fill="hold">
                                          <p:stCondLst>
                                            <p:cond delay="0"/>
                                          </p:stCondLst>
                                        </p:cTn>
                                        <p:tgtEl>
                                          <p:spTgt spid="36">
                                            <p:txEl>
                                              <p:pRg st="13" end="13"/>
                                            </p:txEl>
                                          </p:spTgt>
                                        </p:tgtEl>
                                        <p:attrNameLst>
                                          <p:attrName>style.visibility</p:attrName>
                                        </p:attrNameLst>
                                      </p:cBhvr>
                                      <p:to>
                                        <p:strVal val="visible"/>
                                      </p:to>
                                    </p:set>
                                    <p:anim calcmode="lin" valueType="num">
                                      <p:cBhvr>
                                        <p:cTn id="75" dur="500" fill="hold"/>
                                        <p:tgtEl>
                                          <p:spTgt spid="36">
                                            <p:txEl>
                                              <p:pRg st="13" end="13"/>
                                            </p:txEl>
                                          </p:spTgt>
                                        </p:tgtEl>
                                        <p:attrNameLst>
                                          <p:attrName>ppt_w</p:attrName>
                                        </p:attrNameLst>
                                      </p:cBhvr>
                                      <p:tavLst>
                                        <p:tav tm="0">
                                          <p:val>
                                            <p:fltVal val="0"/>
                                          </p:val>
                                        </p:tav>
                                        <p:tav tm="100000">
                                          <p:val>
                                            <p:strVal val="#ppt_w"/>
                                          </p:val>
                                        </p:tav>
                                      </p:tavLst>
                                    </p:anim>
                                    <p:anim calcmode="lin" valueType="num">
                                      <p:cBhvr>
                                        <p:cTn id="76" dur="500" fill="hold"/>
                                        <p:tgtEl>
                                          <p:spTgt spid="36">
                                            <p:txEl>
                                              <p:pRg st="13" end="13"/>
                                            </p:txEl>
                                          </p:spTgt>
                                        </p:tgtEl>
                                        <p:attrNameLst>
                                          <p:attrName>ppt_h</p:attrName>
                                        </p:attrNameLst>
                                      </p:cBhvr>
                                      <p:tavLst>
                                        <p:tav tm="0">
                                          <p:val>
                                            <p:fltVal val="0"/>
                                          </p:val>
                                        </p:tav>
                                        <p:tav tm="100000">
                                          <p:val>
                                            <p:strVal val="#ppt_h"/>
                                          </p:val>
                                        </p:tav>
                                      </p:tavLst>
                                    </p:anim>
                                    <p:animEffect transition="in" filter="fade">
                                      <p:cBhvr>
                                        <p:cTn id="77" dur="500"/>
                                        <p:tgtEl>
                                          <p:spTgt spid="36">
                                            <p:txEl>
                                              <p:pRg st="13" end="13"/>
                                            </p:txEl>
                                          </p:spTgt>
                                        </p:tgtEl>
                                      </p:cBhvr>
                                    </p:animEffect>
                                  </p:childTnLst>
                                </p:cTn>
                              </p:par>
                              <p:par>
                                <p:cTn id="78" presetID="53" presetClass="entr" presetSubtype="16" fill="hold" grpId="0" nodeType="withEffect">
                                  <p:stCondLst>
                                    <p:cond delay="0"/>
                                  </p:stCondLst>
                                  <p:childTnLst>
                                    <p:set>
                                      <p:cBhvr>
                                        <p:cTn id="79" dur="1" fill="hold">
                                          <p:stCondLst>
                                            <p:cond delay="0"/>
                                          </p:stCondLst>
                                        </p:cTn>
                                        <p:tgtEl>
                                          <p:spTgt spid="36">
                                            <p:txEl>
                                              <p:pRg st="14" end="14"/>
                                            </p:txEl>
                                          </p:spTgt>
                                        </p:tgtEl>
                                        <p:attrNameLst>
                                          <p:attrName>style.visibility</p:attrName>
                                        </p:attrNameLst>
                                      </p:cBhvr>
                                      <p:to>
                                        <p:strVal val="visible"/>
                                      </p:to>
                                    </p:set>
                                    <p:anim calcmode="lin" valueType="num">
                                      <p:cBhvr>
                                        <p:cTn id="80" dur="500" fill="hold"/>
                                        <p:tgtEl>
                                          <p:spTgt spid="36">
                                            <p:txEl>
                                              <p:pRg st="14" end="14"/>
                                            </p:txEl>
                                          </p:spTgt>
                                        </p:tgtEl>
                                        <p:attrNameLst>
                                          <p:attrName>ppt_w</p:attrName>
                                        </p:attrNameLst>
                                      </p:cBhvr>
                                      <p:tavLst>
                                        <p:tav tm="0">
                                          <p:val>
                                            <p:fltVal val="0"/>
                                          </p:val>
                                        </p:tav>
                                        <p:tav tm="100000">
                                          <p:val>
                                            <p:strVal val="#ppt_w"/>
                                          </p:val>
                                        </p:tav>
                                      </p:tavLst>
                                    </p:anim>
                                    <p:anim calcmode="lin" valueType="num">
                                      <p:cBhvr>
                                        <p:cTn id="81" dur="500" fill="hold"/>
                                        <p:tgtEl>
                                          <p:spTgt spid="36">
                                            <p:txEl>
                                              <p:pRg st="14" end="14"/>
                                            </p:txEl>
                                          </p:spTgt>
                                        </p:tgtEl>
                                        <p:attrNameLst>
                                          <p:attrName>ppt_h</p:attrName>
                                        </p:attrNameLst>
                                      </p:cBhvr>
                                      <p:tavLst>
                                        <p:tav tm="0">
                                          <p:val>
                                            <p:fltVal val="0"/>
                                          </p:val>
                                        </p:tav>
                                        <p:tav tm="100000">
                                          <p:val>
                                            <p:strVal val="#ppt_h"/>
                                          </p:val>
                                        </p:tav>
                                      </p:tavLst>
                                    </p:anim>
                                    <p:animEffect transition="in" filter="fade">
                                      <p:cBhvr>
                                        <p:cTn id="82" dur="500"/>
                                        <p:tgtEl>
                                          <p:spTgt spid="36">
                                            <p:txEl>
                                              <p:pRg st="14" end="14"/>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53" presetClass="entr" presetSubtype="16" fill="hold" grpId="0" nodeType="clickEffect">
                                  <p:stCondLst>
                                    <p:cond delay="0"/>
                                  </p:stCondLst>
                                  <p:childTnLst>
                                    <p:set>
                                      <p:cBhvr>
                                        <p:cTn id="86" dur="1" fill="hold">
                                          <p:stCondLst>
                                            <p:cond delay="0"/>
                                          </p:stCondLst>
                                        </p:cTn>
                                        <p:tgtEl>
                                          <p:spTgt spid="36">
                                            <p:txEl>
                                              <p:pRg st="15" end="15"/>
                                            </p:txEl>
                                          </p:spTgt>
                                        </p:tgtEl>
                                        <p:attrNameLst>
                                          <p:attrName>style.visibility</p:attrName>
                                        </p:attrNameLst>
                                      </p:cBhvr>
                                      <p:to>
                                        <p:strVal val="visible"/>
                                      </p:to>
                                    </p:set>
                                    <p:anim calcmode="lin" valueType="num">
                                      <p:cBhvr>
                                        <p:cTn id="87" dur="500" fill="hold"/>
                                        <p:tgtEl>
                                          <p:spTgt spid="36">
                                            <p:txEl>
                                              <p:pRg st="15" end="15"/>
                                            </p:txEl>
                                          </p:spTgt>
                                        </p:tgtEl>
                                        <p:attrNameLst>
                                          <p:attrName>ppt_w</p:attrName>
                                        </p:attrNameLst>
                                      </p:cBhvr>
                                      <p:tavLst>
                                        <p:tav tm="0">
                                          <p:val>
                                            <p:fltVal val="0"/>
                                          </p:val>
                                        </p:tav>
                                        <p:tav tm="100000">
                                          <p:val>
                                            <p:strVal val="#ppt_w"/>
                                          </p:val>
                                        </p:tav>
                                      </p:tavLst>
                                    </p:anim>
                                    <p:anim calcmode="lin" valueType="num">
                                      <p:cBhvr>
                                        <p:cTn id="88" dur="500" fill="hold"/>
                                        <p:tgtEl>
                                          <p:spTgt spid="36">
                                            <p:txEl>
                                              <p:pRg st="15" end="15"/>
                                            </p:txEl>
                                          </p:spTgt>
                                        </p:tgtEl>
                                        <p:attrNameLst>
                                          <p:attrName>ppt_h</p:attrName>
                                        </p:attrNameLst>
                                      </p:cBhvr>
                                      <p:tavLst>
                                        <p:tav tm="0">
                                          <p:val>
                                            <p:fltVal val="0"/>
                                          </p:val>
                                        </p:tav>
                                        <p:tav tm="100000">
                                          <p:val>
                                            <p:strVal val="#ppt_h"/>
                                          </p:val>
                                        </p:tav>
                                      </p:tavLst>
                                    </p:anim>
                                    <p:animEffect transition="in" filter="fade">
                                      <p:cBhvr>
                                        <p:cTn id="89" dur="500"/>
                                        <p:tgtEl>
                                          <p:spTgt spid="36">
                                            <p:txEl>
                                              <p:pRg st="15" end="15"/>
                                            </p:txEl>
                                          </p:spTgt>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36">
                                            <p:txEl>
                                              <p:pRg st="16" end="16"/>
                                            </p:txEl>
                                          </p:spTgt>
                                        </p:tgtEl>
                                        <p:attrNameLst>
                                          <p:attrName>style.visibility</p:attrName>
                                        </p:attrNameLst>
                                      </p:cBhvr>
                                      <p:to>
                                        <p:strVal val="visible"/>
                                      </p:to>
                                    </p:set>
                                    <p:anim calcmode="lin" valueType="num">
                                      <p:cBhvr>
                                        <p:cTn id="92" dur="500" fill="hold"/>
                                        <p:tgtEl>
                                          <p:spTgt spid="36">
                                            <p:txEl>
                                              <p:pRg st="16" end="16"/>
                                            </p:txEl>
                                          </p:spTgt>
                                        </p:tgtEl>
                                        <p:attrNameLst>
                                          <p:attrName>ppt_w</p:attrName>
                                        </p:attrNameLst>
                                      </p:cBhvr>
                                      <p:tavLst>
                                        <p:tav tm="0">
                                          <p:val>
                                            <p:fltVal val="0"/>
                                          </p:val>
                                        </p:tav>
                                        <p:tav tm="100000">
                                          <p:val>
                                            <p:strVal val="#ppt_w"/>
                                          </p:val>
                                        </p:tav>
                                      </p:tavLst>
                                    </p:anim>
                                    <p:anim calcmode="lin" valueType="num">
                                      <p:cBhvr>
                                        <p:cTn id="93" dur="500" fill="hold"/>
                                        <p:tgtEl>
                                          <p:spTgt spid="36">
                                            <p:txEl>
                                              <p:pRg st="16" end="16"/>
                                            </p:txEl>
                                          </p:spTgt>
                                        </p:tgtEl>
                                        <p:attrNameLst>
                                          <p:attrName>ppt_h</p:attrName>
                                        </p:attrNameLst>
                                      </p:cBhvr>
                                      <p:tavLst>
                                        <p:tav tm="0">
                                          <p:val>
                                            <p:fltVal val="0"/>
                                          </p:val>
                                        </p:tav>
                                        <p:tav tm="100000">
                                          <p:val>
                                            <p:strVal val="#ppt_h"/>
                                          </p:val>
                                        </p:tav>
                                      </p:tavLst>
                                    </p:anim>
                                    <p:animEffect transition="in" filter="fade">
                                      <p:cBhvr>
                                        <p:cTn id="94" dur="500"/>
                                        <p:tgtEl>
                                          <p:spTgt spid="36">
                                            <p:txEl>
                                              <p:pRg st="16" end="16"/>
                                            </p:txEl>
                                          </p:spTgt>
                                        </p:tgtEl>
                                      </p:cBhvr>
                                    </p:animEffect>
                                  </p:childTnLst>
                                </p:cTn>
                              </p:par>
                              <p:par>
                                <p:cTn id="95" presetID="53" presetClass="entr" presetSubtype="16" fill="hold" grpId="0" nodeType="withEffect">
                                  <p:stCondLst>
                                    <p:cond delay="0"/>
                                  </p:stCondLst>
                                  <p:childTnLst>
                                    <p:set>
                                      <p:cBhvr>
                                        <p:cTn id="96" dur="1" fill="hold">
                                          <p:stCondLst>
                                            <p:cond delay="0"/>
                                          </p:stCondLst>
                                        </p:cTn>
                                        <p:tgtEl>
                                          <p:spTgt spid="36">
                                            <p:txEl>
                                              <p:pRg st="17" end="17"/>
                                            </p:txEl>
                                          </p:spTgt>
                                        </p:tgtEl>
                                        <p:attrNameLst>
                                          <p:attrName>style.visibility</p:attrName>
                                        </p:attrNameLst>
                                      </p:cBhvr>
                                      <p:to>
                                        <p:strVal val="visible"/>
                                      </p:to>
                                    </p:set>
                                    <p:anim calcmode="lin" valueType="num">
                                      <p:cBhvr>
                                        <p:cTn id="97" dur="500" fill="hold"/>
                                        <p:tgtEl>
                                          <p:spTgt spid="36">
                                            <p:txEl>
                                              <p:pRg st="17" end="17"/>
                                            </p:txEl>
                                          </p:spTgt>
                                        </p:tgtEl>
                                        <p:attrNameLst>
                                          <p:attrName>ppt_w</p:attrName>
                                        </p:attrNameLst>
                                      </p:cBhvr>
                                      <p:tavLst>
                                        <p:tav tm="0">
                                          <p:val>
                                            <p:fltVal val="0"/>
                                          </p:val>
                                        </p:tav>
                                        <p:tav tm="100000">
                                          <p:val>
                                            <p:strVal val="#ppt_w"/>
                                          </p:val>
                                        </p:tav>
                                      </p:tavLst>
                                    </p:anim>
                                    <p:anim calcmode="lin" valueType="num">
                                      <p:cBhvr>
                                        <p:cTn id="98" dur="500" fill="hold"/>
                                        <p:tgtEl>
                                          <p:spTgt spid="36">
                                            <p:txEl>
                                              <p:pRg st="17" end="17"/>
                                            </p:txEl>
                                          </p:spTgt>
                                        </p:tgtEl>
                                        <p:attrNameLst>
                                          <p:attrName>ppt_h</p:attrName>
                                        </p:attrNameLst>
                                      </p:cBhvr>
                                      <p:tavLst>
                                        <p:tav tm="0">
                                          <p:val>
                                            <p:fltVal val="0"/>
                                          </p:val>
                                        </p:tav>
                                        <p:tav tm="100000">
                                          <p:val>
                                            <p:strVal val="#ppt_h"/>
                                          </p:val>
                                        </p:tav>
                                      </p:tavLst>
                                    </p:anim>
                                    <p:animEffect transition="in" filter="fade">
                                      <p:cBhvr>
                                        <p:cTn id="99" dur="500"/>
                                        <p:tgtEl>
                                          <p:spTgt spid="36">
                                            <p:txEl>
                                              <p:pRg st="17" end="17"/>
                                            </p:txEl>
                                          </p:spTgt>
                                        </p:tgtEl>
                                      </p:cBhvr>
                                    </p:animEffect>
                                  </p:childTnLst>
                                </p:cTn>
                              </p:par>
                            </p:childTnLst>
                          </p:cTn>
                        </p:par>
                      </p:childTnLst>
                    </p:cTn>
                  </p:par>
                  <p:par>
                    <p:cTn id="100" fill="hold">
                      <p:stCondLst>
                        <p:cond delay="indefinite"/>
                      </p:stCondLst>
                      <p:childTnLst>
                        <p:par>
                          <p:cTn id="101" fill="hold">
                            <p:stCondLst>
                              <p:cond delay="0"/>
                            </p:stCondLst>
                            <p:childTnLst>
                              <p:par>
                                <p:cTn id="102" presetID="53" presetClass="entr" presetSubtype="16" fill="hold" grpId="0" nodeType="clickEffect">
                                  <p:stCondLst>
                                    <p:cond delay="0"/>
                                  </p:stCondLst>
                                  <p:childTnLst>
                                    <p:set>
                                      <p:cBhvr>
                                        <p:cTn id="103" dur="1" fill="hold">
                                          <p:stCondLst>
                                            <p:cond delay="0"/>
                                          </p:stCondLst>
                                        </p:cTn>
                                        <p:tgtEl>
                                          <p:spTgt spid="36">
                                            <p:txEl>
                                              <p:pRg st="18" end="18"/>
                                            </p:txEl>
                                          </p:spTgt>
                                        </p:tgtEl>
                                        <p:attrNameLst>
                                          <p:attrName>style.visibility</p:attrName>
                                        </p:attrNameLst>
                                      </p:cBhvr>
                                      <p:to>
                                        <p:strVal val="visible"/>
                                      </p:to>
                                    </p:set>
                                    <p:anim calcmode="lin" valueType="num">
                                      <p:cBhvr>
                                        <p:cTn id="104" dur="500" fill="hold"/>
                                        <p:tgtEl>
                                          <p:spTgt spid="36">
                                            <p:txEl>
                                              <p:pRg st="18" end="18"/>
                                            </p:txEl>
                                          </p:spTgt>
                                        </p:tgtEl>
                                        <p:attrNameLst>
                                          <p:attrName>ppt_w</p:attrName>
                                        </p:attrNameLst>
                                      </p:cBhvr>
                                      <p:tavLst>
                                        <p:tav tm="0">
                                          <p:val>
                                            <p:fltVal val="0"/>
                                          </p:val>
                                        </p:tav>
                                        <p:tav tm="100000">
                                          <p:val>
                                            <p:strVal val="#ppt_w"/>
                                          </p:val>
                                        </p:tav>
                                      </p:tavLst>
                                    </p:anim>
                                    <p:anim calcmode="lin" valueType="num">
                                      <p:cBhvr>
                                        <p:cTn id="105" dur="500" fill="hold"/>
                                        <p:tgtEl>
                                          <p:spTgt spid="36">
                                            <p:txEl>
                                              <p:pRg st="18" end="18"/>
                                            </p:txEl>
                                          </p:spTgt>
                                        </p:tgtEl>
                                        <p:attrNameLst>
                                          <p:attrName>ppt_h</p:attrName>
                                        </p:attrNameLst>
                                      </p:cBhvr>
                                      <p:tavLst>
                                        <p:tav tm="0">
                                          <p:val>
                                            <p:fltVal val="0"/>
                                          </p:val>
                                        </p:tav>
                                        <p:tav tm="100000">
                                          <p:val>
                                            <p:strVal val="#ppt_h"/>
                                          </p:val>
                                        </p:tav>
                                      </p:tavLst>
                                    </p:anim>
                                    <p:animEffect transition="in" filter="fade">
                                      <p:cBhvr>
                                        <p:cTn id="106" dur="500"/>
                                        <p:tgtEl>
                                          <p:spTgt spid="36">
                                            <p:txEl>
                                              <p:pRg st="18" end="18"/>
                                            </p:txEl>
                                          </p:spTgt>
                                        </p:tgtEl>
                                      </p:cBhvr>
                                    </p:animEffect>
                                  </p:childTnLst>
                                </p:cTn>
                              </p:par>
                              <p:par>
                                <p:cTn id="107" presetID="53" presetClass="entr" presetSubtype="16" fill="hold" grpId="0" nodeType="withEffect">
                                  <p:stCondLst>
                                    <p:cond delay="0"/>
                                  </p:stCondLst>
                                  <p:childTnLst>
                                    <p:set>
                                      <p:cBhvr>
                                        <p:cTn id="108" dur="1" fill="hold">
                                          <p:stCondLst>
                                            <p:cond delay="0"/>
                                          </p:stCondLst>
                                        </p:cTn>
                                        <p:tgtEl>
                                          <p:spTgt spid="36">
                                            <p:txEl>
                                              <p:pRg st="19" end="19"/>
                                            </p:txEl>
                                          </p:spTgt>
                                        </p:tgtEl>
                                        <p:attrNameLst>
                                          <p:attrName>style.visibility</p:attrName>
                                        </p:attrNameLst>
                                      </p:cBhvr>
                                      <p:to>
                                        <p:strVal val="visible"/>
                                      </p:to>
                                    </p:set>
                                    <p:anim calcmode="lin" valueType="num">
                                      <p:cBhvr>
                                        <p:cTn id="109" dur="500" fill="hold"/>
                                        <p:tgtEl>
                                          <p:spTgt spid="36">
                                            <p:txEl>
                                              <p:pRg st="19" end="19"/>
                                            </p:txEl>
                                          </p:spTgt>
                                        </p:tgtEl>
                                        <p:attrNameLst>
                                          <p:attrName>ppt_w</p:attrName>
                                        </p:attrNameLst>
                                      </p:cBhvr>
                                      <p:tavLst>
                                        <p:tav tm="0">
                                          <p:val>
                                            <p:fltVal val="0"/>
                                          </p:val>
                                        </p:tav>
                                        <p:tav tm="100000">
                                          <p:val>
                                            <p:strVal val="#ppt_w"/>
                                          </p:val>
                                        </p:tav>
                                      </p:tavLst>
                                    </p:anim>
                                    <p:anim calcmode="lin" valueType="num">
                                      <p:cBhvr>
                                        <p:cTn id="110" dur="500" fill="hold"/>
                                        <p:tgtEl>
                                          <p:spTgt spid="36">
                                            <p:txEl>
                                              <p:pRg st="19" end="19"/>
                                            </p:txEl>
                                          </p:spTgt>
                                        </p:tgtEl>
                                        <p:attrNameLst>
                                          <p:attrName>ppt_h</p:attrName>
                                        </p:attrNameLst>
                                      </p:cBhvr>
                                      <p:tavLst>
                                        <p:tav tm="0">
                                          <p:val>
                                            <p:fltVal val="0"/>
                                          </p:val>
                                        </p:tav>
                                        <p:tav tm="100000">
                                          <p:val>
                                            <p:strVal val="#ppt_h"/>
                                          </p:val>
                                        </p:tav>
                                      </p:tavLst>
                                    </p:anim>
                                    <p:animEffect transition="in" filter="fade">
                                      <p:cBhvr>
                                        <p:cTn id="111" dur="500"/>
                                        <p:tgtEl>
                                          <p:spTgt spid="36">
                                            <p:txEl>
                                              <p:pRg st="19" end="19"/>
                                            </p:txEl>
                                          </p:spTgt>
                                        </p:tgtEl>
                                      </p:cBhvr>
                                    </p:animEffect>
                                  </p:childTnLst>
                                </p:cTn>
                              </p:par>
                              <p:par>
                                <p:cTn id="112" presetID="53" presetClass="entr" presetSubtype="16" fill="hold" grpId="0" nodeType="withEffect">
                                  <p:stCondLst>
                                    <p:cond delay="0"/>
                                  </p:stCondLst>
                                  <p:childTnLst>
                                    <p:set>
                                      <p:cBhvr>
                                        <p:cTn id="113" dur="1" fill="hold">
                                          <p:stCondLst>
                                            <p:cond delay="0"/>
                                          </p:stCondLst>
                                        </p:cTn>
                                        <p:tgtEl>
                                          <p:spTgt spid="36">
                                            <p:txEl>
                                              <p:pRg st="20" end="20"/>
                                            </p:txEl>
                                          </p:spTgt>
                                        </p:tgtEl>
                                        <p:attrNameLst>
                                          <p:attrName>style.visibility</p:attrName>
                                        </p:attrNameLst>
                                      </p:cBhvr>
                                      <p:to>
                                        <p:strVal val="visible"/>
                                      </p:to>
                                    </p:set>
                                    <p:anim calcmode="lin" valueType="num">
                                      <p:cBhvr>
                                        <p:cTn id="114" dur="500" fill="hold"/>
                                        <p:tgtEl>
                                          <p:spTgt spid="36">
                                            <p:txEl>
                                              <p:pRg st="20" end="20"/>
                                            </p:txEl>
                                          </p:spTgt>
                                        </p:tgtEl>
                                        <p:attrNameLst>
                                          <p:attrName>ppt_w</p:attrName>
                                        </p:attrNameLst>
                                      </p:cBhvr>
                                      <p:tavLst>
                                        <p:tav tm="0">
                                          <p:val>
                                            <p:fltVal val="0"/>
                                          </p:val>
                                        </p:tav>
                                        <p:tav tm="100000">
                                          <p:val>
                                            <p:strVal val="#ppt_w"/>
                                          </p:val>
                                        </p:tav>
                                      </p:tavLst>
                                    </p:anim>
                                    <p:anim calcmode="lin" valueType="num">
                                      <p:cBhvr>
                                        <p:cTn id="115" dur="500" fill="hold"/>
                                        <p:tgtEl>
                                          <p:spTgt spid="36">
                                            <p:txEl>
                                              <p:pRg st="20" end="20"/>
                                            </p:txEl>
                                          </p:spTgt>
                                        </p:tgtEl>
                                        <p:attrNameLst>
                                          <p:attrName>ppt_h</p:attrName>
                                        </p:attrNameLst>
                                      </p:cBhvr>
                                      <p:tavLst>
                                        <p:tav tm="0">
                                          <p:val>
                                            <p:fltVal val="0"/>
                                          </p:val>
                                        </p:tav>
                                        <p:tav tm="100000">
                                          <p:val>
                                            <p:strVal val="#ppt_h"/>
                                          </p:val>
                                        </p:tav>
                                      </p:tavLst>
                                    </p:anim>
                                    <p:animEffect transition="in" filter="fade">
                                      <p:cBhvr>
                                        <p:cTn id="116" dur="500"/>
                                        <p:tgtEl>
                                          <p:spTgt spid="36">
                                            <p:txEl>
                                              <p:pRg st="20" end="20"/>
                                            </p:txEl>
                                          </p:spTgt>
                                        </p:tgtEl>
                                      </p:cBhvr>
                                    </p:animEffect>
                                  </p:childTnLst>
                                </p:cTn>
                              </p:par>
                            </p:childTnLst>
                          </p:cTn>
                        </p:par>
                      </p:childTnLst>
                    </p:cTn>
                  </p:par>
                  <p:par>
                    <p:cTn id="117" fill="hold">
                      <p:stCondLst>
                        <p:cond delay="indefinite"/>
                      </p:stCondLst>
                      <p:childTnLst>
                        <p:par>
                          <p:cTn id="118" fill="hold">
                            <p:stCondLst>
                              <p:cond delay="0"/>
                            </p:stCondLst>
                            <p:childTnLst>
                              <p:par>
                                <p:cTn id="119" presetID="10" presetClass="entr" presetSubtype="0" fill="hold" nodeType="clickEffect">
                                  <p:stCondLst>
                                    <p:cond delay="0"/>
                                  </p:stCondLst>
                                  <p:childTnLst>
                                    <p:set>
                                      <p:cBhvr>
                                        <p:cTn id="120" dur="1" fill="hold">
                                          <p:stCondLst>
                                            <p:cond delay="0"/>
                                          </p:stCondLst>
                                        </p:cTn>
                                        <p:tgtEl>
                                          <p:spTgt spid="11"/>
                                        </p:tgtEl>
                                        <p:attrNameLst>
                                          <p:attrName>style.visibility</p:attrName>
                                        </p:attrNameLst>
                                      </p:cBhvr>
                                      <p:to>
                                        <p:strVal val="visible"/>
                                      </p:to>
                                    </p:set>
                                    <p:animEffect transition="in" filter="fade">
                                      <p:cBhvr>
                                        <p:cTn id="121" dur="500"/>
                                        <p:tgtEl>
                                          <p:spTgt spid="11"/>
                                        </p:tgtEl>
                                      </p:cBhvr>
                                    </p:animEffect>
                                  </p:childTnLst>
                                </p:cTn>
                              </p:par>
                            </p:childTnLst>
                          </p:cTn>
                        </p:par>
                      </p:childTnLst>
                    </p:cTn>
                  </p:par>
                  <p:par>
                    <p:cTn id="122" fill="hold">
                      <p:stCondLst>
                        <p:cond delay="indefinite"/>
                      </p:stCondLst>
                      <p:childTnLst>
                        <p:par>
                          <p:cTn id="123" fill="hold">
                            <p:stCondLst>
                              <p:cond delay="0"/>
                            </p:stCondLst>
                            <p:childTnLst>
                              <p:par>
                                <p:cTn id="124" presetID="53" presetClass="entr" presetSubtype="16" fill="hold" grpId="0" nodeType="clickEffect">
                                  <p:stCondLst>
                                    <p:cond delay="0"/>
                                  </p:stCondLst>
                                  <p:childTnLst>
                                    <p:set>
                                      <p:cBhvr>
                                        <p:cTn id="125" dur="1" fill="hold">
                                          <p:stCondLst>
                                            <p:cond delay="0"/>
                                          </p:stCondLst>
                                        </p:cTn>
                                        <p:tgtEl>
                                          <p:spTgt spid="54">
                                            <p:txEl>
                                              <p:pRg st="0" end="0"/>
                                            </p:txEl>
                                          </p:spTgt>
                                        </p:tgtEl>
                                        <p:attrNameLst>
                                          <p:attrName>style.visibility</p:attrName>
                                        </p:attrNameLst>
                                      </p:cBhvr>
                                      <p:to>
                                        <p:strVal val="visible"/>
                                      </p:to>
                                    </p:set>
                                    <p:anim calcmode="lin" valueType="num">
                                      <p:cBhvr>
                                        <p:cTn id="126" dur="500" fill="hold"/>
                                        <p:tgtEl>
                                          <p:spTgt spid="54">
                                            <p:txEl>
                                              <p:pRg st="0" end="0"/>
                                            </p:txEl>
                                          </p:spTgt>
                                        </p:tgtEl>
                                        <p:attrNameLst>
                                          <p:attrName>ppt_w</p:attrName>
                                        </p:attrNameLst>
                                      </p:cBhvr>
                                      <p:tavLst>
                                        <p:tav tm="0">
                                          <p:val>
                                            <p:fltVal val="0"/>
                                          </p:val>
                                        </p:tav>
                                        <p:tav tm="100000">
                                          <p:val>
                                            <p:strVal val="#ppt_w"/>
                                          </p:val>
                                        </p:tav>
                                      </p:tavLst>
                                    </p:anim>
                                    <p:anim calcmode="lin" valueType="num">
                                      <p:cBhvr>
                                        <p:cTn id="127" dur="500" fill="hold"/>
                                        <p:tgtEl>
                                          <p:spTgt spid="54">
                                            <p:txEl>
                                              <p:pRg st="0" end="0"/>
                                            </p:txEl>
                                          </p:spTgt>
                                        </p:tgtEl>
                                        <p:attrNameLst>
                                          <p:attrName>ppt_h</p:attrName>
                                        </p:attrNameLst>
                                      </p:cBhvr>
                                      <p:tavLst>
                                        <p:tav tm="0">
                                          <p:val>
                                            <p:fltVal val="0"/>
                                          </p:val>
                                        </p:tav>
                                        <p:tav tm="100000">
                                          <p:val>
                                            <p:strVal val="#ppt_h"/>
                                          </p:val>
                                        </p:tav>
                                      </p:tavLst>
                                    </p:anim>
                                    <p:animEffect transition="in" filter="fade">
                                      <p:cBhvr>
                                        <p:cTn id="128" dur="500"/>
                                        <p:tgtEl>
                                          <p:spTgt spid="54">
                                            <p:txEl>
                                              <p:pRg st="0" end="0"/>
                                            </p:txEl>
                                          </p:spTgt>
                                        </p:tgtEl>
                                      </p:cBhvr>
                                    </p:animEffect>
                                  </p:childTnLst>
                                </p:cTn>
                              </p:par>
                            </p:childTnLst>
                          </p:cTn>
                        </p:par>
                      </p:childTnLst>
                    </p:cTn>
                  </p:par>
                  <p:par>
                    <p:cTn id="129" fill="hold">
                      <p:stCondLst>
                        <p:cond delay="indefinite"/>
                      </p:stCondLst>
                      <p:childTnLst>
                        <p:par>
                          <p:cTn id="130" fill="hold">
                            <p:stCondLst>
                              <p:cond delay="0"/>
                            </p:stCondLst>
                            <p:childTnLst>
                              <p:par>
                                <p:cTn id="131" presetID="53" presetClass="entr" presetSubtype="16" fill="hold" grpId="0" nodeType="clickEffect">
                                  <p:stCondLst>
                                    <p:cond delay="0"/>
                                  </p:stCondLst>
                                  <p:childTnLst>
                                    <p:set>
                                      <p:cBhvr>
                                        <p:cTn id="132" dur="1" fill="hold">
                                          <p:stCondLst>
                                            <p:cond delay="0"/>
                                          </p:stCondLst>
                                        </p:cTn>
                                        <p:tgtEl>
                                          <p:spTgt spid="54">
                                            <p:txEl>
                                              <p:pRg st="1" end="1"/>
                                            </p:txEl>
                                          </p:spTgt>
                                        </p:tgtEl>
                                        <p:attrNameLst>
                                          <p:attrName>style.visibility</p:attrName>
                                        </p:attrNameLst>
                                      </p:cBhvr>
                                      <p:to>
                                        <p:strVal val="visible"/>
                                      </p:to>
                                    </p:set>
                                    <p:anim calcmode="lin" valueType="num">
                                      <p:cBhvr>
                                        <p:cTn id="133" dur="500" fill="hold"/>
                                        <p:tgtEl>
                                          <p:spTgt spid="54">
                                            <p:txEl>
                                              <p:pRg st="1" end="1"/>
                                            </p:txEl>
                                          </p:spTgt>
                                        </p:tgtEl>
                                        <p:attrNameLst>
                                          <p:attrName>ppt_w</p:attrName>
                                        </p:attrNameLst>
                                      </p:cBhvr>
                                      <p:tavLst>
                                        <p:tav tm="0">
                                          <p:val>
                                            <p:fltVal val="0"/>
                                          </p:val>
                                        </p:tav>
                                        <p:tav tm="100000">
                                          <p:val>
                                            <p:strVal val="#ppt_w"/>
                                          </p:val>
                                        </p:tav>
                                      </p:tavLst>
                                    </p:anim>
                                    <p:anim calcmode="lin" valueType="num">
                                      <p:cBhvr>
                                        <p:cTn id="134" dur="500" fill="hold"/>
                                        <p:tgtEl>
                                          <p:spTgt spid="54">
                                            <p:txEl>
                                              <p:pRg st="1" end="1"/>
                                            </p:txEl>
                                          </p:spTgt>
                                        </p:tgtEl>
                                        <p:attrNameLst>
                                          <p:attrName>ppt_h</p:attrName>
                                        </p:attrNameLst>
                                      </p:cBhvr>
                                      <p:tavLst>
                                        <p:tav tm="0">
                                          <p:val>
                                            <p:fltVal val="0"/>
                                          </p:val>
                                        </p:tav>
                                        <p:tav tm="100000">
                                          <p:val>
                                            <p:strVal val="#ppt_h"/>
                                          </p:val>
                                        </p:tav>
                                      </p:tavLst>
                                    </p:anim>
                                    <p:animEffect transition="in" filter="fade">
                                      <p:cBhvr>
                                        <p:cTn id="135" dur="500"/>
                                        <p:tgtEl>
                                          <p:spTgt spid="54">
                                            <p:txEl>
                                              <p:pRg st="1" end="1"/>
                                            </p:txEl>
                                          </p:spTgt>
                                        </p:tgtEl>
                                      </p:cBhvr>
                                    </p:animEffect>
                                  </p:childTnLst>
                                </p:cTn>
                              </p:par>
                            </p:childTnLst>
                          </p:cTn>
                        </p:par>
                      </p:childTnLst>
                    </p:cTn>
                  </p:par>
                  <p:par>
                    <p:cTn id="136" fill="hold">
                      <p:stCondLst>
                        <p:cond delay="indefinite"/>
                      </p:stCondLst>
                      <p:childTnLst>
                        <p:par>
                          <p:cTn id="137" fill="hold">
                            <p:stCondLst>
                              <p:cond delay="0"/>
                            </p:stCondLst>
                            <p:childTnLst>
                              <p:par>
                                <p:cTn id="138" presetID="53" presetClass="entr" presetSubtype="16" fill="hold" grpId="0" nodeType="clickEffect">
                                  <p:stCondLst>
                                    <p:cond delay="0"/>
                                  </p:stCondLst>
                                  <p:childTnLst>
                                    <p:set>
                                      <p:cBhvr>
                                        <p:cTn id="139" dur="1" fill="hold">
                                          <p:stCondLst>
                                            <p:cond delay="0"/>
                                          </p:stCondLst>
                                        </p:cTn>
                                        <p:tgtEl>
                                          <p:spTgt spid="54">
                                            <p:txEl>
                                              <p:pRg st="3" end="3"/>
                                            </p:txEl>
                                          </p:spTgt>
                                        </p:tgtEl>
                                        <p:attrNameLst>
                                          <p:attrName>style.visibility</p:attrName>
                                        </p:attrNameLst>
                                      </p:cBhvr>
                                      <p:to>
                                        <p:strVal val="visible"/>
                                      </p:to>
                                    </p:set>
                                    <p:anim calcmode="lin" valueType="num">
                                      <p:cBhvr>
                                        <p:cTn id="140" dur="500" fill="hold"/>
                                        <p:tgtEl>
                                          <p:spTgt spid="54">
                                            <p:txEl>
                                              <p:pRg st="3" end="3"/>
                                            </p:txEl>
                                          </p:spTgt>
                                        </p:tgtEl>
                                        <p:attrNameLst>
                                          <p:attrName>ppt_w</p:attrName>
                                        </p:attrNameLst>
                                      </p:cBhvr>
                                      <p:tavLst>
                                        <p:tav tm="0">
                                          <p:val>
                                            <p:fltVal val="0"/>
                                          </p:val>
                                        </p:tav>
                                        <p:tav tm="100000">
                                          <p:val>
                                            <p:strVal val="#ppt_w"/>
                                          </p:val>
                                        </p:tav>
                                      </p:tavLst>
                                    </p:anim>
                                    <p:anim calcmode="lin" valueType="num">
                                      <p:cBhvr>
                                        <p:cTn id="141" dur="500" fill="hold"/>
                                        <p:tgtEl>
                                          <p:spTgt spid="54">
                                            <p:txEl>
                                              <p:pRg st="3" end="3"/>
                                            </p:txEl>
                                          </p:spTgt>
                                        </p:tgtEl>
                                        <p:attrNameLst>
                                          <p:attrName>ppt_h</p:attrName>
                                        </p:attrNameLst>
                                      </p:cBhvr>
                                      <p:tavLst>
                                        <p:tav tm="0">
                                          <p:val>
                                            <p:fltVal val="0"/>
                                          </p:val>
                                        </p:tav>
                                        <p:tav tm="100000">
                                          <p:val>
                                            <p:strVal val="#ppt_h"/>
                                          </p:val>
                                        </p:tav>
                                      </p:tavLst>
                                    </p:anim>
                                    <p:animEffect transition="in" filter="fade">
                                      <p:cBhvr>
                                        <p:cTn id="142" dur="500"/>
                                        <p:tgtEl>
                                          <p:spTgt spid="54">
                                            <p:txEl>
                                              <p:pRg st="3" end="3"/>
                                            </p:txEl>
                                          </p:spTgt>
                                        </p:tgtEl>
                                      </p:cBhvr>
                                    </p:animEffect>
                                  </p:childTnLst>
                                </p:cTn>
                              </p:par>
                              <p:par>
                                <p:cTn id="143" presetID="53" presetClass="entr" presetSubtype="16" fill="hold" grpId="0" nodeType="withEffect">
                                  <p:stCondLst>
                                    <p:cond delay="0"/>
                                  </p:stCondLst>
                                  <p:childTnLst>
                                    <p:set>
                                      <p:cBhvr>
                                        <p:cTn id="144" dur="1" fill="hold">
                                          <p:stCondLst>
                                            <p:cond delay="0"/>
                                          </p:stCondLst>
                                        </p:cTn>
                                        <p:tgtEl>
                                          <p:spTgt spid="54">
                                            <p:txEl>
                                              <p:pRg st="4" end="4"/>
                                            </p:txEl>
                                          </p:spTgt>
                                        </p:tgtEl>
                                        <p:attrNameLst>
                                          <p:attrName>style.visibility</p:attrName>
                                        </p:attrNameLst>
                                      </p:cBhvr>
                                      <p:to>
                                        <p:strVal val="visible"/>
                                      </p:to>
                                    </p:set>
                                    <p:anim calcmode="lin" valueType="num">
                                      <p:cBhvr>
                                        <p:cTn id="145" dur="500" fill="hold"/>
                                        <p:tgtEl>
                                          <p:spTgt spid="54">
                                            <p:txEl>
                                              <p:pRg st="4" end="4"/>
                                            </p:txEl>
                                          </p:spTgt>
                                        </p:tgtEl>
                                        <p:attrNameLst>
                                          <p:attrName>ppt_w</p:attrName>
                                        </p:attrNameLst>
                                      </p:cBhvr>
                                      <p:tavLst>
                                        <p:tav tm="0">
                                          <p:val>
                                            <p:fltVal val="0"/>
                                          </p:val>
                                        </p:tav>
                                        <p:tav tm="100000">
                                          <p:val>
                                            <p:strVal val="#ppt_w"/>
                                          </p:val>
                                        </p:tav>
                                      </p:tavLst>
                                    </p:anim>
                                    <p:anim calcmode="lin" valueType="num">
                                      <p:cBhvr>
                                        <p:cTn id="146" dur="500" fill="hold"/>
                                        <p:tgtEl>
                                          <p:spTgt spid="54">
                                            <p:txEl>
                                              <p:pRg st="4" end="4"/>
                                            </p:txEl>
                                          </p:spTgt>
                                        </p:tgtEl>
                                        <p:attrNameLst>
                                          <p:attrName>ppt_h</p:attrName>
                                        </p:attrNameLst>
                                      </p:cBhvr>
                                      <p:tavLst>
                                        <p:tav tm="0">
                                          <p:val>
                                            <p:fltVal val="0"/>
                                          </p:val>
                                        </p:tav>
                                        <p:tav tm="100000">
                                          <p:val>
                                            <p:strVal val="#ppt_h"/>
                                          </p:val>
                                        </p:tav>
                                      </p:tavLst>
                                    </p:anim>
                                    <p:animEffect transition="in" filter="fade">
                                      <p:cBhvr>
                                        <p:cTn id="147" dur="500"/>
                                        <p:tgtEl>
                                          <p:spTgt spid="54">
                                            <p:txEl>
                                              <p:pRg st="4" end="4"/>
                                            </p:txEl>
                                          </p:spTgt>
                                        </p:tgtEl>
                                      </p:cBhvr>
                                    </p:animEffect>
                                  </p:childTnLst>
                                </p:cTn>
                              </p:par>
                            </p:childTnLst>
                          </p:cTn>
                        </p:par>
                      </p:childTnLst>
                    </p:cTn>
                  </p:par>
                  <p:par>
                    <p:cTn id="148" fill="hold">
                      <p:stCondLst>
                        <p:cond delay="indefinite"/>
                      </p:stCondLst>
                      <p:childTnLst>
                        <p:par>
                          <p:cTn id="149" fill="hold">
                            <p:stCondLst>
                              <p:cond delay="0"/>
                            </p:stCondLst>
                            <p:childTnLst>
                              <p:par>
                                <p:cTn id="150" presetID="53" presetClass="entr" presetSubtype="16" fill="hold" grpId="0" nodeType="clickEffect">
                                  <p:stCondLst>
                                    <p:cond delay="0"/>
                                  </p:stCondLst>
                                  <p:childTnLst>
                                    <p:set>
                                      <p:cBhvr>
                                        <p:cTn id="151" dur="1" fill="hold">
                                          <p:stCondLst>
                                            <p:cond delay="0"/>
                                          </p:stCondLst>
                                        </p:cTn>
                                        <p:tgtEl>
                                          <p:spTgt spid="54">
                                            <p:txEl>
                                              <p:pRg st="5" end="5"/>
                                            </p:txEl>
                                          </p:spTgt>
                                        </p:tgtEl>
                                        <p:attrNameLst>
                                          <p:attrName>style.visibility</p:attrName>
                                        </p:attrNameLst>
                                      </p:cBhvr>
                                      <p:to>
                                        <p:strVal val="visible"/>
                                      </p:to>
                                    </p:set>
                                    <p:anim calcmode="lin" valueType="num">
                                      <p:cBhvr>
                                        <p:cTn id="152" dur="500" fill="hold"/>
                                        <p:tgtEl>
                                          <p:spTgt spid="54">
                                            <p:txEl>
                                              <p:pRg st="5" end="5"/>
                                            </p:txEl>
                                          </p:spTgt>
                                        </p:tgtEl>
                                        <p:attrNameLst>
                                          <p:attrName>ppt_w</p:attrName>
                                        </p:attrNameLst>
                                      </p:cBhvr>
                                      <p:tavLst>
                                        <p:tav tm="0">
                                          <p:val>
                                            <p:fltVal val="0"/>
                                          </p:val>
                                        </p:tav>
                                        <p:tav tm="100000">
                                          <p:val>
                                            <p:strVal val="#ppt_w"/>
                                          </p:val>
                                        </p:tav>
                                      </p:tavLst>
                                    </p:anim>
                                    <p:anim calcmode="lin" valueType="num">
                                      <p:cBhvr>
                                        <p:cTn id="153" dur="500" fill="hold"/>
                                        <p:tgtEl>
                                          <p:spTgt spid="54">
                                            <p:txEl>
                                              <p:pRg st="5" end="5"/>
                                            </p:txEl>
                                          </p:spTgt>
                                        </p:tgtEl>
                                        <p:attrNameLst>
                                          <p:attrName>ppt_h</p:attrName>
                                        </p:attrNameLst>
                                      </p:cBhvr>
                                      <p:tavLst>
                                        <p:tav tm="0">
                                          <p:val>
                                            <p:fltVal val="0"/>
                                          </p:val>
                                        </p:tav>
                                        <p:tav tm="100000">
                                          <p:val>
                                            <p:strVal val="#ppt_h"/>
                                          </p:val>
                                        </p:tav>
                                      </p:tavLst>
                                    </p:anim>
                                    <p:animEffect transition="in" filter="fade">
                                      <p:cBhvr>
                                        <p:cTn id="154" dur="500"/>
                                        <p:tgtEl>
                                          <p:spTgt spid="54">
                                            <p:txEl>
                                              <p:pRg st="5" end="5"/>
                                            </p:txEl>
                                          </p:spTgt>
                                        </p:tgtEl>
                                      </p:cBhvr>
                                    </p:animEffect>
                                  </p:childTnLst>
                                </p:cTn>
                              </p:par>
                            </p:childTnLst>
                          </p:cTn>
                        </p:par>
                      </p:childTnLst>
                    </p:cTn>
                  </p:par>
                  <p:par>
                    <p:cTn id="155" fill="hold">
                      <p:stCondLst>
                        <p:cond delay="indefinite"/>
                      </p:stCondLst>
                      <p:childTnLst>
                        <p:par>
                          <p:cTn id="156" fill="hold">
                            <p:stCondLst>
                              <p:cond delay="0"/>
                            </p:stCondLst>
                            <p:childTnLst>
                              <p:par>
                                <p:cTn id="157" presetID="53" presetClass="entr" presetSubtype="16" fill="hold" grpId="0" nodeType="clickEffect">
                                  <p:stCondLst>
                                    <p:cond delay="0"/>
                                  </p:stCondLst>
                                  <p:childTnLst>
                                    <p:set>
                                      <p:cBhvr>
                                        <p:cTn id="158" dur="1" fill="hold">
                                          <p:stCondLst>
                                            <p:cond delay="0"/>
                                          </p:stCondLst>
                                        </p:cTn>
                                        <p:tgtEl>
                                          <p:spTgt spid="54">
                                            <p:txEl>
                                              <p:pRg st="6" end="6"/>
                                            </p:txEl>
                                          </p:spTgt>
                                        </p:tgtEl>
                                        <p:attrNameLst>
                                          <p:attrName>style.visibility</p:attrName>
                                        </p:attrNameLst>
                                      </p:cBhvr>
                                      <p:to>
                                        <p:strVal val="visible"/>
                                      </p:to>
                                    </p:set>
                                    <p:anim calcmode="lin" valueType="num">
                                      <p:cBhvr>
                                        <p:cTn id="159" dur="500" fill="hold"/>
                                        <p:tgtEl>
                                          <p:spTgt spid="54">
                                            <p:txEl>
                                              <p:pRg st="6" end="6"/>
                                            </p:txEl>
                                          </p:spTgt>
                                        </p:tgtEl>
                                        <p:attrNameLst>
                                          <p:attrName>ppt_w</p:attrName>
                                        </p:attrNameLst>
                                      </p:cBhvr>
                                      <p:tavLst>
                                        <p:tav tm="0">
                                          <p:val>
                                            <p:fltVal val="0"/>
                                          </p:val>
                                        </p:tav>
                                        <p:tav tm="100000">
                                          <p:val>
                                            <p:strVal val="#ppt_w"/>
                                          </p:val>
                                        </p:tav>
                                      </p:tavLst>
                                    </p:anim>
                                    <p:anim calcmode="lin" valueType="num">
                                      <p:cBhvr>
                                        <p:cTn id="160" dur="500" fill="hold"/>
                                        <p:tgtEl>
                                          <p:spTgt spid="54">
                                            <p:txEl>
                                              <p:pRg st="6" end="6"/>
                                            </p:txEl>
                                          </p:spTgt>
                                        </p:tgtEl>
                                        <p:attrNameLst>
                                          <p:attrName>ppt_h</p:attrName>
                                        </p:attrNameLst>
                                      </p:cBhvr>
                                      <p:tavLst>
                                        <p:tav tm="0">
                                          <p:val>
                                            <p:fltVal val="0"/>
                                          </p:val>
                                        </p:tav>
                                        <p:tav tm="100000">
                                          <p:val>
                                            <p:strVal val="#ppt_h"/>
                                          </p:val>
                                        </p:tav>
                                      </p:tavLst>
                                    </p:anim>
                                    <p:animEffect transition="in" filter="fade">
                                      <p:cBhvr>
                                        <p:cTn id="161" dur="500"/>
                                        <p:tgtEl>
                                          <p:spTgt spid="54">
                                            <p:txEl>
                                              <p:pRg st="6" end="6"/>
                                            </p:txEl>
                                          </p:spTgt>
                                        </p:tgtEl>
                                      </p:cBhvr>
                                    </p:animEffect>
                                  </p:childTnLst>
                                </p:cTn>
                              </p:par>
                            </p:childTnLst>
                          </p:cTn>
                        </p:par>
                      </p:childTnLst>
                    </p:cTn>
                  </p:par>
                  <p:par>
                    <p:cTn id="162" fill="hold">
                      <p:stCondLst>
                        <p:cond delay="indefinite"/>
                      </p:stCondLst>
                      <p:childTnLst>
                        <p:par>
                          <p:cTn id="163" fill="hold">
                            <p:stCondLst>
                              <p:cond delay="0"/>
                            </p:stCondLst>
                            <p:childTnLst>
                              <p:par>
                                <p:cTn id="164" presetID="53" presetClass="entr" presetSubtype="16" fill="hold" grpId="0" nodeType="clickEffect">
                                  <p:stCondLst>
                                    <p:cond delay="0"/>
                                  </p:stCondLst>
                                  <p:childTnLst>
                                    <p:set>
                                      <p:cBhvr>
                                        <p:cTn id="165" dur="1" fill="hold">
                                          <p:stCondLst>
                                            <p:cond delay="0"/>
                                          </p:stCondLst>
                                        </p:cTn>
                                        <p:tgtEl>
                                          <p:spTgt spid="56"/>
                                        </p:tgtEl>
                                        <p:attrNameLst>
                                          <p:attrName>style.visibility</p:attrName>
                                        </p:attrNameLst>
                                      </p:cBhvr>
                                      <p:to>
                                        <p:strVal val="visible"/>
                                      </p:to>
                                    </p:set>
                                    <p:anim calcmode="lin" valueType="num">
                                      <p:cBhvr>
                                        <p:cTn id="166" dur="500" fill="hold"/>
                                        <p:tgtEl>
                                          <p:spTgt spid="56"/>
                                        </p:tgtEl>
                                        <p:attrNameLst>
                                          <p:attrName>ppt_w</p:attrName>
                                        </p:attrNameLst>
                                      </p:cBhvr>
                                      <p:tavLst>
                                        <p:tav tm="0">
                                          <p:val>
                                            <p:fltVal val="0"/>
                                          </p:val>
                                        </p:tav>
                                        <p:tav tm="100000">
                                          <p:val>
                                            <p:strVal val="#ppt_w"/>
                                          </p:val>
                                        </p:tav>
                                      </p:tavLst>
                                    </p:anim>
                                    <p:anim calcmode="lin" valueType="num">
                                      <p:cBhvr>
                                        <p:cTn id="167" dur="500" fill="hold"/>
                                        <p:tgtEl>
                                          <p:spTgt spid="56"/>
                                        </p:tgtEl>
                                        <p:attrNameLst>
                                          <p:attrName>ppt_h</p:attrName>
                                        </p:attrNameLst>
                                      </p:cBhvr>
                                      <p:tavLst>
                                        <p:tav tm="0">
                                          <p:val>
                                            <p:fltVal val="0"/>
                                          </p:val>
                                        </p:tav>
                                        <p:tav tm="100000">
                                          <p:val>
                                            <p:strVal val="#ppt_h"/>
                                          </p:val>
                                        </p:tav>
                                      </p:tavLst>
                                    </p:anim>
                                    <p:animEffect transition="in" filter="fade">
                                      <p:cBhvr>
                                        <p:cTn id="168" dur="500"/>
                                        <p:tgtEl>
                                          <p:spTgt spid="56"/>
                                        </p:tgtEl>
                                      </p:cBhvr>
                                    </p:animEffect>
                                  </p:childTnLst>
                                </p:cTn>
                              </p:par>
                            </p:childTnLst>
                          </p:cTn>
                        </p:par>
                      </p:childTnLst>
                    </p:cTn>
                  </p:par>
                  <p:par>
                    <p:cTn id="169" fill="hold">
                      <p:stCondLst>
                        <p:cond delay="indefinite"/>
                      </p:stCondLst>
                      <p:childTnLst>
                        <p:par>
                          <p:cTn id="170" fill="hold">
                            <p:stCondLst>
                              <p:cond delay="0"/>
                            </p:stCondLst>
                            <p:childTnLst>
                              <p:par>
                                <p:cTn id="171" presetID="10" presetClass="exit" presetSubtype="0" fill="hold" grpId="1" nodeType="clickEffect">
                                  <p:stCondLst>
                                    <p:cond delay="0"/>
                                  </p:stCondLst>
                                  <p:childTnLst>
                                    <p:animEffect transition="out" filter="fade">
                                      <p:cBhvr>
                                        <p:cTn id="172" dur="500"/>
                                        <p:tgtEl>
                                          <p:spTgt spid="56"/>
                                        </p:tgtEl>
                                      </p:cBhvr>
                                    </p:animEffect>
                                    <p:set>
                                      <p:cBhvr>
                                        <p:cTn id="173" dur="1" fill="hold">
                                          <p:stCondLst>
                                            <p:cond delay="499"/>
                                          </p:stCondLst>
                                        </p:cTn>
                                        <p:tgtEl>
                                          <p:spTgt spid="56"/>
                                        </p:tgtEl>
                                        <p:attrNameLst>
                                          <p:attrName>style.visibility</p:attrName>
                                        </p:attrNameLst>
                                      </p:cBhvr>
                                      <p:to>
                                        <p:strVal val="hidden"/>
                                      </p:to>
                                    </p:set>
                                  </p:childTnLst>
                                </p:cTn>
                              </p:par>
                            </p:childTnLst>
                          </p:cTn>
                        </p:par>
                      </p:childTnLst>
                    </p:cTn>
                  </p:par>
                  <p:par>
                    <p:cTn id="174" fill="hold">
                      <p:stCondLst>
                        <p:cond delay="indefinite"/>
                      </p:stCondLst>
                      <p:childTnLst>
                        <p:par>
                          <p:cTn id="175" fill="hold">
                            <p:stCondLst>
                              <p:cond delay="0"/>
                            </p:stCondLst>
                            <p:childTnLst>
                              <p:par>
                                <p:cTn id="176" presetID="53" presetClass="entr" presetSubtype="16" fill="hold" grpId="0" nodeType="clickEffect">
                                  <p:stCondLst>
                                    <p:cond delay="0"/>
                                  </p:stCondLst>
                                  <p:childTnLst>
                                    <p:set>
                                      <p:cBhvr>
                                        <p:cTn id="177" dur="1" fill="hold">
                                          <p:stCondLst>
                                            <p:cond delay="0"/>
                                          </p:stCondLst>
                                        </p:cTn>
                                        <p:tgtEl>
                                          <p:spTgt spid="54">
                                            <p:txEl>
                                              <p:pRg st="7" end="7"/>
                                            </p:txEl>
                                          </p:spTgt>
                                        </p:tgtEl>
                                        <p:attrNameLst>
                                          <p:attrName>style.visibility</p:attrName>
                                        </p:attrNameLst>
                                      </p:cBhvr>
                                      <p:to>
                                        <p:strVal val="visible"/>
                                      </p:to>
                                    </p:set>
                                    <p:anim calcmode="lin" valueType="num">
                                      <p:cBhvr>
                                        <p:cTn id="178" dur="500" fill="hold"/>
                                        <p:tgtEl>
                                          <p:spTgt spid="54">
                                            <p:txEl>
                                              <p:pRg st="7" end="7"/>
                                            </p:txEl>
                                          </p:spTgt>
                                        </p:tgtEl>
                                        <p:attrNameLst>
                                          <p:attrName>ppt_w</p:attrName>
                                        </p:attrNameLst>
                                      </p:cBhvr>
                                      <p:tavLst>
                                        <p:tav tm="0">
                                          <p:val>
                                            <p:fltVal val="0"/>
                                          </p:val>
                                        </p:tav>
                                        <p:tav tm="100000">
                                          <p:val>
                                            <p:strVal val="#ppt_w"/>
                                          </p:val>
                                        </p:tav>
                                      </p:tavLst>
                                    </p:anim>
                                    <p:anim calcmode="lin" valueType="num">
                                      <p:cBhvr>
                                        <p:cTn id="179" dur="500" fill="hold"/>
                                        <p:tgtEl>
                                          <p:spTgt spid="54">
                                            <p:txEl>
                                              <p:pRg st="7" end="7"/>
                                            </p:txEl>
                                          </p:spTgt>
                                        </p:tgtEl>
                                        <p:attrNameLst>
                                          <p:attrName>ppt_h</p:attrName>
                                        </p:attrNameLst>
                                      </p:cBhvr>
                                      <p:tavLst>
                                        <p:tav tm="0">
                                          <p:val>
                                            <p:fltVal val="0"/>
                                          </p:val>
                                        </p:tav>
                                        <p:tav tm="100000">
                                          <p:val>
                                            <p:strVal val="#ppt_h"/>
                                          </p:val>
                                        </p:tav>
                                      </p:tavLst>
                                    </p:anim>
                                    <p:animEffect transition="in" filter="fade">
                                      <p:cBhvr>
                                        <p:cTn id="180" dur="500"/>
                                        <p:tgtEl>
                                          <p:spTgt spid="54">
                                            <p:txEl>
                                              <p:pRg st="7" end="7"/>
                                            </p:txEl>
                                          </p:spTgt>
                                        </p:tgtEl>
                                      </p:cBhvr>
                                    </p:animEffect>
                                  </p:childTnLst>
                                </p:cTn>
                              </p:par>
                            </p:childTnLst>
                          </p:cTn>
                        </p:par>
                        <p:par>
                          <p:cTn id="181" fill="hold">
                            <p:stCondLst>
                              <p:cond delay="500"/>
                            </p:stCondLst>
                            <p:childTnLst>
                              <p:par>
                                <p:cTn id="182" presetID="22" presetClass="entr" presetSubtype="2" fill="hold" nodeType="afterEffect">
                                  <p:stCondLst>
                                    <p:cond delay="0"/>
                                  </p:stCondLst>
                                  <p:childTnLst>
                                    <p:set>
                                      <p:cBhvr>
                                        <p:cTn id="183" dur="1" fill="hold">
                                          <p:stCondLst>
                                            <p:cond delay="0"/>
                                          </p:stCondLst>
                                        </p:cTn>
                                        <p:tgtEl>
                                          <p:spTgt spid="6"/>
                                        </p:tgtEl>
                                        <p:attrNameLst>
                                          <p:attrName>style.visibility</p:attrName>
                                        </p:attrNameLst>
                                      </p:cBhvr>
                                      <p:to>
                                        <p:strVal val="visible"/>
                                      </p:to>
                                    </p:set>
                                    <p:animEffect transition="in" filter="wipe(right)">
                                      <p:cBhvr>
                                        <p:cTn id="184" dur="500"/>
                                        <p:tgtEl>
                                          <p:spTgt spid="6"/>
                                        </p:tgtEl>
                                      </p:cBhvr>
                                    </p:animEffect>
                                  </p:childTnLst>
                                </p:cTn>
                              </p:par>
                            </p:childTnLst>
                          </p:cTn>
                        </p:par>
                      </p:childTnLst>
                    </p:cTn>
                  </p:par>
                  <p:par>
                    <p:cTn id="185" fill="hold">
                      <p:stCondLst>
                        <p:cond delay="indefinite"/>
                      </p:stCondLst>
                      <p:childTnLst>
                        <p:par>
                          <p:cTn id="186" fill="hold">
                            <p:stCondLst>
                              <p:cond delay="0"/>
                            </p:stCondLst>
                            <p:childTnLst>
                              <p:par>
                                <p:cTn id="187" presetID="10" presetClass="exit" presetSubtype="0" fill="hold" nodeType="clickEffect">
                                  <p:stCondLst>
                                    <p:cond delay="0"/>
                                  </p:stCondLst>
                                  <p:childTnLst>
                                    <p:animEffect transition="out" filter="fade">
                                      <p:cBhvr>
                                        <p:cTn id="188" dur="500"/>
                                        <p:tgtEl>
                                          <p:spTgt spid="6"/>
                                        </p:tgtEl>
                                      </p:cBhvr>
                                    </p:animEffect>
                                    <p:set>
                                      <p:cBhvr>
                                        <p:cTn id="189" dur="1" fill="hold">
                                          <p:stCondLst>
                                            <p:cond delay="499"/>
                                          </p:stCondLst>
                                        </p:cTn>
                                        <p:tgtEl>
                                          <p:spTgt spid="6"/>
                                        </p:tgtEl>
                                        <p:attrNameLst>
                                          <p:attrName>style.visibility</p:attrName>
                                        </p:attrNameLst>
                                      </p:cBhvr>
                                      <p:to>
                                        <p:strVal val="hidden"/>
                                      </p:to>
                                    </p:set>
                                  </p:childTnLst>
                                </p:cTn>
                              </p:par>
                              <p:par>
                                <p:cTn id="190" presetID="10" presetClass="exit" presetSubtype="0" fill="hold" grpId="1" nodeType="withEffect">
                                  <p:stCondLst>
                                    <p:cond delay="0"/>
                                  </p:stCondLst>
                                  <p:childTnLst>
                                    <p:animEffect transition="out" filter="fade">
                                      <p:cBhvr>
                                        <p:cTn id="191" dur="500"/>
                                        <p:tgtEl>
                                          <p:spTgt spid="54">
                                            <p:txEl>
                                              <p:pRg st="5" end="5"/>
                                            </p:txEl>
                                          </p:spTgt>
                                        </p:tgtEl>
                                      </p:cBhvr>
                                    </p:animEffect>
                                    <p:set>
                                      <p:cBhvr>
                                        <p:cTn id="192" dur="1" fill="hold">
                                          <p:stCondLst>
                                            <p:cond delay="499"/>
                                          </p:stCondLst>
                                        </p:cTn>
                                        <p:tgtEl>
                                          <p:spTgt spid="54">
                                            <p:txEl>
                                              <p:pRg st="5" end="5"/>
                                            </p:txEl>
                                          </p:spTgt>
                                        </p:tgtEl>
                                        <p:attrNameLst>
                                          <p:attrName>style.visibility</p:attrName>
                                        </p:attrNameLst>
                                      </p:cBhvr>
                                      <p:to>
                                        <p:strVal val="hidden"/>
                                      </p:to>
                                    </p:set>
                                  </p:childTnLst>
                                </p:cTn>
                              </p:par>
                            </p:childTnLst>
                          </p:cTn>
                        </p:par>
                      </p:childTnLst>
                    </p:cTn>
                  </p:par>
                  <p:par>
                    <p:cTn id="193" fill="hold">
                      <p:stCondLst>
                        <p:cond delay="indefinite"/>
                      </p:stCondLst>
                      <p:childTnLst>
                        <p:par>
                          <p:cTn id="194" fill="hold">
                            <p:stCondLst>
                              <p:cond delay="0"/>
                            </p:stCondLst>
                            <p:childTnLst>
                              <p:par>
                                <p:cTn id="195" presetID="22" presetClass="entr" presetSubtype="2" fill="hold" nodeType="clickEffect">
                                  <p:stCondLst>
                                    <p:cond delay="0"/>
                                  </p:stCondLst>
                                  <p:childTnLst>
                                    <p:set>
                                      <p:cBhvr>
                                        <p:cTn id="196" dur="1" fill="hold">
                                          <p:stCondLst>
                                            <p:cond delay="0"/>
                                          </p:stCondLst>
                                        </p:cTn>
                                        <p:tgtEl>
                                          <p:spTgt spid="57"/>
                                        </p:tgtEl>
                                        <p:attrNameLst>
                                          <p:attrName>style.visibility</p:attrName>
                                        </p:attrNameLst>
                                      </p:cBhvr>
                                      <p:to>
                                        <p:strVal val="visible"/>
                                      </p:to>
                                    </p:set>
                                    <p:animEffect transition="in" filter="wipe(right)">
                                      <p:cBhvr>
                                        <p:cTn id="197" dur="500"/>
                                        <p:tgtEl>
                                          <p:spTgt spid="57"/>
                                        </p:tgtEl>
                                      </p:cBhvr>
                                    </p:animEffect>
                                  </p:childTnLst>
                                </p:cTn>
                              </p:par>
                              <p:par>
                                <p:cTn id="198" presetID="53" presetClass="entr" presetSubtype="16" fill="hold" grpId="0" nodeType="withEffect">
                                  <p:stCondLst>
                                    <p:cond delay="0"/>
                                  </p:stCondLst>
                                  <p:childTnLst>
                                    <p:set>
                                      <p:cBhvr>
                                        <p:cTn id="199" dur="1" fill="hold">
                                          <p:stCondLst>
                                            <p:cond delay="0"/>
                                          </p:stCondLst>
                                        </p:cTn>
                                        <p:tgtEl>
                                          <p:spTgt spid="36">
                                            <p:txEl>
                                              <p:pRg st="21" end="21"/>
                                            </p:txEl>
                                          </p:spTgt>
                                        </p:tgtEl>
                                        <p:attrNameLst>
                                          <p:attrName>style.visibility</p:attrName>
                                        </p:attrNameLst>
                                      </p:cBhvr>
                                      <p:to>
                                        <p:strVal val="visible"/>
                                      </p:to>
                                    </p:set>
                                    <p:anim calcmode="lin" valueType="num">
                                      <p:cBhvr>
                                        <p:cTn id="200" dur="500" fill="hold"/>
                                        <p:tgtEl>
                                          <p:spTgt spid="36">
                                            <p:txEl>
                                              <p:pRg st="21" end="21"/>
                                            </p:txEl>
                                          </p:spTgt>
                                        </p:tgtEl>
                                        <p:attrNameLst>
                                          <p:attrName>ppt_w</p:attrName>
                                        </p:attrNameLst>
                                      </p:cBhvr>
                                      <p:tavLst>
                                        <p:tav tm="0">
                                          <p:val>
                                            <p:fltVal val="0"/>
                                          </p:val>
                                        </p:tav>
                                        <p:tav tm="100000">
                                          <p:val>
                                            <p:strVal val="#ppt_w"/>
                                          </p:val>
                                        </p:tav>
                                      </p:tavLst>
                                    </p:anim>
                                    <p:anim calcmode="lin" valueType="num">
                                      <p:cBhvr>
                                        <p:cTn id="201" dur="500" fill="hold"/>
                                        <p:tgtEl>
                                          <p:spTgt spid="36">
                                            <p:txEl>
                                              <p:pRg st="21" end="21"/>
                                            </p:txEl>
                                          </p:spTgt>
                                        </p:tgtEl>
                                        <p:attrNameLst>
                                          <p:attrName>ppt_h</p:attrName>
                                        </p:attrNameLst>
                                      </p:cBhvr>
                                      <p:tavLst>
                                        <p:tav tm="0">
                                          <p:val>
                                            <p:fltVal val="0"/>
                                          </p:val>
                                        </p:tav>
                                        <p:tav tm="100000">
                                          <p:val>
                                            <p:strVal val="#ppt_h"/>
                                          </p:val>
                                        </p:tav>
                                      </p:tavLst>
                                    </p:anim>
                                    <p:animEffect transition="in" filter="fade">
                                      <p:cBhvr>
                                        <p:cTn id="202" dur="500"/>
                                        <p:tgtEl>
                                          <p:spTgt spid="36">
                                            <p:txEl>
                                              <p:pRg st="21" end="21"/>
                                            </p:txEl>
                                          </p:spTgt>
                                        </p:tgtEl>
                                      </p:cBhvr>
                                    </p:animEffect>
                                  </p:childTnLst>
                                </p:cTn>
                              </p:par>
                            </p:childTnLst>
                          </p:cTn>
                        </p:par>
                      </p:childTnLst>
                    </p:cTn>
                  </p:par>
                  <p:par>
                    <p:cTn id="203" fill="hold">
                      <p:stCondLst>
                        <p:cond delay="indefinite"/>
                      </p:stCondLst>
                      <p:childTnLst>
                        <p:par>
                          <p:cTn id="204" fill="hold">
                            <p:stCondLst>
                              <p:cond delay="0"/>
                            </p:stCondLst>
                            <p:childTnLst>
                              <p:par>
                                <p:cTn id="205" presetID="10" presetClass="exit" presetSubtype="0" fill="hold" nodeType="clickEffect">
                                  <p:stCondLst>
                                    <p:cond delay="0"/>
                                  </p:stCondLst>
                                  <p:childTnLst>
                                    <p:animEffect transition="out" filter="fade">
                                      <p:cBhvr>
                                        <p:cTn id="206" dur="500"/>
                                        <p:tgtEl>
                                          <p:spTgt spid="57"/>
                                        </p:tgtEl>
                                      </p:cBhvr>
                                    </p:animEffect>
                                    <p:set>
                                      <p:cBhvr>
                                        <p:cTn id="207" dur="1" fill="hold">
                                          <p:stCondLst>
                                            <p:cond delay="499"/>
                                          </p:stCondLst>
                                        </p:cTn>
                                        <p:tgtEl>
                                          <p:spTgt spid="57"/>
                                        </p:tgtEl>
                                        <p:attrNameLst>
                                          <p:attrName>style.visibility</p:attrName>
                                        </p:attrNameLst>
                                      </p:cBhvr>
                                      <p:to>
                                        <p:strVal val="hidden"/>
                                      </p:to>
                                    </p:set>
                                  </p:childTnLst>
                                </p:cTn>
                              </p:par>
                              <p:par>
                                <p:cTn id="208" presetID="22" presetClass="entr" presetSubtype="2" fill="hold" nodeType="withEffect">
                                  <p:stCondLst>
                                    <p:cond delay="0"/>
                                  </p:stCondLst>
                                  <p:childTnLst>
                                    <p:set>
                                      <p:cBhvr>
                                        <p:cTn id="209" dur="1" fill="hold">
                                          <p:stCondLst>
                                            <p:cond delay="0"/>
                                          </p:stCondLst>
                                        </p:cTn>
                                        <p:tgtEl>
                                          <p:spTgt spid="6"/>
                                        </p:tgtEl>
                                        <p:attrNameLst>
                                          <p:attrName>style.visibility</p:attrName>
                                        </p:attrNameLst>
                                      </p:cBhvr>
                                      <p:to>
                                        <p:strVal val="visible"/>
                                      </p:to>
                                    </p:set>
                                    <p:animEffect transition="in" filter="wipe(right)">
                                      <p:cBhvr>
                                        <p:cTn id="210" dur="500"/>
                                        <p:tgtEl>
                                          <p:spTgt spid="6"/>
                                        </p:tgtEl>
                                      </p:cBhvr>
                                    </p:animEffect>
                                  </p:childTnLst>
                                </p:cTn>
                              </p:par>
                              <p:par>
                                <p:cTn id="211" presetID="53" presetClass="entr" presetSubtype="16" fill="hold" grpId="2" nodeType="withEffect">
                                  <p:stCondLst>
                                    <p:cond delay="0"/>
                                  </p:stCondLst>
                                  <p:childTnLst>
                                    <p:set>
                                      <p:cBhvr>
                                        <p:cTn id="212" dur="1" fill="hold">
                                          <p:stCondLst>
                                            <p:cond delay="0"/>
                                          </p:stCondLst>
                                        </p:cTn>
                                        <p:tgtEl>
                                          <p:spTgt spid="54">
                                            <p:txEl>
                                              <p:pRg st="5" end="5"/>
                                            </p:txEl>
                                          </p:spTgt>
                                        </p:tgtEl>
                                        <p:attrNameLst>
                                          <p:attrName>style.visibility</p:attrName>
                                        </p:attrNameLst>
                                      </p:cBhvr>
                                      <p:to>
                                        <p:strVal val="visible"/>
                                      </p:to>
                                    </p:set>
                                    <p:anim calcmode="lin" valueType="num">
                                      <p:cBhvr>
                                        <p:cTn id="213" dur="500" fill="hold"/>
                                        <p:tgtEl>
                                          <p:spTgt spid="54">
                                            <p:txEl>
                                              <p:pRg st="5" end="5"/>
                                            </p:txEl>
                                          </p:spTgt>
                                        </p:tgtEl>
                                        <p:attrNameLst>
                                          <p:attrName>ppt_w</p:attrName>
                                        </p:attrNameLst>
                                      </p:cBhvr>
                                      <p:tavLst>
                                        <p:tav tm="0">
                                          <p:val>
                                            <p:fltVal val="0"/>
                                          </p:val>
                                        </p:tav>
                                        <p:tav tm="100000">
                                          <p:val>
                                            <p:strVal val="#ppt_w"/>
                                          </p:val>
                                        </p:tav>
                                      </p:tavLst>
                                    </p:anim>
                                    <p:anim calcmode="lin" valueType="num">
                                      <p:cBhvr>
                                        <p:cTn id="214" dur="500" fill="hold"/>
                                        <p:tgtEl>
                                          <p:spTgt spid="54">
                                            <p:txEl>
                                              <p:pRg st="5" end="5"/>
                                            </p:txEl>
                                          </p:spTgt>
                                        </p:tgtEl>
                                        <p:attrNameLst>
                                          <p:attrName>ppt_h</p:attrName>
                                        </p:attrNameLst>
                                      </p:cBhvr>
                                      <p:tavLst>
                                        <p:tav tm="0">
                                          <p:val>
                                            <p:fltVal val="0"/>
                                          </p:val>
                                        </p:tav>
                                        <p:tav tm="100000">
                                          <p:val>
                                            <p:strVal val="#ppt_h"/>
                                          </p:val>
                                        </p:tav>
                                      </p:tavLst>
                                    </p:anim>
                                    <p:animEffect transition="in" filter="fade">
                                      <p:cBhvr>
                                        <p:cTn id="215" dur="500"/>
                                        <p:tgtEl>
                                          <p:spTgt spid="54">
                                            <p:txEl>
                                              <p:pRg st="5" end="5"/>
                                            </p:txEl>
                                          </p:spTgt>
                                        </p:tgtEl>
                                      </p:cBhvr>
                                    </p:animEffect>
                                  </p:childTnLst>
                                </p:cTn>
                              </p:par>
                            </p:childTnLst>
                          </p:cTn>
                        </p:par>
                      </p:childTnLst>
                    </p:cTn>
                  </p:par>
                  <p:par>
                    <p:cTn id="216" fill="hold">
                      <p:stCondLst>
                        <p:cond delay="indefinite"/>
                      </p:stCondLst>
                      <p:childTnLst>
                        <p:par>
                          <p:cTn id="217" fill="hold">
                            <p:stCondLst>
                              <p:cond delay="0"/>
                            </p:stCondLst>
                            <p:childTnLst>
                              <p:par>
                                <p:cTn id="218" presetID="53" presetClass="entr" presetSubtype="16" fill="hold" grpId="0" nodeType="clickEffect">
                                  <p:stCondLst>
                                    <p:cond delay="0"/>
                                  </p:stCondLst>
                                  <p:childTnLst>
                                    <p:set>
                                      <p:cBhvr>
                                        <p:cTn id="219" dur="1" fill="hold">
                                          <p:stCondLst>
                                            <p:cond delay="0"/>
                                          </p:stCondLst>
                                        </p:cTn>
                                        <p:tgtEl>
                                          <p:spTgt spid="54">
                                            <p:txEl>
                                              <p:pRg st="8" end="8"/>
                                            </p:txEl>
                                          </p:spTgt>
                                        </p:tgtEl>
                                        <p:attrNameLst>
                                          <p:attrName>style.visibility</p:attrName>
                                        </p:attrNameLst>
                                      </p:cBhvr>
                                      <p:to>
                                        <p:strVal val="visible"/>
                                      </p:to>
                                    </p:set>
                                    <p:anim calcmode="lin" valueType="num">
                                      <p:cBhvr>
                                        <p:cTn id="220" dur="500" fill="hold"/>
                                        <p:tgtEl>
                                          <p:spTgt spid="54">
                                            <p:txEl>
                                              <p:pRg st="8" end="8"/>
                                            </p:txEl>
                                          </p:spTgt>
                                        </p:tgtEl>
                                        <p:attrNameLst>
                                          <p:attrName>ppt_w</p:attrName>
                                        </p:attrNameLst>
                                      </p:cBhvr>
                                      <p:tavLst>
                                        <p:tav tm="0">
                                          <p:val>
                                            <p:fltVal val="0"/>
                                          </p:val>
                                        </p:tav>
                                        <p:tav tm="100000">
                                          <p:val>
                                            <p:strVal val="#ppt_w"/>
                                          </p:val>
                                        </p:tav>
                                      </p:tavLst>
                                    </p:anim>
                                    <p:anim calcmode="lin" valueType="num">
                                      <p:cBhvr>
                                        <p:cTn id="221" dur="500" fill="hold"/>
                                        <p:tgtEl>
                                          <p:spTgt spid="54">
                                            <p:txEl>
                                              <p:pRg st="8" end="8"/>
                                            </p:txEl>
                                          </p:spTgt>
                                        </p:tgtEl>
                                        <p:attrNameLst>
                                          <p:attrName>ppt_h</p:attrName>
                                        </p:attrNameLst>
                                      </p:cBhvr>
                                      <p:tavLst>
                                        <p:tav tm="0">
                                          <p:val>
                                            <p:fltVal val="0"/>
                                          </p:val>
                                        </p:tav>
                                        <p:tav tm="100000">
                                          <p:val>
                                            <p:strVal val="#ppt_h"/>
                                          </p:val>
                                        </p:tav>
                                      </p:tavLst>
                                    </p:anim>
                                    <p:animEffect transition="in" filter="fade">
                                      <p:cBhvr>
                                        <p:cTn id="222" dur="500"/>
                                        <p:tgtEl>
                                          <p:spTgt spid="54">
                                            <p:txEl>
                                              <p:pRg st="8" end="8"/>
                                            </p:txEl>
                                          </p:spTgt>
                                        </p:tgtEl>
                                      </p:cBhvr>
                                    </p:animEffect>
                                  </p:childTnLst>
                                </p:cTn>
                              </p:par>
                            </p:childTnLst>
                          </p:cTn>
                        </p:par>
                      </p:childTnLst>
                    </p:cTn>
                  </p:par>
                  <p:par>
                    <p:cTn id="223" fill="hold">
                      <p:stCondLst>
                        <p:cond delay="indefinite"/>
                      </p:stCondLst>
                      <p:childTnLst>
                        <p:par>
                          <p:cTn id="224" fill="hold">
                            <p:stCondLst>
                              <p:cond delay="0"/>
                            </p:stCondLst>
                            <p:childTnLst>
                              <p:par>
                                <p:cTn id="225" presetID="53" presetClass="entr" presetSubtype="16" fill="hold" grpId="0" nodeType="clickEffect">
                                  <p:stCondLst>
                                    <p:cond delay="0"/>
                                  </p:stCondLst>
                                  <p:childTnLst>
                                    <p:set>
                                      <p:cBhvr>
                                        <p:cTn id="226" dur="1" fill="hold">
                                          <p:stCondLst>
                                            <p:cond delay="0"/>
                                          </p:stCondLst>
                                        </p:cTn>
                                        <p:tgtEl>
                                          <p:spTgt spid="54">
                                            <p:txEl>
                                              <p:pRg st="10" end="10"/>
                                            </p:txEl>
                                          </p:spTgt>
                                        </p:tgtEl>
                                        <p:attrNameLst>
                                          <p:attrName>style.visibility</p:attrName>
                                        </p:attrNameLst>
                                      </p:cBhvr>
                                      <p:to>
                                        <p:strVal val="visible"/>
                                      </p:to>
                                    </p:set>
                                    <p:anim calcmode="lin" valueType="num">
                                      <p:cBhvr>
                                        <p:cTn id="227" dur="500" fill="hold"/>
                                        <p:tgtEl>
                                          <p:spTgt spid="54">
                                            <p:txEl>
                                              <p:pRg st="10" end="10"/>
                                            </p:txEl>
                                          </p:spTgt>
                                        </p:tgtEl>
                                        <p:attrNameLst>
                                          <p:attrName>ppt_w</p:attrName>
                                        </p:attrNameLst>
                                      </p:cBhvr>
                                      <p:tavLst>
                                        <p:tav tm="0">
                                          <p:val>
                                            <p:fltVal val="0"/>
                                          </p:val>
                                        </p:tav>
                                        <p:tav tm="100000">
                                          <p:val>
                                            <p:strVal val="#ppt_w"/>
                                          </p:val>
                                        </p:tav>
                                      </p:tavLst>
                                    </p:anim>
                                    <p:anim calcmode="lin" valueType="num">
                                      <p:cBhvr>
                                        <p:cTn id="228" dur="500" fill="hold"/>
                                        <p:tgtEl>
                                          <p:spTgt spid="54">
                                            <p:txEl>
                                              <p:pRg st="10" end="10"/>
                                            </p:txEl>
                                          </p:spTgt>
                                        </p:tgtEl>
                                        <p:attrNameLst>
                                          <p:attrName>ppt_h</p:attrName>
                                        </p:attrNameLst>
                                      </p:cBhvr>
                                      <p:tavLst>
                                        <p:tav tm="0">
                                          <p:val>
                                            <p:fltVal val="0"/>
                                          </p:val>
                                        </p:tav>
                                        <p:tav tm="100000">
                                          <p:val>
                                            <p:strVal val="#ppt_h"/>
                                          </p:val>
                                        </p:tav>
                                      </p:tavLst>
                                    </p:anim>
                                    <p:animEffect transition="in" filter="fade">
                                      <p:cBhvr>
                                        <p:cTn id="229" dur="500"/>
                                        <p:tgtEl>
                                          <p:spTgt spid="54">
                                            <p:txEl>
                                              <p:pRg st="10" end="10"/>
                                            </p:txEl>
                                          </p:spTgt>
                                        </p:tgtEl>
                                      </p:cBhvr>
                                    </p:animEffect>
                                  </p:childTnLst>
                                </p:cTn>
                              </p:par>
                            </p:childTnLst>
                          </p:cTn>
                        </p:par>
                      </p:childTnLst>
                    </p:cTn>
                  </p:par>
                  <p:par>
                    <p:cTn id="230" fill="hold">
                      <p:stCondLst>
                        <p:cond delay="indefinite"/>
                      </p:stCondLst>
                      <p:childTnLst>
                        <p:par>
                          <p:cTn id="231" fill="hold">
                            <p:stCondLst>
                              <p:cond delay="0"/>
                            </p:stCondLst>
                            <p:childTnLst>
                              <p:par>
                                <p:cTn id="232" presetID="53" presetClass="entr" presetSubtype="16" fill="hold" grpId="0" nodeType="clickEffect">
                                  <p:stCondLst>
                                    <p:cond delay="0"/>
                                  </p:stCondLst>
                                  <p:childTnLst>
                                    <p:set>
                                      <p:cBhvr>
                                        <p:cTn id="233" dur="1" fill="hold">
                                          <p:stCondLst>
                                            <p:cond delay="0"/>
                                          </p:stCondLst>
                                        </p:cTn>
                                        <p:tgtEl>
                                          <p:spTgt spid="54">
                                            <p:txEl>
                                              <p:pRg st="11" end="11"/>
                                            </p:txEl>
                                          </p:spTgt>
                                        </p:tgtEl>
                                        <p:attrNameLst>
                                          <p:attrName>style.visibility</p:attrName>
                                        </p:attrNameLst>
                                      </p:cBhvr>
                                      <p:to>
                                        <p:strVal val="visible"/>
                                      </p:to>
                                    </p:set>
                                    <p:anim calcmode="lin" valueType="num">
                                      <p:cBhvr>
                                        <p:cTn id="234" dur="500" fill="hold"/>
                                        <p:tgtEl>
                                          <p:spTgt spid="54">
                                            <p:txEl>
                                              <p:pRg st="11" end="11"/>
                                            </p:txEl>
                                          </p:spTgt>
                                        </p:tgtEl>
                                        <p:attrNameLst>
                                          <p:attrName>ppt_w</p:attrName>
                                        </p:attrNameLst>
                                      </p:cBhvr>
                                      <p:tavLst>
                                        <p:tav tm="0">
                                          <p:val>
                                            <p:fltVal val="0"/>
                                          </p:val>
                                        </p:tav>
                                        <p:tav tm="100000">
                                          <p:val>
                                            <p:strVal val="#ppt_w"/>
                                          </p:val>
                                        </p:tav>
                                      </p:tavLst>
                                    </p:anim>
                                    <p:anim calcmode="lin" valueType="num">
                                      <p:cBhvr>
                                        <p:cTn id="235" dur="500" fill="hold"/>
                                        <p:tgtEl>
                                          <p:spTgt spid="54">
                                            <p:txEl>
                                              <p:pRg st="11" end="11"/>
                                            </p:txEl>
                                          </p:spTgt>
                                        </p:tgtEl>
                                        <p:attrNameLst>
                                          <p:attrName>ppt_h</p:attrName>
                                        </p:attrNameLst>
                                      </p:cBhvr>
                                      <p:tavLst>
                                        <p:tav tm="0">
                                          <p:val>
                                            <p:fltVal val="0"/>
                                          </p:val>
                                        </p:tav>
                                        <p:tav tm="100000">
                                          <p:val>
                                            <p:strVal val="#ppt_h"/>
                                          </p:val>
                                        </p:tav>
                                      </p:tavLst>
                                    </p:anim>
                                    <p:animEffect transition="in" filter="fade">
                                      <p:cBhvr>
                                        <p:cTn id="236" dur="500"/>
                                        <p:tgtEl>
                                          <p:spTgt spid="54">
                                            <p:txEl>
                                              <p:pRg st="11" end="11"/>
                                            </p:txEl>
                                          </p:spTgt>
                                        </p:tgtEl>
                                      </p:cBhvr>
                                    </p:animEffect>
                                  </p:childTnLst>
                                </p:cTn>
                              </p:par>
                            </p:childTnLst>
                          </p:cTn>
                        </p:par>
                      </p:childTnLst>
                    </p:cTn>
                  </p:par>
                  <p:par>
                    <p:cTn id="237" fill="hold">
                      <p:stCondLst>
                        <p:cond delay="indefinite"/>
                      </p:stCondLst>
                      <p:childTnLst>
                        <p:par>
                          <p:cTn id="238" fill="hold">
                            <p:stCondLst>
                              <p:cond delay="0"/>
                            </p:stCondLst>
                            <p:childTnLst>
                              <p:par>
                                <p:cTn id="239" presetID="53" presetClass="entr" presetSubtype="16" fill="hold" grpId="0" nodeType="clickEffect">
                                  <p:stCondLst>
                                    <p:cond delay="0"/>
                                  </p:stCondLst>
                                  <p:childTnLst>
                                    <p:set>
                                      <p:cBhvr>
                                        <p:cTn id="240" dur="1" fill="hold">
                                          <p:stCondLst>
                                            <p:cond delay="0"/>
                                          </p:stCondLst>
                                        </p:cTn>
                                        <p:tgtEl>
                                          <p:spTgt spid="54">
                                            <p:txEl>
                                              <p:pRg st="12" end="12"/>
                                            </p:txEl>
                                          </p:spTgt>
                                        </p:tgtEl>
                                        <p:attrNameLst>
                                          <p:attrName>style.visibility</p:attrName>
                                        </p:attrNameLst>
                                      </p:cBhvr>
                                      <p:to>
                                        <p:strVal val="visible"/>
                                      </p:to>
                                    </p:set>
                                    <p:anim calcmode="lin" valueType="num">
                                      <p:cBhvr>
                                        <p:cTn id="241" dur="500" fill="hold"/>
                                        <p:tgtEl>
                                          <p:spTgt spid="54">
                                            <p:txEl>
                                              <p:pRg st="12" end="12"/>
                                            </p:txEl>
                                          </p:spTgt>
                                        </p:tgtEl>
                                        <p:attrNameLst>
                                          <p:attrName>ppt_w</p:attrName>
                                        </p:attrNameLst>
                                      </p:cBhvr>
                                      <p:tavLst>
                                        <p:tav tm="0">
                                          <p:val>
                                            <p:fltVal val="0"/>
                                          </p:val>
                                        </p:tav>
                                        <p:tav tm="100000">
                                          <p:val>
                                            <p:strVal val="#ppt_w"/>
                                          </p:val>
                                        </p:tav>
                                      </p:tavLst>
                                    </p:anim>
                                    <p:anim calcmode="lin" valueType="num">
                                      <p:cBhvr>
                                        <p:cTn id="242" dur="500" fill="hold"/>
                                        <p:tgtEl>
                                          <p:spTgt spid="54">
                                            <p:txEl>
                                              <p:pRg st="12" end="12"/>
                                            </p:txEl>
                                          </p:spTgt>
                                        </p:tgtEl>
                                        <p:attrNameLst>
                                          <p:attrName>ppt_h</p:attrName>
                                        </p:attrNameLst>
                                      </p:cBhvr>
                                      <p:tavLst>
                                        <p:tav tm="0">
                                          <p:val>
                                            <p:fltVal val="0"/>
                                          </p:val>
                                        </p:tav>
                                        <p:tav tm="100000">
                                          <p:val>
                                            <p:strVal val="#ppt_h"/>
                                          </p:val>
                                        </p:tav>
                                      </p:tavLst>
                                    </p:anim>
                                    <p:animEffect transition="in" filter="fade">
                                      <p:cBhvr>
                                        <p:cTn id="243" dur="500"/>
                                        <p:tgtEl>
                                          <p:spTgt spid="54">
                                            <p:txEl>
                                              <p:pRg st="12" end="12"/>
                                            </p:txEl>
                                          </p:spTgt>
                                        </p:tgtEl>
                                      </p:cBhvr>
                                    </p:animEffect>
                                  </p:childTnLst>
                                </p:cTn>
                              </p:par>
                            </p:childTnLst>
                          </p:cTn>
                        </p:par>
                      </p:childTnLst>
                    </p:cTn>
                  </p:par>
                  <p:par>
                    <p:cTn id="244" fill="hold">
                      <p:stCondLst>
                        <p:cond delay="indefinite"/>
                      </p:stCondLst>
                      <p:childTnLst>
                        <p:par>
                          <p:cTn id="245" fill="hold">
                            <p:stCondLst>
                              <p:cond delay="0"/>
                            </p:stCondLst>
                            <p:childTnLst>
                              <p:par>
                                <p:cTn id="246" presetID="53" presetClass="entr" presetSubtype="16" fill="hold" grpId="0" nodeType="clickEffect">
                                  <p:stCondLst>
                                    <p:cond delay="0"/>
                                  </p:stCondLst>
                                  <p:childTnLst>
                                    <p:set>
                                      <p:cBhvr>
                                        <p:cTn id="247" dur="1" fill="hold">
                                          <p:stCondLst>
                                            <p:cond delay="0"/>
                                          </p:stCondLst>
                                        </p:cTn>
                                        <p:tgtEl>
                                          <p:spTgt spid="54">
                                            <p:txEl>
                                              <p:pRg st="13" end="13"/>
                                            </p:txEl>
                                          </p:spTgt>
                                        </p:tgtEl>
                                        <p:attrNameLst>
                                          <p:attrName>style.visibility</p:attrName>
                                        </p:attrNameLst>
                                      </p:cBhvr>
                                      <p:to>
                                        <p:strVal val="visible"/>
                                      </p:to>
                                    </p:set>
                                    <p:anim calcmode="lin" valueType="num">
                                      <p:cBhvr>
                                        <p:cTn id="248" dur="500" fill="hold"/>
                                        <p:tgtEl>
                                          <p:spTgt spid="54">
                                            <p:txEl>
                                              <p:pRg st="13" end="13"/>
                                            </p:txEl>
                                          </p:spTgt>
                                        </p:tgtEl>
                                        <p:attrNameLst>
                                          <p:attrName>ppt_w</p:attrName>
                                        </p:attrNameLst>
                                      </p:cBhvr>
                                      <p:tavLst>
                                        <p:tav tm="0">
                                          <p:val>
                                            <p:fltVal val="0"/>
                                          </p:val>
                                        </p:tav>
                                        <p:tav tm="100000">
                                          <p:val>
                                            <p:strVal val="#ppt_w"/>
                                          </p:val>
                                        </p:tav>
                                      </p:tavLst>
                                    </p:anim>
                                    <p:anim calcmode="lin" valueType="num">
                                      <p:cBhvr>
                                        <p:cTn id="249" dur="500" fill="hold"/>
                                        <p:tgtEl>
                                          <p:spTgt spid="54">
                                            <p:txEl>
                                              <p:pRg st="13" end="13"/>
                                            </p:txEl>
                                          </p:spTgt>
                                        </p:tgtEl>
                                        <p:attrNameLst>
                                          <p:attrName>ppt_h</p:attrName>
                                        </p:attrNameLst>
                                      </p:cBhvr>
                                      <p:tavLst>
                                        <p:tav tm="0">
                                          <p:val>
                                            <p:fltVal val="0"/>
                                          </p:val>
                                        </p:tav>
                                        <p:tav tm="100000">
                                          <p:val>
                                            <p:strVal val="#ppt_h"/>
                                          </p:val>
                                        </p:tav>
                                      </p:tavLst>
                                    </p:anim>
                                    <p:animEffect transition="in" filter="fade">
                                      <p:cBhvr>
                                        <p:cTn id="250" dur="500"/>
                                        <p:tgtEl>
                                          <p:spTgt spid="54">
                                            <p:txEl>
                                              <p:pRg st="13" end="13"/>
                                            </p:txEl>
                                          </p:spTgt>
                                        </p:tgtEl>
                                      </p:cBhvr>
                                    </p:animEffect>
                                  </p:childTnLst>
                                </p:cTn>
                              </p:par>
                            </p:childTnLst>
                          </p:cTn>
                        </p:par>
                      </p:childTnLst>
                    </p:cTn>
                  </p:par>
                  <p:par>
                    <p:cTn id="251" fill="hold">
                      <p:stCondLst>
                        <p:cond delay="indefinite"/>
                      </p:stCondLst>
                      <p:childTnLst>
                        <p:par>
                          <p:cTn id="252" fill="hold">
                            <p:stCondLst>
                              <p:cond delay="0"/>
                            </p:stCondLst>
                            <p:childTnLst>
                              <p:par>
                                <p:cTn id="253" presetID="53" presetClass="entr" presetSubtype="16" fill="hold" grpId="0" nodeType="clickEffect">
                                  <p:stCondLst>
                                    <p:cond delay="0"/>
                                  </p:stCondLst>
                                  <p:childTnLst>
                                    <p:set>
                                      <p:cBhvr>
                                        <p:cTn id="254" dur="1" fill="hold">
                                          <p:stCondLst>
                                            <p:cond delay="0"/>
                                          </p:stCondLst>
                                        </p:cTn>
                                        <p:tgtEl>
                                          <p:spTgt spid="54">
                                            <p:txEl>
                                              <p:pRg st="14" end="14"/>
                                            </p:txEl>
                                          </p:spTgt>
                                        </p:tgtEl>
                                        <p:attrNameLst>
                                          <p:attrName>style.visibility</p:attrName>
                                        </p:attrNameLst>
                                      </p:cBhvr>
                                      <p:to>
                                        <p:strVal val="visible"/>
                                      </p:to>
                                    </p:set>
                                    <p:anim calcmode="lin" valueType="num">
                                      <p:cBhvr>
                                        <p:cTn id="255" dur="500" fill="hold"/>
                                        <p:tgtEl>
                                          <p:spTgt spid="54">
                                            <p:txEl>
                                              <p:pRg st="14" end="14"/>
                                            </p:txEl>
                                          </p:spTgt>
                                        </p:tgtEl>
                                        <p:attrNameLst>
                                          <p:attrName>ppt_w</p:attrName>
                                        </p:attrNameLst>
                                      </p:cBhvr>
                                      <p:tavLst>
                                        <p:tav tm="0">
                                          <p:val>
                                            <p:fltVal val="0"/>
                                          </p:val>
                                        </p:tav>
                                        <p:tav tm="100000">
                                          <p:val>
                                            <p:strVal val="#ppt_w"/>
                                          </p:val>
                                        </p:tav>
                                      </p:tavLst>
                                    </p:anim>
                                    <p:anim calcmode="lin" valueType="num">
                                      <p:cBhvr>
                                        <p:cTn id="256" dur="500" fill="hold"/>
                                        <p:tgtEl>
                                          <p:spTgt spid="54">
                                            <p:txEl>
                                              <p:pRg st="14" end="14"/>
                                            </p:txEl>
                                          </p:spTgt>
                                        </p:tgtEl>
                                        <p:attrNameLst>
                                          <p:attrName>ppt_h</p:attrName>
                                        </p:attrNameLst>
                                      </p:cBhvr>
                                      <p:tavLst>
                                        <p:tav tm="0">
                                          <p:val>
                                            <p:fltVal val="0"/>
                                          </p:val>
                                        </p:tav>
                                        <p:tav tm="100000">
                                          <p:val>
                                            <p:strVal val="#ppt_h"/>
                                          </p:val>
                                        </p:tav>
                                      </p:tavLst>
                                    </p:anim>
                                    <p:animEffect transition="in" filter="fade">
                                      <p:cBhvr>
                                        <p:cTn id="257" dur="500"/>
                                        <p:tgtEl>
                                          <p:spTgt spid="54">
                                            <p:txEl>
                                              <p:pRg st="14" end="14"/>
                                            </p:txEl>
                                          </p:spTgt>
                                        </p:tgtEl>
                                      </p:cBhvr>
                                    </p:animEffect>
                                  </p:childTnLst>
                                </p:cTn>
                              </p:par>
                            </p:childTnLst>
                          </p:cTn>
                        </p:par>
                      </p:childTnLst>
                    </p:cTn>
                  </p:par>
                  <p:par>
                    <p:cTn id="258" fill="hold">
                      <p:stCondLst>
                        <p:cond delay="indefinite"/>
                      </p:stCondLst>
                      <p:childTnLst>
                        <p:par>
                          <p:cTn id="259" fill="hold">
                            <p:stCondLst>
                              <p:cond delay="0"/>
                            </p:stCondLst>
                            <p:childTnLst>
                              <p:par>
                                <p:cTn id="260" presetID="53" presetClass="entr" presetSubtype="16" fill="hold" grpId="0" nodeType="clickEffect">
                                  <p:stCondLst>
                                    <p:cond delay="0"/>
                                  </p:stCondLst>
                                  <p:childTnLst>
                                    <p:set>
                                      <p:cBhvr>
                                        <p:cTn id="261" dur="1" fill="hold">
                                          <p:stCondLst>
                                            <p:cond delay="0"/>
                                          </p:stCondLst>
                                        </p:cTn>
                                        <p:tgtEl>
                                          <p:spTgt spid="54">
                                            <p:txEl>
                                              <p:pRg st="15" end="15"/>
                                            </p:txEl>
                                          </p:spTgt>
                                        </p:tgtEl>
                                        <p:attrNameLst>
                                          <p:attrName>style.visibility</p:attrName>
                                        </p:attrNameLst>
                                      </p:cBhvr>
                                      <p:to>
                                        <p:strVal val="visible"/>
                                      </p:to>
                                    </p:set>
                                    <p:anim calcmode="lin" valueType="num">
                                      <p:cBhvr>
                                        <p:cTn id="262" dur="500" fill="hold"/>
                                        <p:tgtEl>
                                          <p:spTgt spid="54">
                                            <p:txEl>
                                              <p:pRg st="15" end="15"/>
                                            </p:txEl>
                                          </p:spTgt>
                                        </p:tgtEl>
                                        <p:attrNameLst>
                                          <p:attrName>ppt_w</p:attrName>
                                        </p:attrNameLst>
                                      </p:cBhvr>
                                      <p:tavLst>
                                        <p:tav tm="0">
                                          <p:val>
                                            <p:fltVal val="0"/>
                                          </p:val>
                                        </p:tav>
                                        <p:tav tm="100000">
                                          <p:val>
                                            <p:strVal val="#ppt_w"/>
                                          </p:val>
                                        </p:tav>
                                      </p:tavLst>
                                    </p:anim>
                                    <p:anim calcmode="lin" valueType="num">
                                      <p:cBhvr>
                                        <p:cTn id="263" dur="500" fill="hold"/>
                                        <p:tgtEl>
                                          <p:spTgt spid="54">
                                            <p:txEl>
                                              <p:pRg st="15" end="15"/>
                                            </p:txEl>
                                          </p:spTgt>
                                        </p:tgtEl>
                                        <p:attrNameLst>
                                          <p:attrName>ppt_h</p:attrName>
                                        </p:attrNameLst>
                                      </p:cBhvr>
                                      <p:tavLst>
                                        <p:tav tm="0">
                                          <p:val>
                                            <p:fltVal val="0"/>
                                          </p:val>
                                        </p:tav>
                                        <p:tav tm="100000">
                                          <p:val>
                                            <p:strVal val="#ppt_h"/>
                                          </p:val>
                                        </p:tav>
                                      </p:tavLst>
                                    </p:anim>
                                    <p:animEffect transition="in" filter="fade">
                                      <p:cBhvr>
                                        <p:cTn id="264" dur="500"/>
                                        <p:tgtEl>
                                          <p:spTgt spid="54">
                                            <p:txEl>
                                              <p:pRg st="15" end="15"/>
                                            </p:txEl>
                                          </p:spTgt>
                                        </p:tgtEl>
                                      </p:cBhvr>
                                    </p:animEffect>
                                  </p:childTnLst>
                                </p:cTn>
                              </p:par>
                            </p:childTnLst>
                          </p:cTn>
                        </p:par>
                      </p:childTnLst>
                    </p:cTn>
                  </p:par>
                  <p:par>
                    <p:cTn id="265" fill="hold">
                      <p:stCondLst>
                        <p:cond delay="indefinite"/>
                      </p:stCondLst>
                      <p:childTnLst>
                        <p:par>
                          <p:cTn id="266" fill="hold">
                            <p:stCondLst>
                              <p:cond delay="0"/>
                            </p:stCondLst>
                            <p:childTnLst>
                              <p:par>
                                <p:cTn id="267" presetID="53" presetClass="entr" presetSubtype="16" fill="hold" grpId="0" nodeType="clickEffect">
                                  <p:stCondLst>
                                    <p:cond delay="0"/>
                                  </p:stCondLst>
                                  <p:childTnLst>
                                    <p:set>
                                      <p:cBhvr>
                                        <p:cTn id="268" dur="1" fill="hold">
                                          <p:stCondLst>
                                            <p:cond delay="0"/>
                                          </p:stCondLst>
                                        </p:cTn>
                                        <p:tgtEl>
                                          <p:spTgt spid="54">
                                            <p:txEl>
                                              <p:pRg st="16" end="16"/>
                                            </p:txEl>
                                          </p:spTgt>
                                        </p:tgtEl>
                                        <p:attrNameLst>
                                          <p:attrName>style.visibility</p:attrName>
                                        </p:attrNameLst>
                                      </p:cBhvr>
                                      <p:to>
                                        <p:strVal val="visible"/>
                                      </p:to>
                                    </p:set>
                                    <p:anim calcmode="lin" valueType="num">
                                      <p:cBhvr>
                                        <p:cTn id="269" dur="500" fill="hold"/>
                                        <p:tgtEl>
                                          <p:spTgt spid="54">
                                            <p:txEl>
                                              <p:pRg st="16" end="16"/>
                                            </p:txEl>
                                          </p:spTgt>
                                        </p:tgtEl>
                                        <p:attrNameLst>
                                          <p:attrName>ppt_w</p:attrName>
                                        </p:attrNameLst>
                                      </p:cBhvr>
                                      <p:tavLst>
                                        <p:tav tm="0">
                                          <p:val>
                                            <p:fltVal val="0"/>
                                          </p:val>
                                        </p:tav>
                                        <p:tav tm="100000">
                                          <p:val>
                                            <p:strVal val="#ppt_w"/>
                                          </p:val>
                                        </p:tav>
                                      </p:tavLst>
                                    </p:anim>
                                    <p:anim calcmode="lin" valueType="num">
                                      <p:cBhvr>
                                        <p:cTn id="270" dur="500" fill="hold"/>
                                        <p:tgtEl>
                                          <p:spTgt spid="54">
                                            <p:txEl>
                                              <p:pRg st="16" end="16"/>
                                            </p:txEl>
                                          </p:spTgt>
                                        </p:tgtEl>
                                        <p:attrNameLst>
                                          <p:attrName>ppt_h</p:attrName>
                                        </p:attrNameLst>
                                      </p:cBhvr>
                                      <p:tavLst>
                                        <p:tav tm="0">
                                          <p:val>
                                            <p:fltVal val="0"/>
                                          </p:val>
                                        </p:tav>
                                        <p:tav tm="100000">
                                          <p:val>
                                            <p:strVal val="#ppt_h"/>
                                          </p:val>
                                        </p:tav>
                                      </p:tavLst>
                                    </p:anim>
                                    <p:animEffect transition="in" filter="fade">
                                      <p:cBhvr>
                                        <p:cTn id="271" dur="500"/>
                                        <p:tgtEl>
                                          <p:spTgt spid="54">
                                            <p:txEl>
                                              <p:pRg st="16" end="16"/>
                                            </p:txEl>
                                          </p:spTgt>
                                        </p:tgtEl>
                                      </p:cBhvr>
                                    </p:animEffect>
                                  </p:childTnLst>
                                </p:cTn>
                              </p:par>
                            </p:childTnLst>
                          </p:cTn>
                        </p:par>
                      </p:childTnLst>
                    </p:cTn>
                  </p:par>
                  <p:par>
                    <p:cTn id="272" fill="hold">
                      <p:stCondLst>
                        <p:cond delay="indefinite"/>
                      </p:stCondLst>
                      <p:childTnLst>
                        <p:par>
                          <p:cTn id="273" fill="hold">
                            <p:stCondLst>
                              <p:cond delay="0"/>
                            </p:stCondLst>
                            <p:childTnLst>
                              <p:par>
                                <p:cTn id="274" presetID="53" presetClass="entr" presetSubtype="16" fill="hold" grpId="0" nodeType="clickEffect">
                                  <p:stCondLst>
                                    <p:cond delay="0"/>
                                  </p:stCondLst>
                                  <p:childTnLst>
                                    <p:set>
                                      <p:cBhvr>
                                        <p:cTn id="275" dur="1" fill="hold">
                                          <p:stCondLst>
                                            <p:cond delay="0"/>
                                          </p:stCondLst>
                                        </p:cTn>
                                        <p:tgtEl>
                                          <p:spTgt spid="54">
                                            <p:txEl>
                                              <p:pRg st="17" end="17"/>
                                            </p:txEl>
                                          </p:spTgt>
                                        </p:tgtEl>
                                        <p:attrNameLst>
                                          <p:attrName>style.visibility</p:attrName>
                                        </p:attrNameLst>
                                      </p:cBhvr>
                                      <p:to>
                                        <p:strVal val="visible"/>
                                      </p:to>
                                    </p:set>
                                    <p:anim calcmode="lin" valueType="num">
                                      <p:cBhvr>
                                        <p:cTn id="276" dur="500" fill="hold"/>
                                        <p:tgtEl>
                                          <p:spTgt spid="54">
                                            <p:txEl>
                                              <p:pRg st="17" end="17"/>
                                            </p:txEl>
                                          </p:spTgt>
                                        </p:tgtEl>
                                        <p:attrNameLst>
                                          <p:attrName>ppt_w</p:attrName>
                                        </p:attrNameLst>
                                      </p:cBhvr>
                                      <p:tavLst>
                                        <p:tav tm="0">
                                          <p:val>
                                            <p:fltVal val="0"/>
                                          </p:val>
                                        </p:tav>
                                        <p:tav tm="100000">
                                          <p:val>
                                            <p:strVal val="#ppt_w"/>
                                          </p:val>
                                        </p:tav>
                                      </p:tavLst>
                                    </p:anim>
                                    <p:anim calcmode="lin" valueType="num">
                                      <p:cBhvr>
                                        <p:cTn id="277" dur="500" fill="hold"/>
                                        <p:tgtEl>
                                          <p:spTgt spid="54">
                                            <p:txEl>
                                              <p:pRg st="17" end="17"/>
                                            </p:txEl>
                                          </p:spTgt>
                                        </p:tgtEl>
                                        <p:attrNameLst>
                                          <p:attrName>ppt_h</p:attrName>
                                        </p:attrNameLst>
                                      </p:cBhvr>
                                      <p:tavLst>
                                        <p:tav tm="0">
                                          <p:val>
                                            <p:fltVal val="0"/>
                                          </p:val>
                                        </p:tav>
                                        <p:tav tm="100000">
                                          <p:val>
                                            <p:strVal val="#ppt_h"/>
                                          </p:val>
                                        </p:tav>
                                      </p:tavLst>
                                    </p:anim>
                                    <p:animEffect transition="in" filter="fade">
                                      <p:cBhvr>
                                        <p:cTn id="278" dur="500"/>
                                        <p:tgtEl>
                                          <p:spTgt spid="54">
                                            <p:txEl>
                                              <p:pRg st="17" end="17"/>
                                            </p:txEl>
                                          </p:spTgt>
                                        </p:tgtEl>
                                      </p:cBhvr>
                                    </p:animEffect>
                                  </p:childTnLst>
                                </p:cTn>
                              </p:par>
                            </p:childTnLst>
                          </p:cTn>
                        </p:par>
                      </p:childTnLst>
                    </p:cTn>
                  </p:par>
                  <p:par>
                    <p:cTn id="279" fill="hold">
                      <p:stCondLst>
                        <p:cond delay="indefinite"/>
                      </p:stCondLst>
                      <p:childTnLst>
                        <p:par>
                          <p:cTn id="280" fill="hold">
                            <p:stCondLst>
                              <p:cond delay="0"/>
                            </p:stCondLst>
                            <p:childTnLst>
                              <p:par>
                                <p:cTn id="281" presetID="53" presetClass="entr" presetSubtype="16" fill="hold" grpId="0" nodeType="clickEffect">
                                  <p:stCondLst>
                                    <p:cond delay="0"/>
                                  </p:stCondLst>
                                  <p:childTnLst>
                                    <p:set>
                                      <p:cBhvr>
                                        <p:cTn id="282" dur="1" fill="hold">
                                          <p:stCondLst>
                                            <p:cond delay="0"/>
                                          </p:stCondLst>
                                        </p:cTn>
                                        <p:tgtEl>
                                          <p:spTgt spid="54">
                                            <p:txEl>
                                              <p:pRg st="18" end="18"/>
                                            </p:txEl>
                                          </p:spTgt>
                                        </p:tgtEl>
                                        <p:attrNameLst>
                                          <p:attrName>style.visibility</p:attrName>
                                        </p:attrNameLst>
                                      </p:cBhvr>
                                      <p:to>
                                        <p:strVal val="visible"/>
                                      </p:to>
                                    </p:set>
                                    <p:anim calcmode="lin" valueType="num">
                                      <p:cBhvr>
                                        <p:cTn id="283" dur="500" fill="hold"/>
                                        <p:tgtEl>
                                          <p:spTgt spid="54">
                                            <p:txEl>
                                              <p:pRg st="18" end="18"/>
                                            </p:txEl>
                                          </p:spTgt>
                                        </p:tgtEl>
                                        <p:attrNameLst>
                                          <p:attrName>ppt_w</p:attrName>
                                        </p:attrNameLst>
                                      </p:cBhvr>
                                      <p:tavLst>
                                        <p:tav tm="0">
                                          <p:val>
                                            <p:fltVal val="0"/>
                                          </p:val>
                                        </p:tav>
                                        <p:tav tm="100000">
                                          <p:val>
                                            <p:strVal val="#ppt_w"/>
                                          </p:val>
                                        </p:tav>
                                      </p:tavLst>
                                    </p:anim>
                                    <p:anim calcmode="lin" valueType="num">
                                      <p:cBhvr>
                                        <p:cTn id="284" dur="500" fill="hold"/>
                                        <p:tgtEl>
                                          <p:spTgt spid="54">
                                            <p:txEl>
                                              <p:pRg st="18" end="18"/>
                                            </p:txEl>
                                          </p:spTgt>
                                        </p:tgtEl>
                                        <p:attrNameLst>
                                          <p:attrName>ppt_h</p:attrName>
                                        </p:attrNameLst>
                                      </p:cBhvr>
                                      <p:tavLst>
                                        <p:tav tm="0">
                                          <p:val>
                                            <p:fltVal val="0"/>
                                          </p:val>
                                        </p:tav>
                                        <p:tav tm="100000">
                                          <p:val>
                                            <p:strVal val="#ppt_h"/>
                                          </p:val>
                                        </p:tav>
                                      </p:tavLst>
                                    </p:anim>
                                    <p:animEffect transition="in" filter="fade">
                                      <p:cBhvr>
                                        <p:cTn id="285" dur="500"/>
                                        <p:tgtEl>
                                          <p:spTgt spid="54">
                                            <p:txEl>
                                              <p:pRg st="18" end="18"/>
                                            </p:txEl>
                                          </p:spTgt>
                                        </p:tgtEl>
                                      </p:cBhvr>
                                    </p:animEffect>
                                  </p:childTnLst>
                                </p:cTn>
                              </p:par>
                            </p:childTnLst>
                          </p:cTn>
                        </p:par>
                      </p:childTnLst>
                    </p:cTn>
                  </p:par>
                  <p:par>
                    <p:cTn id="286" fill="hold">
                      <p:stCondLst>
                        <p:cond delay="indefinite"/>
                      </p:stCondLst>
                      <p:childTnLst>
                        <p:par>
                          <p:cTn id="287" fill="hold">
                            <p:stCondLst>
                              <p:cond delay="0"/>
                            </p:stCondLst>
                            <p:childTnLst>
                              <p:par>
                                <p:cTn id="288" presetID="53" presetClass="entr" presetSubtype="16" fill="hold" grpId="0" nodeType="clickEffect">
                                  <p:stCondLst>
                                    <p:cond delay="0"/>
                                  </p:stCondLst>
                                  <p:childTnLst>
                                    <p:set>
                                      <p:cBhvr>
                                        <p:cTn id="289" dur="1" fill="hold">
                                          <p:stCondLst>
                                            <p:cond delay="0"/>
                                          </p:stCondLst>
                                        </p:cTn>
                                        <p:tgtEl>
                                          <p:spTgt spid="54">
                                            <p:txEl>
                                              <p:pRg st="19" end="19"/>
                                            </p:txEl>
                                          </p:spTgt>
                                        </p:tgtEl>
                                        <p:attrNameLst>
                                          <p:attrName>style.visibility</p:attrName>
                                        </p:attrNameLst>
                                      </p:cBhvr>
                                      <p:to>
                                        <p:strVal val="visible"/>
                                      </p:to>
                                    </p:set>
                                    <p:anim calcmode="lin" valueType="num">
                                      <p:cBhvr>
                                        <p:cTn id="290" dur="500" fill="hold"/>
                                        <p:tgtEl>
                                          <p:spTgt spid="54">
                                            <p:txEl>
                                              <p:pRg st="19" end="19"/>
                                            </p:txEl>
                                          </p:spTgt>
                                        </p:tgtEl>
                                        <p:attrNameLst>
                                          <p:attrName>ppt_w</p:attrName>
                                        </p:attrNameLst>
                                      </p:cBhvr>
                                      <p:tavLst>
                                        <p:tav tm="0">
                                          <p:val>
                                            <p:fltVal val="0"/>
                                          </p:val>
                                        </p:tav>
                                        <p:tav tm="100000">
                                          <p:val>
                                            <p:strVal val="#ppt_w"/>
                                          </p:val>
                                        </p:tav>
                                      </p:tavLst>
                                    </p:anim>
                                    <p:anim calcmode="lin" valueType="num">
                                      <p:cBhvr>
                                        <p:cTn id="291" dur="500" fill="hold"/>
                                        <p:tgtEl>
                                          <p:spTgt spid="54">
                                            <p:txEl>
                                              <p:pRg st="19" end="19"/>
                                            </p:txEl>
                                          </p:spTgt>
                                        </p:tgtEl>
                                        <p:attrNameLst>
                                          <p:attrName>ppt_h</p:attrName>
                                        </p:attrNameLst>
                                      </p:cBhvr>
                                      <p:tavLst>
                                        <p:tav tm="0">
                                          <p:val>
                                            <p:fltVal val="0"/>
                                          </p:val>
                                        </p:tav>
                                        <p:tav tm="100000">
                                          <p:val>
                                            <p:strVal val="#ppt_h"/>
                                          </p:val>
                                        </p:tav>
                                      </p:tavLst>
                                    </p:anim>
                                    <p:animEffect transition="in" filter="fade">
                                      <p:cBhvr>
                                        <p:cTn id="292" dur="500"/>
                                        <p:tgtEl>
                                          <p:spTgt spid="54">
                                            <p:txEl>
                                              <p:pRg st="19" end="19"/>
                                            </p:txEl>
                                          </p:spTgt>
                                        </p:tgtEl>
                                      </p:cBhvr>
                                    </p:animEffect>
                                  </p:childTnLst>
                                </p:cTn>
                              </p:par>
                            </p:childTnLst>
                          </p:cTn>
                        </p:par>
                      </p:childTnLst>
                    </p:cTn>
                  </p:par>
                  <p:par>
                    <p:cTn id="293" fill="hold">
                      <p:stCondLst>
                        <p:cond delay="indefinite"/>
                      </p:stCondLst>
                      <p:childTnLst>
                        <p:par>
                          <p:cTn id="294" fill="hold">
                            <p:stCondLst>
                              <p:cond delay="0"/>
                            </p:stCondLst>
                            <p:childTnLst>
                              <p:par>
                                <p:cTn id="295" presetID="22" presetClass="entr" presetSubtype="2" fill="hold" nodeType="clickEffect">
                                  <p:stCondLst>
                                    <p:cond delay="0"/>
                                  </p:stCondLst>
                                  <p:childTnLst>
                                    <p:set>
                                      <p:cBhvr>
                                        <p:cTn id="296" dur="1" fill="hold">
                                          <p:stCondLst>
                                            <p:cond delay="0"/>
                                          </p:stCondLst>
                                        </p:cTn>
                                        <p:tgtEl>
                                          <p:spTgt spid="58"/>
                                        </p:tgtEl>
                                        <p:attrNameLst>
                                          <p:attrName>style.visibility</p:attrName>
                                        </p:attrNameLst>
                                      </p:cBhvr>
                                      <p:to>
                                        <p:strVal val="visible"/>
                                      </p:to>
                                    </p:set>
                                    <p:animEffect transition="in" filter="wipe(right)">
                                      <p:cBhvr>
                                        <p:cTn id="297" dur="500"/>
                                        <p:tgtEl>
                                          <p:spTgt spid="58"/>
                                        </p:tgtEl>
                                      </p:cBhvr>
                                    </p:animEffect>
                                  </p:childTnLst>
                                </p:cTn>
                              </p:par>
                              <p:par>
                                <p:cTn id="298" presetID="53" presetClass="entr" presetSubtype="16" fill="hold" grpId="0" nodeType="withEffect">
                                  <p:stCondLst>
                                    <p:cond delay="0"/>
                                  </p:stCondLst>
                                  <p:childTnLst>
                                    <p:set>
                                      <p:cBhvr>
                                        <p:cTn id="299" dur="1" fill="hold">
                                          <p:stCondLst>
                                            <p:cond delay="0"/>
                                          </p:stCondLst>
                                        </p:cTn>
                                        <p:tgtEl>
                                          <p:spTgt spid="54">
                                            <p:txEl>
                                              <p:pRg st="20" end="20"/>
                                            </p:txEl>
                                          </p:spTgt>
                                        </p:tgtEl>
                                        <p:attrNameLst>
                                          <p:attrName>style.visibility</p:attrName>
                                        </p:attrNameLst>
                                      </p:cBhvr>
                                      <p:to>
                                        <p:strVal val="visible"/>
                                      </p:to>
                                    </p:set>
                                    <p:anim calcmode="lin" valueType="num">
                                      <p:cBhvr>
                                        <p:cTn id="300" dur="500" fill="hold"/>
                                        <p:tgtEl>
                                          <p:spTgt spid="54">
                                            <p:txEl>
                                              <p:pRg st="20" end="20"/>
                                            </p:txEl>
                                          </p:spTgt>
                                        </p:tgtEl>
                                        <p:attrNameLst>
                                          <p:attrName>ppt_w</p:attrName>
                                        </p:attrNameLst>
                                      </p:cBhvr>
                                      <p:tavLst>
                                        <p:tav tm="0">
                                          <p:val>
                                            <p:fltVal val="0"/>
                                          </p:val>
                                        </p:tav>
                                        <p:tav tm="100000">
                                          <p:val>
                                            <p:strVal val="#ppt_w"/>
                                          </p:val>
                                        </p:tav>
                                      </p:tavLst>
                                    </p:anim>
                                    <p:anim calcmode="lin" valueType="num">
                                      <p:cBhvr>
                                        <p:cTn id="301" dur="500" fill="hold"/>
                                        <p:tgtEl>
                                          <p:spTgt spid="54">
                                            <p:txEl>
                                              <p:pRg st="20" end="20"/>
                                            </p:txEl>
                                          </p:spTgt>
                                        </p:tgtEl>
                                        <p:attrNameLst>
                                          <p:attrName>ppt_h</p:attrName>
                                        </p:attrNameLst>
                                      </p:cBhvr>
                                      <p:tavLst>
                                        <p:tav tm="0">
                                          <p:val>
                                            <p:fltVal val="0"/>
                                          </p:val>
                                        </p:tav>
                                        <p:tav tm="100000">
                                          <p:val>
                                            <p:strVal val="#ppt_h"/>
                                          </p:val>
                                        </p:tav>
                                      </p:tavLst>
                                    </p:anim>
                                    <p:animEffect transition="in" filter="fade">
                                      <p:cBhvr>
                                        <p:cTn id="302" dur="500"/>
                                        <p:tgtEl>
                                          <p:spTgt spid="54">
                                            <p:txEl>
                                              <p:pRg st="20" end="2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uiExpand="1" build="p"/>
      <p:bldP spid="54" grpId="0" uiExpand="1" build="p"/>
      <p:bldP spid="54" grpId="1" uiExpand="1" build="allAtOnce"/>
      <p:bldP spid="54" grpId="2" uiExpand="1" build="p"/>
      <p:bldP spid="56" grpId="0"/>
      <p:bldP spid="56"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1 Título"/>
          <p:cNvSpPr>
            <a:spLocks noGrp="1"/>
          </p:cNvSpPr>
          <p:nvPr>
            <p:ph type="title"/>
          </p:nvPr>
        </p:nvSpPr>
        <p:spPr>
          <a:xfrm>
            <a:off x="542924" y="53975"/>
            <a:ext cx="7989515" cy="563563"/>
          </a:xfrm>
        </p:spPr>
        <p:txBody>
          <a:bodyPr/>
          <a:lstStyle/>
          <a:p>
            <a:r>
              <a:rPr lang="es-ES" dirty="0"/>
              <a:t>Jerarquía de clases</a:t>
            </a:r>
          </a:p>
        </p:txBody>
      </p:sp>
      <p:pic>
        <p:nvPicPr>
          <p:cNvPr id="1028" name="Picture 4" descr="C:\Users\Raúl\Desktop\Jerarquía de clases p.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76442" y="2179315"/>
            <a:ext cx="6433540" cy="3409925"/>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C:\Users\Raúl\Desktop\Object.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05101" y="1120015"/>
            <a:ext cx="1762125" cy="1274762"/>
          </a:xfrm>
          <a:prstGeom prst="rect">
            <a:avLst/>
          </a:prstGeom>
          <a:noFill/>
          <a:extLst>
            <a:ext uri="{909E8E84-426E-40DD-AFC4-6F175D3DCCD1}">
              <a14:hiddenFill xmlns:a14="http://schemas.microsoft.com/office/drawing/2010/main">
                <a:solidFill>
                  <a:srgbClr val="FFFFFF"/>
                </a:solidFill>
              </a14:hiddenFill>
            </a:ext>
          </a:extLst>
        </p:spPr>
      </p:pic>
      <p:sp>
        <p:nvSpPr>
          <p:cNvPr id="4" name="3 Arco"/>
          <p:cNvSpPr/>
          <p:nvPr/>
        </p:nvSpPr>
        <p:spPr bwMode="auto">
          <a:xfrm rot="18499641">
            <a:off x="874816" y="2085498"/>
            <a:ext cx="3274336" cy="2896219"/>
          </a:xfrm>
          <a:prstGeom prst="arc">
            <a:avLst>
              <a:gd name="adj1" fmla="val 8466322"/>
              <a:gd name="adj2" fmla="val 798830"/>
            </a:avLst>
          </a:prstGeom>
          <a:noFill/>
          <a:ln w="28575" cap="flat" cmpd="sng" algn="ctr">
            <a:solidFill>
              <a:schemeClr val="tx1"/>
            </a:solidFill>
            <a:prstDash val="solid"/>
            <a:round/>
            <a:headEnd type="none" w="med" len="med"/>
            <a:tailEnd type="triangle" w="lg" len="lg"/>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8" name="17 CuadroTexto"/>
          <p:cNvSpPr txBox="1"/>
          <p:nvPr/>
        </p:nvSpPr>
        <p:spPr>
          <a:xfrm>
            <a:off x="35496" y="2036425"/>
            <a:ext cx="1619738" cy="400110"/>
          </a:xfrm>
          <a:prstGeom prst="rect">
            <a:avLst/>
          </a:prstGeom>
          <a:noFill/>
        </p:spPr>
        <p:txBody>
          <a:bodyPr wrap="none" rtlCol="0">
            <a:spAutoFit/>
          </a:bodyPr>
          <a:lstStyle/>
          <a:p>
            <a:pPr algn="ctr"/>
            <a:r>
              <a:rPr lang="es-ES" sz="2000" b="1" i="1" dirty="0">
                <a:solidFill>
                  <a:srgbClr val="FF6600"/>
                </a:solidFill>
                <a:latin typeface="Script MT Bold" pitchFamily="66" charset="0"/>
              </a:rPr>
              <a:t>Subclase de…</a:t>
            </a:r>
            <a:endParaRPr lang="es-ES" sz="2000" b="1" i="1" dirty="0">
              <a:solidFill>
                <a:schemeClr val="tx1">
                  <a:lumMod val="60000"/>
                  <a:lumOff val="40000"/>
                </a:schemeClr>
              </a:solidFill>
              <a:latin typeface="Script MT Bold" pitchFamily="66" charset="0"/>
            </a:endParaRPr>
          </a:p>
        </p:txBody>
      </p:sp>
      <p:sp>
        <p:nvSpPr>
          <p:cNvPr id="20" name="19 CuadroTexto"/>
          <p:cNvSpPr txBox="1"/>
          <p:nvPr/>
        </p:nvSpPr>
        <p:spPr>
          <a:xfrm>
            <a:off x="1462454" y="4290452"/>
            <a:ext cx="2361929" cy="400110"/>
          </a:xfrm>
          <a:prstGeom prst="rect">
            <a:avLst/>
          </a:prstGeom>
          <a:noFill/>
        </p:spPr>
        <p:txBody>
          <a:bodyPr wrap="none" rtlCol="0">
            <a:spAutoFit/>
          </a:bodyPr>
          <a:lstStyle/>
          <a:p>
            <a:pPr algn="ctr"/>
            <a:r>
              <a:rPr lang="es-ES" sz="2000" b="1" i="1" dirty="0">
                <a:solidFill>
                  <a:srgbClr val="FF6600"/>
                </a:solidFill>
                <a:latin typeface="Script MT Bold" pitchFamily="66" charset="0"/>
              </a:rPr>
              <a:t>Subclase directa de…</a:t>
            </a:r>
            <a:endParaRPr lang="es-ES" sz="2000" b="1" i="1" dirty="0">
              <a:solidFill>
                <a:schemeClr val="tx1">
                  <a:lumMod val="60000"/>
                  <a:lumOff val="40000"/>
                </a:schemeClr>
              </a:solidFill>
              <a:latin typeface="Script MT Bold" pitchFamily="66" charset="0"/>
            </a:endParaRPr>
          </a:p>
        </p:txBody>
      </p:sp>
      <p:sp>
        <p:nvSpPr>
          <p:cNvPr id="14" name="13 CuadroTexto"/>
          <p:cNvSpPr txBox="1"/>
          <p:nvPr/>
        </p:nvSpPr>
        <p:spPr>
          <a:xfrm>
            <a:off x="2113238" y="4293096"/>
            <a:ext cx="1619738" cy="400110"/>
          </a:xfrm>
          <a:prstGeom prst="rect">
            <a:avLst/>
          </a:prstGeom>
          <a:noFill/>
        </p:spPr>
        <p:txBody>
          <a:bodyPr wrap="none" rtlCol="0">
            <a:spAutoFit/>
          </a:bodyPr>
          <a:lstStyle/>
          <a:p>
            <a:pPr algn="ctr"/>
            <a:r>
              <a:rPr lang="es-ES" sz="2000" b="1" i="1" dirty="0">
                <a:solidFill>
                  <a:srgbClr val="FF6600"/>
                </a:solidFill>
                <a:latin typeface="Script MT Bold" pitchFamily="66" charset="0"/>
              </a:rPr>
              <a:t>Subclase de…</a:t>
            </a:r>
            <a:endParaRPr lang="es-ES" sz="2000" b="1" i="1" dirty="0">
              <a:solidFill>
                <a:schemeClr val="tx1">
                  <a:lumMod val="60000"/>
                  <a:lumOff val="40000"/>
                </a:schemeClr>
              </a:solidFill>
              <a:latin typeface="Script MT Bold" pitchFamily="66" charset="0"/>
            </a:endParaRPr>
          </a:p>
        </p:txBody>
      </p:sp>
      <p:sp>
        <p:nvSpPr>
          <p:cNvPr id="21" name="20 CuadroTexto"/>
          <p:cNvSpPr txBox="1"/>
          <p:nvPr/>
        </p:nvSpPr>
        <p:spPr>
          <a:xfrm>
            <a:off x="1913295" y="3071870"/>
            <a:ext cx="2361929" cy="400110"/>
          </a:xfrm>
          <a:prstGeom prst="rect">
            <a:avLst/>
          </a:prstGeom>
          <a:noFill/>
        </p:spPr>
        <p:txBody>
          <a:bodyPr wrap="none" rtlCol="0">
            <a:spAutoFit/>
          </a:bodyPr>
          <a:lstStyle/>
          <a:p>
            <a:pPr algn="ctr"/>
            <a:r>
              <a:rPr lang="es-ES" sz="2000" b="1" i="1" dirty="0">
                <a:solidFill>
                  <a:srgbClr val="FF6600"/>
                </a:solidFill>
                <a:latin typeface="Script MT Bold" pitchFamily="66" charset="0"/>
              </a:rPr>
              <a:t>Subclase directa de…</a:t>
            </a:r>
            <a:endParaRPr lang="es-ES" sz="2000" b="1" i="1" dirty="0">
              <a:solidFill>
                <a:schemeClr val="tx1">
                  <a:lumMod val="60000"/>
                  <a:lumOff val="40000"/>
                </a:schemeClr>
              </a:solidFill>
              <a:latin typeface="Script MT Bold" pitchFamily="66" charset="0"/>
            </a:endParaRPr>
          </a:p>
        </p:txBody>
      </p:sp>
      <p:sp>
        <p:nvSpPr>
          <p:cNvPr id="15" name="14 CuadroTexto"/>
          <p:cNvSpPr txBox="1"/>
          <p:nvPr/>
        </p:nvSpPr>
        <p:spPr>
          <a:xfrm>
            <a:off x="2736238" y="3068960"/>
            <a:ext cx="1619738" cy="400110"/>
          </a:xfrm>
          <a:prstGeom prst="rect">
            <a:avLst/>
          </a:prstGeom>
          <a:noFill/>
        </p:spPr>
        <p:txBody>
          <a:bodyPr wrap="none" rtlCol="0">
            <a:spAutoFit/>
          </a:bodyPr>
          <a:lstStyle/>
          <a:p>
            <a:pPr algn="ctr"/>
            <a:r>
              <a:rPr lang="es-ES" sz="2000" b="1" i="1" dirty="0">
                <a:solidFill>
                  <a:srgbClr val="FF6600"/>
                </a:solidFill>
                <a:latin typeface="Script MT Bold" pitchFamily="66" charset="0"/>
              </a:rPr>
              <a:t>Subclase de…</a:t>
            </a:r>
            <a:endParaRPr lang="es-ES" sz="2000" b="1" i="1" dirty="0">
              <a:solidFill>
                <a:schemeClr val="tx1">
                  <a:lumMod val="60000"/>
                  <a:lumOff val="40000"/>
                </a:schemeClr>
              </a:solidFill>
              <a:latin typeface="Script MT Bold" pitchFamily="66" charset="0"/>
            </a:endParaRPr>
          </a:p>
        </p:txBody>
      </p:sp>
      <p:sp>
        <p:nvSpPr>
          <p:cNvPr id="22" name="21 Arco"/>
          <p:cNvSpPr/>
          <p:nvPr/>
        </p:nvSpPr>
        <p:spPr bwMode="auto">
          <a:xfrm rot="6597014">
            <a:off x="5614895" y="2294971"/>
            <a:ext cx="2755401" cy="3329910"/>
          </a:xfrm>
          <a:prstGeom prst="arc">
            <a:avLst>
              <a:gd name="adj1" fmla="val 8466322"/>
              <a:gd name="adj2" fmla="val 798830"/>
            </a:avLst>
          </a:prstGeom>
          <a:noFill/>
          <a:ln w="28575" cap="flat" cmpd="sng" algn="ctr">
            <a:solidFill>
              <a:schemeClr val="tx1"/>
            </a:solidFill>
            <a:prstDash val="solid"/>
            <a:round/>
            <a:headEnd type="none" w="med" len="med"/>
            <a:tailEnd type="triangle" w="lg" len="lg"/>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3" name="22 CuadroTexto"/>
          <p:cNvSpPr txBox="1"/>
          <p:nvPr/>
        </p:nvSpPr>
        <p:spPr>
          <a:xfrm>
            <a:off x="6635445" y="4423530"/>
            <a:ext cx="1824987" cy="400110"/>
          </a:xfrm>
          <a:prstGeom prst="rect">
            <a:avLst/>
          </a:prstGeom>
          <a:noFill/>
        </p:spPr>
        <p:txBody>
          <a:bodyPr wrap="none" rtlCol="0">
            <a:spAutoFit/>
          </a:bodyPr>
          <a:lstStyle/>
          <a:p>
            <a:pPr algn="ctr"/>
            <a:r>
              <a:rPr lang="es-ES" sz="2000" b="1" i="1" dirty="0">
                <a:solidFill>
                  <a:srgbClr val="FF6600"/>
                </a:solidFill>
                <a:latin typeface="Script MT Bold" pitchFamily="66" charset="0"/>
              </a:rPr>
              <a:t>Superclase de…</a:t>
            </a:r>
            <a:endParaRPr lang="es-ES" sz="2000" b="1" i="1" dirty="0">
              <a:solidFill>
                <a:schemeClr val="tx1">
                  <a:lumMod val="60000"/>
                  <a:lumOff val="40000"/>
                </a:schemeClr>
              </a:solidFill>
              <a:latin typeface="Script MT Bold" pitchFamily="66" charset="0"/>
            </a:endParaRPr>
          </a:p>
        </p:txBody>
      </p:sp>
      <p:sp>
        <p:nvSpPr>
          <p:cNvPr id="24" name="23 Arco"/>
          <p:cNvSpPr/>
          <p:nvPr/>
        </p:nvSpPr>
        <p:spPr bwMode="auto">
          <a:xfrm rot="5598317">
            <a:off x="6519299" y="2354747"/>
            <a:ext cx="1181024" cy="1850057"/>
          </a:xfrm>
          <a:prstGeom prst="arc">
            <a:avLst>
              <a:gd name="adj1" fmla="val 7714001"/>
              <a:gd name="adj2" fmla="val 798830"/>
            </a:avLst>
          </a:prstGeom>
          <a:noFill/>
          <a:ln w="28575" cap="flat" cmpd="sng" algn="ctr">
            <a:solidFill>
              <a:schemeClr val="tx1"/>
            </a:solidFill>
            <a:prstDash val="solid"/>
            <a:round/>
            <a:headEnd type="none" w="med" len="med"/>
            <a:tailEnd type="triangle" w="lg" len="lg"/>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5" name="24 CuadroTexto"/>
          <p:cNvSpPr txBox="1"/>
          <p:nvPr/>
        </p:nvSpPr>
        <p:spPr>
          <a:xfrm>
            <a:off x="6423557" y="2852936"/>
            <a:ext cx="1604827" cy="707886"/>
          </a:xfrm>
          <a:prstGeom prst="rect">
            <a:avLst/>
          </a:prstGeom>
          <a:noFill/>
        </p:spPr>
        <p:txBody>
          <a:bodyPr wrap="square" rtlCol="0">
            <a:spAutoFit/>
          </a:bodyPr>
          <a:lstStyle/>
          <a:p>
            <a:pPr algn="ctr"/>
            <a:r>
              <a:rPr lang="es-ES" sz="2000" b="1" i="1" dirty="0">
                <a:solidFill>
                  <a:srgbClr val="FF6600"/>
                </a:solidFill>
                <a:latin typeface="Script MT Bold" pitchFamily="66" charset="0"/>
              </a:rPr>
              <a:t>Superclase </a:t>
            </a:r>
          </a:p>
          <a:p>
            <a:pPr algn="ctr"/>
            <a:r>
              <a:rPr lang="es-ES" sz="2000" b="1" i="1" dirty="0">
                <a:solidFill>
                  <a:srgbClr val="FF6600"/>
                </a:solidFill>
                <a:latin typeface="Script MT Bold" pitchFamily="66" charset="0"/>
              </a:rPr>
              <a:t>directa de…</a:t>
            </a:r>
            <a:endParaRPr lang="es-ES" sz="2000" b="1" i="1" dirty="0">
              <a:solidFill>
                <a:schemeClr val="tx1">
                  <a:lumMod val="60000"/>
                  <a:lumOff val="40000"/>
                </a:schemeClr>
              </a:solidFill>
              <a:latin typeface="Script MT Bold" pitchFamily="66" charset="0"/>
            </a:endParaRPr>
          </a:p>
        </p:txBody>
      </p:sp>
      <p:sp>
        <p:nvSpPr>
          <p:cNvPr id="26" name="25 CuadroTexto"/>
          <p:cNvSpPr txBox="1"/>
          <p:nvPr/>
        </p:nvSpPr>
        <p:spPr>
          <a:xfrm>
            <a:off x="5076618" y="1888366"/>
            <a:ext cx="2534508" cy="400110"/>
          </a:xfrm>
          <a:prstGeom prst="rect">
            <a:avLst/>
          </a:prstGeom>
          <a:noFill/>
        </p:spPr>
        <p:txBody>
          <a:bodyPr wrap="square" rtlCol="0">
            <a:spAutoFit/>
          </a:bodyPr>
          <a:lstStyle/>
          <a:p>
            <a:pPr algn="ctr"/>
            <a:r>
              <a:rPr lang="es-ES" sz="2000" b="1" i="1" dirty="0">
                <a:solidFill>
                  <a:srgbClr val="009900"/>
                </a:solidFill>
                <a:latin typeface="Script MT Bold" pitchFamily="66" charset="0"/>
              </a:rPr>
              <a:t>Herencia por defecto</a:t>
            </a:r>
          </a:p>
        </p:txBody>
      </p:sp>
    </p:spTree>
    <p:extLst>
      <p:ext uri="{BB962C8B-B14F-4D97-AF65-F5344CB8AC3E}">
        <p14:creationId xmlns:p14="http://schemas.microsoft.com/office/powerpoint/2010/main" val="381714693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1" nodeType="clickEffect">
                                  <p:stCondLst>
                                    <p:cond delay="0"/>
                                  </p:stCondLst>
                                  <p:childTnLst>
                                    <p:animEffect transition="out" filter="fade">
                                      <p:cBhvr>
                                        <p:cTn id="26" dur="500"/>
                                        <p:tgtEl>
                                          <p:spTgt spid="14"/>
                                        </p:tgtEl>
                                      </p:cBhvr>
                                    </p:animEffect>
                                    <p:set>
                                      <p:cBhvr>
                                        <p:cTn id="27" dur="1" fill="hold">
                                          <p:stCondLst>
                                            <p:cond delay="499"/>
                                          </p:stCondLst>
                                        </p:cTn>
                                        <p:tgtEl>
                                          <p:spTgt spid="14"/>
                                        </p:tgtEl>
                                        <p:attrNameLst>
                                          <p:attrName>style.visibility</p:attrName>
                                        </p:attrNameLst>
                                      </p:cBhvr>
                                      <p:to>
                                        <p:strVal val="hidden"/>
                                      </p:to>
                                    </p:set>
                                  </p:childTnLst>
                                </p:cTn>
                              </p:par>
                              <p:par>
                                <p:cTn id="28" presetID="22" presetClass="entr" presetSubtype="8"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wipe(left)">
                                      <p:cBhvr>
                                        <p:cTn id="30" dur="500"/>
                                        <p:tgtEl>
                                          <p:spTgt spid="20"/>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15"/>
                                        </p:tgtEl>
                                        <p:attrNameLst>
                                          <p:attrName>style.visibility</p:attrName>
                                        </p:attrNameLst>
                                      </p:cBhvr>
                                      <p:to>
                                        <p:strVal val="hidden"/>
                                      </p:to>
                                    </p:set>
                                  </p:childTnLst>
                                </p:cTn>
                              </p:par>
                              <p:par>
                                <p:cTn id="35" presetID="22" presetClass="entr" presetSubtype="8"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left)">
                                      <p:cBhvr>
                                        <p:cTn id="37" dur="5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wipe(up)">
                                      <p:cBhvr>
                                        <p:cTn id="42" dur="5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wipe(left)">
                                      <p:cBhvr>
                                        <p:cTn id="47" dur="500"/>
                                        <p:tgtEl>
                                          <p:spTgt spid="2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wipe(up)">
                                      <p:cBhvr>
                                        <p:cTn id="52" dur="500"/>
                                        <p:tgtEl>
                                          <p:spTgt spid="2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wipe(left)">
                                      <p:cBhvr>
                                        <p:cTn id="57" dur="500"/>
                                        <p:tgtEl>
                                          <p:spTgt spid="2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1031"/>
                                        </p:tgtEl>
                                        <p:attrNameLst>
                                          <p:attrName>style.visibility</p:attrName>
                                        </p:attrNameLst>
                                      </p:cBhvr>
                                      <p:to>
                                        <p:strVal val="visible"/>
                                      </p:to>
                                    </p:set>
                                    <p:animEffect transition="in" filter="wipe(down)">
                                      <p:cBhvr>
                                        <p:cTn id="62" dur="500"/>
                                        <p:tgtEl>
                                          <p:spTgt spid="103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wipe(left)">
                                      <p:cBhvr>
                                        <p:cTn id="6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8" grpId="0"/>
      <p:bldP spid="20" grpId="0"/>
      <p:bldP spid="14" grpId="0"/>
      <p:bldP spid="14" grpId="1"/>
      <p:bldP spid="21" grpId="0"/>
      <p:bldP spid="15" grpId="0"/>
      <p:bldP spid="15" grpId="1"/>
      <p:bldP spid="22" grpId="0" animBg="1"/>
      <p:bldP spid="23" grpId="0"/>
      <p:bldP spid="24" grpId="0" animBg="1"/>
      <p:bldP spid="25" grpId="0"/>
      <p:bldP spid="2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1 Título"/>
          <p:cNvSpPr>
            <a:spLocks noGrp="1"/>
          </p:cNvSpPr>
          <p:nvPr>
            <p:ph type="title"/>
          </p:nvPr>
        </p:nvSpPr>
        <p:spPr>
          <a:xfrm>
            <a:off x="542924" y="53975"/>
            <a:ext cx="7989515" cy="563563"/>
          </a:xfrm>
        </p:spPr>
        <p:txBody>
          <a:bodyPr/>
          <a:lstStyle/>
          <a:p>
            <a:r>
              <a:rPr lang="es-ES" dirty="0"/>
              <a:t>Jerarquía de clases</a:t>
            </a:r>
          </a:p>
        </p:txBody>
      </p:sp>
      <p:pic>
        <p:nvPicPr>
          <p:cNvPr id="1031" name="Picture 7" descr="C:\Users\Raúl\Desktop\Objec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05101" y="1120015"/>
            <a:ext cx="1762125" cy="1274762"/>
          </a:xfrm>
          <a:prstGeom prst="rect">
            <a:avLst/>
          </a:prstGeom>
          <a:noFill/>
          <a:extLst>
            <a:ext uri="{909E8E84-426E-40DD-AFC4-6F175D3DCCD1}">
              <a14:hiddenFill xmlns:a14="http://schemas.microsoft.com/office/drawing/2010/main">
                <a:solidFill>
                  <a:srgbClr val="FFFFFF"/>
                </a:solidFill>
              </a14:hiddenFill>
            </a:ext>
          </a:extLst>
        </p:spPr>
      </p:pic>
      <p:sp>
        <p:nvSpPr>
          <p:cNvPr id="26" name="25 CuadroTexto"/>
          <p:cNvSpPr txBox="1"/>
          <p:nvPr/>
        </p:nvSpPr>
        <p:spPr>
          <a:xfrm>
            <a:off x="5076618" y="1888366"/>
            <a:ext cx="2534508" cy="400110"/>
          </a:xfrm>
          <a:prstGeom prst="rect">
            <a:avLst/>
          </a:prstGeom>
          <a:noFill/>
        </p:spPr>
        <p:txBody>
          <a:bodyPr wrap="square" rtlCol="0">
            <a:spAutoFit/>
          </a:bodyPr>
          <a:lstStyle/>
          <a:p>
            <a:pPr algn="ctr"/>
            <a:r>
              <a:rPr lang="es-ES" sz="2000" b="1" i="1" dirty="0">
                <a:solidFill>
                  <a:srgbClr val="009900"/>
                </a:solidFill>
                <a:latin typeface="Script MT Bold" pitchFamily="66" charset="0"/>
              </a:rPr>
              <a:t>Herencia por defecto</a:t>
            </a:r>
          </a:p>
        </p:txBody>
      </p:sp>
      <p:pic>
        <p:nvPicPr>
          <p:cNvPr id="2050" name="Picture 2"/>
          <p:cNvPicPr>
            <a:picLocks noChangeAspect="1" noChangeArrowheads="1"/>
          </p:cNvPicPr>
          <p:nvPr/>
        </p:nvPicPr>
        <p:blipFill>
          <a:blip r:embed="rId3" cstate="print"/>
          <a:srcRect l="15216" t="51797" r="41063" b="23594"/>
          <a:stretch>
            <a:fillRect/>
          </a:stretch>
        </p:blipFill>
        <p:spPr bwMode="auto">
          <a:xfrm>
            <a:off x="1403648" y="2420888"/>
            <a:ext cx="7580070" cy="2398756"/>
          </a:xfrm>
          <a:prstGeom prst="rect">
            <a:avLst/>
          </a:prstGeom>
          <a:noFill/>
          <a:ln w="9525">
            <a:noFill/>
            <a:miter lim="800000"/>
            <a:headEnd/>
            <a:tailEnd/>
          </a:ln>
        </p:spPr>
      </p:pic>
    </p:spTree>
    <p:extLst>
      <p:ext uri="{BB962C8B-B14F-4D97-AF65-F5344CB8AC3E}">
        <p14:creationId xmlns:p14="http://schemas.microsoft.com/office/powerpoint/2010/main" val="381714693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Modificador </a:t>
            </a:r>
            <a:r>
              <a:rPr lang="es-ES" dirty="0" err="1"/>
              <a:t>protected</a:t>
            </a:r>
            <a:endParaRPr lang="es-ES" dirty="0"/>
          </a:p>
        </p:txBody>
      </p:sp>
      <p:sp>
        <p:nvSpPr>
          <p:cNvPr id="3" name="Marcador de contenido 2"/>
          <p:cNvSpPr>
            <a:spLocks noGrp="1"/>
          </p:cNvSpPr>
          <p:nvPr>
            <p:ph idx="1"/>
          </p:nvPr>
        </p:nvSpPr>
        <p:spPr/>
        <p:txBody>
          <a:bodyPr/>
          <a:lstStyle/>
          <a:p>
            <a:endParaRPr lang="es-ES" b="0" dirty="0"/>
          </a:p>
          <a:p>
            <a:r>
              <a:rPr lang="es-ES" b="0" dirty="0"/>
              <a:t>Si usamos </a:t>
            </a:r>
            <a:r>
              <a:rPr lang="es-ES" b="0" dirty="0" err="1"/>
              <a:t>protected</a:t>
            </a:r>
            <a:r>
              <a:rPr lang="es-ES" b="0" dirty="0"/>
              <a:t> en la clase base, tendremos acceso directo a </a:t>
            </a:r>
            <a:r>
              <a:rPr lang="es-ES" b="0"/>
              <a:t>los atributos en la clase derivada.</a:t>
            </a:r>
            <a:endParaRPr lang="es-ES" b="0" dirty="0"/>
          </a:p>
          <a:p>
            <a:endParaRPr lang="es-ES" b="0" dirty="0"/>
          </a:p>
          <a:p>
            <a:r>
              <a:rPr lang="es-ES" b="0" dirty="0"/>
              <a:t>En otro caso, tendremos que acceder vía </a:t>
            </a:r>
            <a:r>
              <a:rPr lang="es-ES" b="0" i="1" dirty="0" err="1"/>
              <a:t>getters</a:t>
            </a:r>
            <a:r>
              <a:rPr lang="es-ES" b="0" i="1" dirty="0"/>
              <a:t>/</a:t>
            </a:r>
            <a:r>
              <a:rPr lang="es-ES" b="0" i="1" dirty="0" err="1"/>
              <a:t>setters</a:t>
            </a:r>
            <a:r>
              <a:rPr lang="es-ES" b="0" dirty="0"/>
              <a:t>.</a:t>
            </a:r>
          </a:p>
          <a:p>
            <a:pPr marL="0" indent="0">
              <a:buNone/>
            </a:pPr>
            <a:endParaRPr lang="es-ES" b="0" dirty="0"/>
          </a:p>
          <a:p>
            <a:r>
              <a:rPr lang="es-ES" b="0" dirty="0"/>
              <a:t>¡OJO! Los constructores no se heredan aunque sean públicos.</a:t>
            </a:r>
            <a:endParaRPr lang="es-ES" dirty="0"/>
          </a:p>
        </p:txBody>
      </p:sp>
    </p:spTree>
    <p:extLst>
      <p:ext uri="{BB962C8B-B14F-4D97-AF65-F5344CB8AC3E}">
        <p14:creationId xmlns:p14="http://schemas.microsoft.com/office/powerpoint/2010/main" val="39037865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1 Título"/>
          <p:cNvSpPr>
            <a:spLocks noGrp="1"/>
          </p:cNvSpPr>
          <p:nvPr>
            <p:ph type="title"/>
          </p:nvPr>
        </p:nvSpPr>
        <p:spPr>
          <a:xfrm>
            <a:off x="542924" y="53975"/>
            <a:ext cx="7989515" cy="563563"/>
          </a:xfrm>
        </p:spPr>
        <p:txBody>
          <a:bodyPr/>
          <a:lstStyle/>
          <a:p>
            <a:r>
              <a:rPr lang="es-ES" dirty="0"/>
              <a:t>Herencia Múltiple</a:t>
            </a:r>
          </a:p>
        </p:txBody>
      </p:sp>
      <p:grpSp>
        <p:nvGrpSpPr>
          <p:cNvPr id="10" name="9 Grupo"/>
          <p:cNvGrpSpPr/>
          <p:nvPr/>
        </p:nvGrpSpPr>
        <p:grpSpPr>
          <a:xfrm>
            <a:off x="3174887" y="3692188"/>
            <a:ext cx="2520280" cy="1469777"/>
            <a:chOff x="3174887" y="3692188"/>
            <a:chExt cx="2520280" cy="1469777"/>
          </a:xfrm>
        </p:grpSpPr>
        <p:sp>
          <p:nvSpPr>
            <p:cNvPr id="27" name="26 Bisel"/>
            <p:cNvSpPr/>
            <p:nvPr/>
          </p:nvSpPr>
          <p:spPr bwMode="auto">
            <a:xfrm>
              <a:off x="3174887" y="4153853"/>
              <a:ext cx="2520280" cy="1008112"/>
            </a:xfrm>
            <a:prstGeom prst="bevel">
              <a:avLst/>
            </a:prstGeom>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0" name="29 CuadroTexto"/>
            <p:cNvSpPr txBox="1"/>
            <p:nvPr/>
          </p:nvSpPr>
          <p:spPr>
            <a:xfrm>
              <a:off x="3390911" y="3692188"/>
              <a:ext cx="2088232" cy="461665"/>
            </a:xfrm>
            <a:prstGeom prst="rect">
              <a:avLst/>
            </a:prstGeom>
            <a:noFill/>
          </p:spPr>
          <p:txBody>
            <a:bodyPr wrap="square" rtlCol="0">
              <a:spAutoFit/>
            </a:bodyPr>
            <a:lstStyle/>
            <a:p>
              <a:pPr algn="ctr"/>
              <a:r>
                <a:rPr lang="es-ES" sz="2400" b="1" dirty="0"/>
                <a:t>Clase C</a:t>
              </a:r>
            </a:p>
          </p:txBody>
        </p:sp>
      </p:grpSp>
      <p:sp>
        <p:nvSpPr>
          <p:cNvPr id="6" name="5 Flecha arriba"/>
          <p:cNvSpPr/>
          <p:nvPr/>
        </p:nvSpPr>
        <p:spPr bwMode="auto">
          <a:xfrm rot="18805237">
            <a:off x="3021409" y="3086871"/>
            <a:ext cx="408512" cy="1216703"/>
          </a:xfrm>
          <a:prstGeom prst="upArrow">
            <a:avLst>
              <a:gd name="adj1" fmla="val 23545"/>
              <a:gd name="adj2" fmla="val 77930"/>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1" name="30 Flecha arriba"/>
          <p:cNvSpPr/>
          <p:nvPr/>
        </p:nvSpPr>
        <p:spPr bwMode="auto">
          <a:xfrm rot="2794763" flipH="1">
            <a:off x="5462345" y="3066303"/>
            <a:ext cx="408512" cy="1216703"/>
          </a:xfrm>
          <a:prstGeom prst="upArrow">
            <a:avLst>
              <a:gd name="adj1" fmla="val 23545"/>
              <a:gd name="adj2" fmla="val 77930"/>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nvGrpSpPr>
          <p:cNvPr id="8" name="7 Grupo"/>
          <p:cNvGrpSpPr/>
          <p:nvPr/>
        </p:nvGrpSpPr>
        <p:grpSpPr>
          <a:xfrm>
            <a:off x="1345726" y="1722659"/>
            <a:ext cx="2520280" cy="1495090"/>
            <a:chOff x="1345726" y="1722659"/>
            <a:chExt cx="2520280" cy="1495090"/>
          </a:xfrm>
        </p:grpSpPr>
        <p:sp>
          <p:nvSpPr>
            <p:cNvPr id="2" name="1 Bisel"/>
            <p:cNvSpPr/>
            <p:nvPr/>
          </p:nvSpPr>
          <p:spPr bwMode="auto">
            <a:xfrm>
              <a:off x="1345726" y="2209637"/>
              <a:ext cx="2520280" cy="1008112"/>
            </a:xfrm>
            <a:prstGeom prst="bevel">
              <a:avLst/>
            </a:prstGeom>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8" name="27 CuadroTexto"/>
            <p:cNvSpPr txBox="1"/>
            <p:nvPr/>
          </p:nvSpPr>
          <p:spPr>
            <a:xfrm>
              <a:off x="1547664" y="1722659"/>
              <a:ext cx="2088232" cy="461665"/>
            </a:xfrm>
            <a:prstGeom prst="rect">
              <a:avLst/>
            </a:prstGeom>
            <a:noFill/>
          </p:spPr>
          <p:txBody>
            <a:bodyPr wrap="square" rtlCol="0">
              <a:spAutoFit/>
            </a:bodyPr>
            <a:lstStyle/>
            <a:p>
              <a:pPr algn="ctr"/>
              <a:r>
                <a:rPr lang="es-ES" sz="2400" b="1" dirty="0"/>
                <a:t>Clase A</a:t>
              </a:r>
            </a:p>
          </p:txBody>
        </p:sp>
        <p:sp>
          <p:nvSpPr>
            <p:cNvPr id="7" name="6 Elipse"/>
            <p:cNvSpPr/>
            <p:nvPr/>
          </p:nvSpPr>
          <p:spPr bwMode="auto">
            <a:xfrm>
              <a:off x="2411760" y="2497669"/>
              <a:ext cx="432048" cy="432048"/>
            </a:xfrm>
            <a:prstGeom prst="ellipse">
              <a:avLst/>
            </a:prstGeom>
            <a:solidFill>
              <a:schemeClr val="accent1"/>
            </a:solidFill>
            <a:ln w="9525" cap="flat" cmpd="sng" algn="ctr">
              <a:solidFill>
                <a:schemeClr val="tx1"/>
              </a:solidFill>
              <a:prstDash val="solid"/>
              <a:round/>
              <a:headEnd type="none" w="med" len="med"/>
              <a:tailEnd type="none" w="med" len="med"/>
            </a:ln>
            <a:effectLst/>
            <a:scene3d>
              <a:camera prst="orthographicFront"/>
              <a:lightRig rig="threePt" dir="t"/>
            </a:scene3d>
            <a:sp3d>
              <a:bevelT/>
            </a:sp3d>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9" name="8 Grupo"/>
          <p:cNvGrpSpPr/>
          <p:nvPr/>
        </p:nvGrpSpPr>
        <p:grpSpPr>
          <a:xfrm>
            <a:off x="5004048" y="1718944"/>
            <a:ext cx="2520280" cy="1498805"/>
            <a:chOff x="5004048" y="1718944"/>
            <a:chExt cx="2520280" cy="1498805"/>
          </a:xfrm>
        </p:grpSpPr>
        <p:sp>
          <p:nvSpPr>
            <p:cNvPr id="19" name="18 Bisel"/>
            <p:cNvSpPr/>
            <p:nvPr/>
          </p:nvSpPr>
          <p:spPr bwMode="auto">
            <a:xfrm>
              <a:off x="5004048" y="2209637"/>
              <a:ext cx="2520280" cy="1008112"/>
            </a:xfrm>
            <a:prstGeom prst="bevel">
              <a:avLst/>
            </a:prstGeom>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9" name="28 CuadroTexto"/>
            <p:cNvSpPr txBox="1"/>
            <p:nvPr/>
          </p:nvSpPr>
          <p:spPr>
            <a:xfrm>
              <a:off x="5220072" y="1718944"/>
              <a:ext cx="2088232" cy="461665"/>
            </a:xfrm>
            <a:prstGeom prst="rect">
              <a:avLst/>
            </a:prstGeom>
            <a:noFill/>
          </p:spPr>
          <p:txBody>
            <a:bodyPr wrap="square" rtlCol="0">
              <a:spAutoFit/>
            </a:bodyPr>
            <a:lstStyle/>
            <a:p>
              <a:pPr algn="ctr"/>
              <a:r>
                <a:rPr lang="es-ES" sz="2400" b="1" dirty="0"/>
                <a:t>Clase B</a:t>
              </a:r>
            </a:p>
          </p:txBody>
        </p:sp>
        <p:sp>
          <p:nvSpPr>
            <p:cNvPr id="32" name="31 Elipse"/>
            <p:cNvSpPr/>
            <p:nvPr/>
          </p:nvSpPr>
          <p:spPr bwMode="auto">
            <a:xfrm>
              <a:off x="6048164" y="2497669"/>
              <a:ext cx="432048" cy="432048"/>
            </a:xfrm>
            <a:prstGeom prst="ellipse">
              <a:avLst/>
            </a:prstGeom>
            <a:solidFill>
              <a:srgbClr val="FF3300"/>
            </a:solidFill>
            <a:ln w="9525" cap="flat" cmpd="sng" algn="ctr">
              <a:solidFill>
                <a:schemeClr val="tx1"/>
              </a:solidFill>
              <a:prstDash val="solid"/>
              <a:round/>
              <a:headEnd type="none" w="med" len="med"/>
              <a:tailEnd type="none" w="med" len="med"/>
            </a:ln>
            <a:effectLst/>
            <a:scene3d>
              <a:camera prst="orthographicFront"/>
              <a:lightRig rig="threePt" dir="t"/>
            </a:scene3d>
            <a:sp3d>
              <a:bevelT/>
            </a:sp3d>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sp>
        <p:nvSpPr>
          <p:cNvPr id="33" name="32 Elipse"/>
          <p:cNvSpPr/>
          <p:nvPr/>
        </p:nvSpPr>
        <p:spPr bwMode="auto">
          <a:xfrm>
            <a:off x="2411760" y="2497669"/>
            <a:ext cx="432048" cy="432048"/>
          </a:xfrm>
          <a:prstGeom prst="ellipse">
            <a:avLst/>
          </a:prstGeom>
          <a:solidFill>
            <a:schemeClr val="accent1"/>
          </a:solidFill>
          <a:ln w="9525" cap="flat" cmpd="sng" algn="ctr">
            <a:solidFill>
              <a:schemeClr val="tx1"/>
            </a:solidFill>
            <a:prstDash val="solid"/>
            <a:round/>
            <a:headEnd type="none" w="med" len="med"/>
            <a:tailEnd type="none" w="med" len="med"/>
          </a:ln>
          <a:effectLst/>
          <a:scene3d>
            <a:camera prst="orthographicFront"/>
            <a:lightRig rig="threePt" dir="t"/>
          </a:scene3d>
          <a:sp3d>
            <a:bevelT/>
          </a:sp3d>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4" name="33 Elipse"/>
          <p:cNvSpPr/>
          <p:nvPr/>
        </p:nvSpPr>
        <p:spPr bwMode="auto">
          <a:xfrm>
            <a:off x="6048164" y="2497669"/>
            <a:ext cx="432048" cy="432048"/>
          </a:xfrm>
          <a:prstGeom prst="ellipse">
            <a:avLst/>
          </a:prstGeom>
          <a:solidFill>
            <a:srgbClr val="FF3300"/>
          </a:solidFill>
          <a:ln w="9525" cap="flat" cmpd="sng" algn="ctr">
            <a:solidFill>
              <a:schemeClr val="tx1"/>
            </a:solidFill>
            <a:prstDash val="solid"/>
            <a:round/>
            <a:headEnd type="none" w="med" len="med"/>
            <a:tailEnd type="none" w="med" len="med"/>
          </a:ln>
          <a:effectLst/>
          <a:scene3d>
            <a:camera prst="orthographicFront"/>
            <a:lightRig rig="threePt" dir="t"/>
          </a:scene3d>
          <a:sp3d>
            <a:bevelT/>
          </a:sp3d>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5" name="34 CuadroTexto"/>
          <p:cNvSpPr txBox="1"/>
          <p:nvPr/>
        </p:nvSpPr>
        <p:spPr>
          <a:xfrm>
            <a:off x="731707" y="1124744"/>
            <a:ext cx="7461190" cy="353943"/>
          </a:xfrm>
          <a:prstGeom prst="rect">
            <a:avLst/>
          </a:prstGeom>
          <a:noFill/>
        </p:spPr>
        <p:txBody>
          <a:bodyPr wrap="square" rtlCol="0">
            <a:spAutoFit/>
          </a:bodyPr>
          <a:lstStyle/>
          <a:p>
            <a:pPr algn="ctr"/>
            <a:r>
              <a:rPr lang="es-ES" sz="1700" b="1" dirty="0"/>
              <a:t>Consiste en una subclase con más de una superclase directa</a:t>
            </a:r>
          </a:p>
        </p:txBody>
      </p:sp>
      <p:sp>
        <p:nvSpPr>
          <p:cNvPr id="36" name="35 CuadroTexto"/>
          <p:cNvSpPr txBox="1"/>
          <p:nvPr/>
        </p:nvSpPr>
        <p:spPr>
          <a:xfrm>
            <a:off x="869170" y="5552800"/>
            <a:ext cx="7461190" cy="877163"/>
          </a:xfrm>
          <a:prstGeom prst="rect">
            <a:avLst/>
          </a:prstGeom>
          <a:noFill/>
        </p:spPr>
        <p:txBody>
          <a:bodyPr wrap="square" rtlCol="0">
            <a:spAutoFit/>
          </a:bodyPr>
          <a:lstStyle/>
          <a:p>
            <a:pPr algn="ctr"/>
            <a:r>
              <a:rPr lang="es-ES" sz="1700" b="1" dirty="0">
                <a:solidFill>
                  <a:srgbClr val="FF3300"/>
                </a:solidFill>
              </a:rPr>
              <a:t>JAVA NO PERMITE LA HERENCIA MÚLTIPLE </a:t>
            </a:r>
          </a:p>
          <a:p>
            <a:pPr algn="ctr"/>
            <a:r>
              <a:rPr lang="es-ES" sz="1700" b="1" dirty="0">
                <a:solidFill>
                  <a:srgbClr val="FF3300"/>
                </a:solidFill>
              </a:rPr>
              <a:t>debido a que plantea ciertos problemas,</a:t>
            </a:r>
          </a:p>
          <a:p>
            <a:pPr algn="ctr"/>
            <a:r>
              <a:rPr lang="es-ES" sz="1700" b="1" dirty="0">
                <a:solidFill>
                  <a:srgbClr val="FF3300"/>
                </a:solidFill>
              </a:rPr>
              <a:t>pero  posee otros mecanismos para obtener sus beneficios</a:t>
            </a:r>
          </a:p>
        </p:txBody>
      </p:sp>
    </p:spTree>
    <p:extLst>
      <p:ext uri="{BB962C8B-B14F-4D97-AF65-F5344CB8AC3E}">
        <p14:creationId xmlns:p14="http://schemas.microsoft.com/office/powerpoint/2010/main" val="7958860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fade">
                                      <p:cBhvr>
                                        <p:cTn id="10" dur="500"/>
                                        <p:tgtEl>
                                          <p:spTgt spid="3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fade">
                                      <p:cBhvr>
                                        <p:cTn id="15" dur="500"/>
                                        <p:tgtEl>
                                          <p:spTgt spid="34"/>
                                        </p:tgtEl>
                                      </p:cBhvr>
                                    </p:animEffect>
                                  </p:childTnLst>
                                </p:cTn>
                              </p:par>
                              <p:par>
                                <p:cTn id="16" presetID="10" presetClass="entr" presetSubtype="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wipe(down)">
                                      <p:cBhvr>
                                        <p:cTn id="28" dur="500"/>
                                        <p:tgtEl>
                                          <p:spTgt spid="6"/>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path" presetSubtype="0" accel="50000" decel="50000" fill="hold" grpId="1" nodeType="clickEffect">
                                  <p:stCondLst>
                                    <p:cond delay="0"/>
                                  </p:stCondLst>
                                  <p:childTnLst>
                                    <p:animMotion origin="layout" path="M 3.61111E-6 -1.85185E-6 L 0.14965 0.28287 " pathEditMode="relative" rAng="0" ptsTypes="AA">
                                      <p:cBhvr>
                                        <p:cTn id="32" dur="2000" fill="hold"/>
                                        <p:tgtEl>
                                          <p:spTgt spid="33"/>
                                        </p:tgtEl>
                                        <p:attrNameLst>
                                          <p:attrName>ppt_x</p:attrName>
                                          <p:attrName>ppt_y</p:attrName>
                                        </p:attrNameLst>
                                      </p:cBhvr>
                                      <p:rCtr x="7483" y="14144"/>
                                    </p:animMotion>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wipe(down)">
                                      <p:cBhvr>
                                        <p:cTn id="37" dur="500"/>
                                        <p:tgtEl>
                                          <p:spTgt spid="31"/>
                                        </p:tgtEl>
                                      </p:cBhvr>
                                    </p:animEffect>
                                  </p:childTnLst>
                                </p:cTn>
                              </p:par>
                            </p:childTnLst>
                          </p:cTn>
                        </p:par>
                      </p:childTnLst>
                    </p:cTn>
                  </p:par>
                  <p:par>
                    <p:cTn id="38" fill="hold">
                      <p:stCondLst>
                        <p:cond delay="indefinite"/>
                      </p:stCondLst>
                      <p:childTnLst>
                        <p:par>
                          <p:cTn id="39" fill="hold">
                            <p:stCondLst>
                              <p:cond delay="0"/>
                            </p:stCondLst>
                            <p:childTnLst>
                              <p:par>
                                <p:cTn id="40" presetID="42" presetClass="path" presetSubtype="0" accel="50000" decel="50000" fill="hold" grpId="1" nodeType="clickEffect">
                                  <p:stCondLst>
                                    <p:cond delay="0"/>
                                  </p:stCondLst>
                                  <p:childTnLst>
                                    <p:animMotion origin="layout" path="M 5.55556E-7 -1.85185E-6 L -0.14566 0.28287 " pathEditMode="relative" rAng="0" ptsTypes="AA">
                                      <p:cBhvr>
                                        <p:cTn id="41" dur="2000" fill="hold"/>
                                        <p:tgtEl>
                                          <p:spTgt spid="34"/>
                                        </p:tgtEl>
                                        <p:attrNameLst>
                                          <p:attrName>ppt_x</p:attrName>
                                          <p:attrName>ppt_y</p:attrName>
                                        </p:attrNameLst>
                                      </p:cBhvr>
                                      <p:rCtr x="-7292" y="14144"/>
                                    </p:animMotion>
                                  </p:childTnLst>
                                </p:cTn>
                              </p:par>
                            </p:childTnLst>
                          </p:cTn>
                        </p:par>
                      </p:childTnLst>
                    </p:cTn>
                  </p:par>
                  <p:par>
                    <p:cTn id="42" fill="hold">
                      <p:stCondLst>
                        <p:cond delay="indefinite"/>
                      </p:stCondLst>
                      <p:childTnLst>
                        <p:par>
                          <p:cTn id="43" fill="hold">
                            <p:stCondLst>
                              <p:cond delay="0"/>
                            </p:stCondLst>
                            <p:childTnLst>
                              <p:par>
                                <p:cTn id="44" presetID="53" presetClass="entr" presetSubtype="16" fill="hold" grpId="0" nodeType="clickEffect">
                                  <p:stCondLst>
                                    <p:cond delay="0"/>
                                  </p:stCondLst>
                                  <p:childTnLst>
                                    <p:set>
                                      <p:cBhvr>
                                        <p:cTn id="45" dur="1" fill="hold">
                                          <p:stCondLst>
                                            <p:cond delay="0"/>
                                          </p:stCondLst>
                                        </p:cTn>
                                        <p:tgtEl>
                                          <p:spTgt spid="36"/>
                                        </p:tgtEl>
                                        <p:attrNameLst>
                                          <p:attrName>style.visibility</p:attrName>
                                        </p:attrNameLst>
                                      </p:cBhvr>
                                      <p:to>
                                        <p:strVal val="visible"/>
                                      </p:to>
                                    </p:set>
                                    <p:anim calcmode="lin" valueType="num">
                                      <p:cBhvr>
                                        <p:cTn id="46" dur="500" fill="hold"/>
                                        <p:tgtEl>
                                          <p:spTgt spid="36"/>
                                        </p:tgtEl>
                                        <p:attrNameLst>
                                          <p:attrName>ppt_w</p:attrName>
                                        </p:attrNameLst>
                                      </p:cBhvr>
                                      <p:tavLst>
                                        <p:tav tm="0">
                                          <p:val>
                                            <p:fltVal val="0"/>
                                          </p:val>
                                        </p:tav>
                                        <p:tav tm="100000">
                                          <p:val>
                                            <p:strVal val="#ppt_w"/>
                                          </p:val>
                                        </p:tav>
                                      </p:tavLst>
                                    </p:anim>
                                    <p:anim calcmode="lin" valueType="num">
                                      <p:cBhvr>
                                        <p:cTn id="47" dur="500" fill="hold"/>
                                        <p:tgtEl>
                                          <p:spTgt spid="36"/>
                                        </p:tgtEl>
                                        <p:attrNameLst>
                                          <p:attrName>ppt_h</p:attrName>
                                        </p:attrNameLst>
                                      </p:cBhvr>
                                      <p:tavLst>
                                        <p:tav tm="0">
                                          <p:val>
                                            <p:fltVal val="0"/>
                                          </p:val>
                                        </p:tav>
                                        <p:tav tm="100000">
                                          <p:val>
                                            <p:strVal val="#ppt_h"/>
                                          </p:val>
                                        </p:tav>
                                      </p:tavLst>
                                    </p:anim>
                                    <p:animEffect transition="in" filter="fade">
                                      <p:cBhvr>
                                        <p:cTn id="48"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1" grpId="0" animBg="1"/>
      <p:bldP spid="33" grpId="0" animBg="1"/>
      <p:bldP spid="33" grpId="1" animBg="1"/>
      <p:bldP spid="34" grpId="0" animBg="1"/>
      <p:bldP spid="34" grpId="1" animBg="1"/>
      <p:bldP spid="3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32 Título"/>
          <p:cNvSpPr>
            <a:spLocks noGrp="1"/>
          </p:cNvSpPr>
          <p:nvPr>
            <p:ph type="title"/>
          </p:nvPr>
        </p:nvSpPr>
        <p:spPr/>
        <p:txBody>
          <a:bodyPr/>
          <a:lstStyle/>
          <a:p>
            <a:r>
              <a:rPr lang="es-ES" dirty="0"/>
              <a:t>Herencia desde </a:t>
            </a:r>
            <a:r>
              <a:rPr lang="es-ES" dirty="0" err="1"/>
              <a:t>CodeByte</a:t>
            </a:r>
            <a:endParaRPr lang="es-ES" dirty="0"/>
          </a:p>
        </p:txBody>
      </p:sp>
      <p:sp>
        <p:nvSpPr>
          <p:cNvPr id="35" name="34 CuadroTexto"/>
          <p:cNvSpPr txBox="1"/>
          <p:nvPr/>
        </p:nvSpPr>
        <p:spPr>
          <a:xfrm>
            <a:off x="731707" y="1099344"/>
            <a:ext cx="7461190" cy="353943"/>
          </a:xfrm>
          <a:prstGeom prst="rect">
            <a:avLst/>
          </a:prstGeom>
          <a:noFill/>
        </p:spPr>
        <p:txBody>
          <a:bodyPr wrap="square" rtlCol="0">
            <a:spAutoFit/>
          </a:bodyPr>
          <a:lstStyle/>
          <a:p>
            <a:r>
              <a:rPr lang="es-ES" sz="1700" b="1" dirty="0"/>
              <a:t>No necesitamos disponer de código fuente para utilizar la herencia.</a:t>
            </a:r>
          </a:p>
        </p:txBody>
      </p:sp>
      <p:grpSp>
        <p:nvGrpSpPr>
          <p:cNvPr id="106" name="105 Grupo"/>
          <p:cNvGrpSpPr/>
          <p:nvPr/>
        </p:nvGrpSpPr>
        <p:grpSpPr>
          <a:xfrm>
            <a:off x="435877" y="1556792"/>
            <a:ext cx="3853895" cy="3170080"/>
            <a:chOff x="435877" y="1556792"/>
            <a:chExt cx="3853895" cy="3170080"/>
          </a:xfrm>
        </p:grpSpPr>
        <p:sp>
          <p:nvSpPr>
            <p:cNvPr id="95" name="94 Rectángulo"/>
            <p:cNvSpPr/>
            <p:nvPr/>
          </p:nvSpPr>
          <p:spPr bwMode="auto">
            <a:xfrm>
              <a:off x="435877" y="1942093"/>
              <a:ext cx="3853895" cy="2640925"/>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7" name="Rectangle 3"/>
            <p:cNvSpPr txBox="1">
              <a:spLocks noChangeArrowheads="1"/>
            </p:cNvSpPr>
            <p:nvPr/>
          </p:nvSpPr>
          <p:spPr bwMode="auto">
            <a:xfrm>
              <a:off x="567194" y="1995341"/>
              <a:ext cx="3722578" cy="2731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chemeClr val="bg2">
                      <a:lumMod val="50000"/>
                    </a:schemeClr>
                  </a:solidFill>
                  <a:latin typeface="Adobe Fan Heiti Std B" pitchFamily="34" charset="-128"/>
                  <a:ea typeface="Adobe Fan Heiti Std B" pitchFamily="34" charset="-128"/>
                </a:rPr>
                <a:t>public</a:t>
              </a:r>
              <a:r>
                <a:rPr lang="en-US" sz="1400" kern="0" dirty="0">
                  <a:latin typeface="Adobe Fan Heiti Std B" pitchFamily="34" charset="-128"/>
                  <a:ea typeface="Adobe Fan Heiti Std B" pitchFamily="34" charset="-128"/>
                </a:rPr>
                <a:t> class Persona {    </a:t>
              </a:r>
            </a:p>
            <a:p>
              <a:pPr marL="0" indent="0">
                <a:buNone/>
              </a:pPr>
              <a:r>
                <a:rPr lang="en-US" sz="1200" kern="0">
                  <a:latin typeface="Adobe Fan Heiti Std B" pitchFamily="34" charset="-128"/>
                  <a:ea typeface="Adobe Fan Heiti Std B" pitchFamily="34" charset="-128"/>
                </a:rPr>
                <a:t>    private String </a:t>
              </a:r>
              <a:r>
                <a:rPr lang="en-US" sz="1200" kern="0" dirty="0" err="1">
                  <a:solidFill>
                    <a:srgbClr val="009900"/>
                  </a:solidFill>
                  <a:latin typeface="Adobe Fan Heiti Std B" pitchFamily="34" charset="-128"/>
                  <a:ea typeface="Adobe Fan Heiti Std B" pitchFamily="34" charset="-128"/>
                </a:rPr>
                <a:t>dni</a:t>
              </a:r>
              <a:r>
                <a:rPr lang="en-US" sz="1200" kern="0" dirty="0">
                  <a:latin typeface="Adobe Fan Heiti Std B" pitchFamily="34" charset="-128"/>
                  <a:ea typeface="Adobe Fan Heiti Std B" pitchFamily="34" charset="-128"/>
                </a:rPr>
                <a:t>, </a:t>
              </a:r>
              <a:r>
                <a:rPr lang="en-US" sz="1200" kern="0" dirty="0" err="1">
                  <a:solidFill>
                    <a:srgbClr val="009900"/>
                  </a:solidFill>
                  <a:latin typeface="Adobe Fan Heiti Std B" pitchFamily="34" charset="-128"/>
                  <a:ea typeface="Adobe Fan Heiti Std B" pitchFamily="34" charset="-128"/>
                </a:rPr>
                <a:t>nombre</a:t>
              </a:r>
              <a:r>
                <a:rPr lang="en-US" sz="1200" kern="0" dirty="0">
                  <a:latin typeface="Adobe Fan Heiti Std B" pitchFamily="34" charset="-128"/>
                  <a:ea typeface="Adobe Fan Heiti Std B" pitchFamily="34" charset="-128"/>
                </a:rPr>
                <a:t>, </a:t>
              </a:r>
              <a:r>
                <a:rPr lang="en-US" sz="1200" kern="0" dirty="0" err="1">
                  <a:solidFill>
                    <a:srgbClr val="009900"/>
                  </a:solidFill>
                  <a:latin typeface="Adobe Fan Heiti Std B" pitchFamily="34" charset="-128"/>
                  <a:ea typeface="Adobe Fan Heiti Std B" pitchFamily="34" charset="-128"/>
                </a:rPr>
                <a:t>movil</a:t>
              </a:r>
              <a:r>
                <a:rPr lang="en-US" sz="1200" kern="0" dirty="0">
                  <a:latin typeface="Adobe Fan Heiti Std B" pitchFamily="34" charset="-128"/>
                  <a:ea typeface="Adobe Fan Heiti Std B" pitchFamily="34" charset="-128"/>
                </a:rPr>
                <a:t>;</a:t>
              </a:r>
            </a:p>
            <a:p>
              <a:pPr marL="0" indent="0">
                <a:buNone/>
              </a:pPr>
              <a:endParaRPr lang="en-US" sz="1200" kern="0" dirty="0">
                <a:latin typeface="Adobe Fan Heiti Std B" pitchFamily="34" charset="-128"/>
                <a:ea typeface="Adobe Fan Heiti Std B" pitchFamily="34" charset="-128"/>
              </a:endParaRPr>
            </a:p>
            <a:p>
              <a:pPr marL="0" indent="0">
                <a:buNone/>
              </a:pPr>
              <a:r>
                <a:rPr lang="en-US" sz="1200" kern="0" dirty="0">
                  <a:latin typeface="Adobe Fan Heiti Std B" pitchFamily="34" charset="-128"/>
                  <a:ea typeface="Adobe Fan Heiti Std B" pitchFamily="34" charset="-128"/>
                </a:rPr>
                <a:t>   </a:t>
              </a:r>
              <a:r>
                <a:rPr lang="en-US" sz="1200" kern="0" dirty="0">
                  <a:solidFill>
                    <a:schemeClr val="bg2">
                      <a:lumMod val="50000"/>
                    </a:schemeClr>
                  </a:solidFill>
                  <a:latin typeface="Adobe Fan Heiti Std B" pitchFamily="34" charset="-128"/>
                  <a:ea typeface="Adobe Fan Heiti Std B" pitchFamily="34" charset="-128"/>
                </a:rPr>
                <a:t> public </a:t>
              </a:r>
              <a:r>
                <a:rPr lang="en-US" sz="1200" kern="0" dirty="0">
                  <a:solidFill>
                    <a:srgbClr val="FF0000"/>
                  </a:solidFill>
                  <a:latin typeface="Adobe Fan Heiti Std B" pitchFamily="34" charset="-128"/>
                  <a:ea typeface="Adobe Fan Heiti Std B" pitchFamily="34" charset="-128"/>
                </a:rPr>
                <a:t>Persona() </a:t>
              </a:r>
              <a:r>
                <a:rPr lang="en-US" sz="1200" kern="0" dirty="0">
                  <a:latin typeface="Adobe Fan Heiti Std B" pitchFamily="34" charset="-128"/>
                  <a:ea typeface="Adobe Fan Heiti Std B" pitchFamily="34" charset="-128"/>
                </a:rPr>
                <a:t>{ }    </a:t>
              </a:r>
            </a:p>
            <a:p>
              <a:pPr marL="0" indent="0">
                <a:buNone/>
              </a:pPr>
              <a:r>
                <a:rPr lang="en-US" sz="1200" kern="0" dirty="0">
                  <a:latin typeface="Adobe Fan Heiti Std B" pitchFamily="34" charset="-128"/>
                  <a:ea typeface="Adobe Fan Heiti Std B" pitchFamily="34" charset="-128"/>
                </a:rPr>
                <a:t>   </a:t>
              </a:r>
              <a:r>
                <a:rPr lang="en-US" sz="1200" kern="0" dirty="0">
                  <a:solidFill>
                    <a:schemeClr val="bg2">
                      <a:lumMod val="50000"/>
                    </a:schemeClr>
                  </a:solidFill>
                  <a:latin typeface="Adobe Fan Heiti Std B" pitchFamily="34" charset="-128"/>
                  <a:ea typeface="Adobe Fan Heiti Std B" pitchFamily="34" charset="-128"/>
                </a:rPr>
                <a:t> public </a:t>
              </a:r>
              <a:r>
                <a:rPr lang="en-US" sz="1200" kern="0" dirty="0">
                  <a:solidFill>
                    <a:srgbClr val="FF0000"/>
                  </a:solidFill>
                  <a:latin typeface="Adobe Fan Heiti Std B" pitchFamily="34" charset="-128"/>
                  <a:ea typeface="Adobe Fan Heiti Std B" pitchFamily="34" charset="-128"/>
                </a:rPr>
                <a:t>Persona( </a:t>
              </a:r>
              <a:r>
                <a:rPr lang="en-US" sz="1200" kern="0" dirty="0">
                  <a:latin typeface="Adobe Fan Heiti Std B" pitchFamily="34" charset="-128"/>
                  <a:ea typeface="Adobe Fan Heiti Std B" pitchFamily="34" charset="-128"/>
                </a:rPr>
                <a:t>String </a:t>
              </a:r>
              <a:r>
                <a:rPr lang="en-US" sz="1200" kern="0" dirty="0" err="1">
                  <a:solidFill>
                    <a:srgbClr val="000000"/>
                  </a:solidFill>
                  <a:latin typeface="Adobe Fan Heiti Std B" pitchFamily="34" charset="-128"/>
                  <a:ea typeface="Adobe Fan Heiti Std B" pitchFamily="34" charset="-128"/>
                </a:rPr>
                <a:t>dni</a:t>
              </a:r>
              <a:r>
                <a:rPr lang="en-US" sz="1200" kern="0" dirty="0">
                  <a:latin typeface="Adobe Fan Heiti Std B" pitchFamily="34" charset="-128"/>
                  <a:ea typeface="Adobe Fan Heiti Std B" pitchFamily="34" charset="-128"/>
                </a:rPr>
                <a:t>, String </a:t>
              </a:r>
              <a:r>
                <a:rPr lang="en-US" sz="1200" kern="0" dirty="0" err="1">
                  <a:solidFill>
                    <a:srgbClr val="000000"/>
                  </a:solidFill>
                  <a:latin typeface="Adobe Fan Heiti Std B" pitchFamily="34" charset="-128"/>
                  <a:ea typeface="Adobe Fan Heiti Std B" pitchFamily="34" charset="-128"/>
                </a:rPr>
                <a:t>nombre</a:t>
              </a:r>
              <a:r>
                <a:rPr lang="en-US" sz="1200" kern="0" dirty="0">
                  <a:latin typeface="Adobe Fan Heiti Std B" pitchFamily="34" charset="-128"/>
                  <a:ea typeface="Adobe Fan Heiti Std B" pitchFamily="34" charset="-128"/>
                </a:rPr>
                <a:t>...</a:t>
              </a:r>
              <a:r>
                <a:rPr lang="en-US" sz="1200" kern="0" dirty="0">
                  <a:solidFill>
                    <a:srgbClr val="FF0000"/>
                  </a:solidFill>
                  <a:latin typeface="Adobe Fan Heiti Std B" pitchFamily="34" charset="-128"/>
                  <a:ea typeface="Adobe Fan Heiti Std B" pitchFamily="34" charset="-128"/>
                </a:rPr>
                <a:t>)</a:t>
              </a:r>
              <a:r>
                <a:rPr lang="en-US" sz="1200" kern="0" dirty="0">
                  <a:latin typeface="Adobe Fan Heiti Std B" pitchFamily="34" charset="-128"/>
                  <a:ea typeface="Adobe Fan Heiti Std B" pitchFamily="34" charset="-128"/>
                </a:rPr>
                <a:t> {</a:t>
              </a:r>
            </a:p>
            <a:p>
              <a:pPr marL="0" indent="0">
                <a:buNone/>
              </a:pPr>
              <a:r>
                <a:rPr lang="en-US" sz="1200" kern="0" dirty="0">
                  <a:latin typeface="Adobe Fan Heiti Std B" pitchFamily="34" charset="-128"/>
                  <a:ea typeface="Adobe Fan Heiti Std B" pitchFamily="34" charset="-128"/>
                </a:rPr>
                <a:t>        </a:t>
              </a:r>
              <a:r>
                <a:rPr lang="en-US" sz="1200" kern="0" dirty="0" err="1">
                  <a:latin typeface="Adobe Fan Heiti Std B" pitchFamily="34" charset="-128"/>
                  <a:ea typeface="Adobe Fan Heiti Std B" pitchFamily="34" charset="-128"/>
                </a:rPr>
                <a:t>this.</a:t>
              </a:r>
              <a:r>
                <a:rPr lang="en-US" sz="1200" kern="0" dirty="0" err="1">
                  <a:solidFill>
                    <a:srgbClr val="009900"/>
                  </a:solidFill>
                  <a:latin typeface="Adobe Fan Heiti Std B" pitchFamily="34" charset="-128"/>
                  <a:ea typeface="Adobe Fan Heiti Std B" pitchFamily="34" charset="-128"/>
                </a:rPr>
                <a:t>dni</a:t>
              </a:r>
              <a:r>
                <a:rPr lang="en-US" sz="1200" kern="0" dirty="0">
                  <a:latin typeface="Adobe Fan Heiti Std B" pitchFamily="34" charset="-128"/>
                  <a:ea typeface="Adobe Fan Heiti Std B" pitchFamily="34" charset="-128"/>
                </a:rPr>
                <a:t> = </a:t>
              </a:r>
              <a:r>
                <a:rPr lang="en-US" sz="1200" kern="0" dirty="0" err="1">
                  <a:solidFill>
                    <a:srgbClr val="000000"/>
                  </a:solidFill>
                  <a:latin typeface="Adobe Fan Heiti Std B" pitchFamily="34" charset="-128"/>
                  <a:ea typeface="Adobe Fan Heiti Std B" pitchFamily="34" charset="-128"/>
                </a:rPr>
                <a:t>dni</a:t>
              </a:r>
              <a:r>
                <a:rPr lang="en-US" sz="1200" kern="0" dirty="0">
                  <a:latin typeface="Adobe Fan Heiti Std B" pitchFamily="34" charset="-128"/>
                  <a:ea typeface="Adobe Fan Heiti Std B" pitchFamily="34" charset="-128"/>
                </a:rPr>
                <a:t>;</a:t>
              </a:r>
            </a:p>
            <a:p>
              <a:pPr marL="0" indent="0">
                <a:buNone/>
              </a:pPr>
              <a:r>
                <a:rPr lang="en-US" sz="1200" kern="0" dirty="0">
                  <a:latin typeface="Adobe Fan Heiti Std B" pitchFamily="34" charset="-128"/>
                  <a:ea typeface="Adobe Fan Heiti Std B" pitchFamily="34" charset="-128"/>
                </a:rPr>
                <a:t>        </a:t>
              </a:r>
              <a:r>
                <a:rPr lang="en-US" sz="1200" kern="0" dirty="0" err="1">
                  <a:latin typeface="Adobe Fan Heiti Std B" pitchFamily="34" charset="-128"/>
                  <a:ea typeface="Adobe Fan Heiti Std B" pitchFamily="34" charset="-128"/>
                </a:rPr>
                <a:t>this.</a:t>
              </a:r>
              <a:r>
                <a:rPr lang="en-US" sz="1200" kern="0" dirty="0" err="1">
                  <a:solidFill>
                    <a:srgbClr val="009900"/>
                  </a:solidFill>
                  <a:latin typeface="Adobe Fan Heiti Std B" pitchFamily="34" charset="-128"/>
                  <a:ea typeface="Adobe Fan Heiti Std B" pitchFamily="34" charset="-128"/>
                </a:rPr>
                <a:t>nombre</a:t>
              </a:r>
              <a:r>
                <a:rPr lang="en-US" sz="1200" kern="0" dirty="0">
                  <a:latin typeface="Adobe Fan Heiti Std B" pitchFamily="34" charset="-128"/>
                  <a:ea typeface="Adobe Fan Heiti Std B" pitchFamily="34" charset="-128"/>
                </a:rPr>
                <a:t> = </a:t>
              </a:r>
              <a:r>
                <a:rPr lang="en-US" sz="1200" kern="0" dirty="0" err="1">
                  <a:solidFill>
                    <a:srgbClr val="000000"/>
                  </a:solidFill>
                  <a:latin typeface="Adobe Fan Heiti Std B" pitchFamily="34" charset="-128"/>
                  <a:ea typeface="Adobe Fan Heiti Std B" pitchFamily="34" charset="-128"/>
                </a:rPr>
                <a:t>nombr</a:t>
              </a:r>
              <a:r>
                <a:rPr lang="en-US" sz="1200" kern="0" dirty="0" err="1">
                  <a:latin typeface="Adobe Fan Heiti Std B" pitchFamily="34" charset="-128"/>
                  <a:ea typeface="Adobe Fan Heiti Std B" pitchFamily="34" charset="-128"/>
                </a:rPr>
                <a:t>e</a:t>
              </a:r>
              <a:r>
                <a:rPr lang="en-US" sz="1200" kern="0" dirty="0">
                  <a:latin typeface="Adobe Fan Heiti Std B" pitchFamily="34" charset="-128"/>
                  <a:ea typeface="Adobe Fan Heiti Std B" pitchFamily="34" charset="-128"/>
                </a:rPr>
                <a:t>;</a:t>
              </a:r>
            </a:p>
            <a:p>
              <a:pPr marL="0" indent="0">
                <a:buNone/>
              </a:pPr>
              <a:r>
                <a:rPr lang="en-US" sz="1200" kern="0" dirty="0">
                  <a:latin typeface="Adobe Fan Heiti Std B" pitchFamily="34" charset="-128"/>
                  <a:ea typeface="Adobe Fan Heiti Std B" pitchFamily="34" charset="-128"/>
                </a:rPr>
                <a:t>        </a:t>
              </a:r>
              <a:r>
                <a:rPr lang="en-US" sz="1200" kern="0" dirty="0" err="1">
                  <a:latin typeface="Adobe Fan Heiti Std B" pitchFamily="34" charset="-128"/>
                  <a:ea typeface="Adobe Fan Heiti Std B" pitchFamily="34" charset="-128"/>
                </a:rPr>
                <a:t>this.</a:t>
              </a:r>
              <a:r>
                <a:rPr lang="en-US" sz="1200" kern="0" dirty="0" err="1">
                  <a:solidFill>
                    <a:srgbClr val="009900"/>
                  </a:solidFill>
                  <a:latin typeface="Adobe Fan Heiti Std B" pitchFamily="34" charset="-128"/>
                  <a:ea typeface="Adobe Fan Heiti Std B" pitchFamily="34" charset="-128"/>
                </a:rPr>
                <a:t>movil</a:t>
              </a:r>
              <a:r>
                <a:rPr lang="en-US" sz="1200" kern="0" dirty="0">
                  <a:latin typeface="Adobe Fan Heiti Std B" pitchFamily="34" charset="-128"/>
                  <a:ea typeface="Adobe Fan Heiti Std B" pitchFamily="34" charset="-128"/>
                </a:rPr>
                <a:t> = </a:t>
              </a:r>
              <a:r>
                <a:rPr lang="en-US" sz="1200" kern="0" dirty="0" err="1">
                  <a:solidFill>
                    <a:srgbClr val="000000"/>
                  </a:solidFill>
                  <a:latin typeface="Adobe Fan Heiti Std B" pitchFamily="34" charset="-128"/>
                  <a:ea typeface="Adobe Fan Heiti Std B" pitchFamily="34" charset="-128"/>
                </a:rPr>
                <a:t>movil</a:t>
              </a:r>
              <a:r>
                <a:rPr lang="en-US" sz="1200" kern="0" dirty="0">
                  <a:latin typeface="Adobe Fan Heiti Std B" pitchFamily="34" charset="-128"/>
                  <a:ea typeface="Adobe Fan Heiti Std B" pitchFamily="34" charset="-128"/>
                </a:rPr>
                <a:t>;</a:t>
              </a:r>
            </a:p>
            <a:p>
              <a:pPr marL="0" indent="0">
                <a:buNone/>
              </a:pPr>
              <a:r>
                <a:rPr lang="en-US" sz="1200" kern="0" dirty="0">
                  <a:latin typeface="Adobe Fan Heiti Std B" pitchFamily="34" charset="-128"/>
                  <a:ea typeface="Adobe Fan Heiti Std B" pitchFamily="34" charset="-128"/>
                </a:rPr>
                <a:t>    }</a:t>
              </a:r>
            </a:p>
            <a:p>
              <a:pPr marL="0" indent="0">
                <a:buNone/>
              </a:pPr>
              <a:r>
                <a:rPr lang="en-US" sz="1200" kern="0" dirty="0">
                  <a:latin typeface="Adobe Fan Heiti Std B" pitchFamily="34" charset="-128"/>
                  <a:ea typeface="Adobe Fan Heiti Std B" pitchFamily="34" charset="-128"/>
                </a:rPr>
                <a:t>    ...</a:t>
              </a:r>
            </a:p>
            <a:p>
              <a:pPr marL="0" indent="0">
                <a:buNone/>
              </a:pPr>
              <a:r>
                <a:rPr lang="en-US" sz="1400" kern="0" dirty="0">
                  <a:latin typeface="Adobe Fan Heiti Std B" pitchFamily="34" charset="-128"/>
                  <a:ea typeface="Adobe Fan Heiti Std B" pitchFamily="34" charset="-128"/>
                </a:rPr>
                <a:t>}</a:t>
              </a:r>
            </a:p>
          </p:txBody>
        </p:sp>
        <p:sp>
          <p:nvSpPr>
            <p:cNvPr id="98" name="97 CuadroTexto"/>
            <p:cNvSpPr txBox="1"/>
            <p:nvPr/>
          </p:nvSpPr>
          <p:spPr>
            <a:xfrm>
              <a:off x="1499346" y="1556792"/>
              <a:ext cx="1726955" cy="338554"/>
            </a:xfrm>
            <a:prstGeom prst="rect">
              <a:avLst/>
            </a:prstGeom>
            <a:noFill/>
          </p:spPr>
          <p:txBody>
            <a:bodyPr wrap="square" rtlCol="0">
              <a:spAutoFit/>
            </a:bodyPr>
            <a:lstStyle/>
            <a:p>
              <a:pPr algn="ctr"/>
              <a:r>
                <a:rPr lang="es-ES_tradnl" sz="1600" b="1" dirty="0">
                  <a:solidFill>
                    <a:srgbClr val="0070C0"/>
                  </a:solidFill>
                </a:rPr>
                <a:t>Persona.java</a:t>
              </a:r>
            </a:p>
          </p:txBody>
        </p:sp>
      </p:grpSp>
      <p:sp>
        <p:nvSpPr>
          <p:cNvPr id="99" name="98 Flecha a la derecha con bandas"/>
          <p:cNvSpPr/>
          <p:nvPr/>
        </p:nvSpPr>
        <p:spPr bwMode="auto">
          <a:xfrm rot="5400000">
            <a:off x="1912033" y="4373300"/>
            <a:ext cx="689774" cy="523087"/>
          </a:xfrm>
          <a:prstGeom prst="striped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00" name="99 Flecha a la derecha con bandas"/>
          <p:cNvSpPr/>
          <p:nvPr/>
        </p:nvSpPr>
        <p:spPr bwMode="auto">
          <a:xfrm>
            <a:off x="4416648" y="5678633"/>
            <a:ext cx="1063081" cy="523087"/>
          </a:xfrm>
          <a:prstGeom prst="striped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nvGrpSpPr>
          <p:cNvPr id="107" name="106 Grupo"/>
          <p:cNvGrpSpPr/>
          <p:nvPr/>
        </p:nvGrpSpPr>
        <p:grpSpPr>
          <a:xfrm>
            <a:off x="4790894" y="1558207"/>
            <a:ext cx="3853895" cy="3238945"/>
            <a:chOff x="4790894" y="1558207"/>
            <a:chExt cx="3853895" cy="3238945"/>
          </a:xfrm>
        </p:grpSpPr>
        <p:sp>
          <p:nvSpPr>
            <p:cNvPr id="101" name="100 Rectángulo"/>
            <p:cNvSpPr/>
            <p:nvPr/>
          </p:nvSpPr>
          <p:spPr bwMode="auto">
            <a:xfrm>
              <a:off x="4790894" y="1942092"/>
              <a:ext cx="3853895" cy="2692751"/>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02" name="Rectangle 3"/>
            <p:cNvSpPr txBox="1">
              <a:spLocks noChangeArrowheads="1"/>
            </p:cNvSpPr>
            <p:nvPr/>
          </p:nvSpPr>
          <p:spPr bwMode="auto">
            <a:xfrm>
              <a:off x="4922211" y="2060848"/>
              <a:ext cx="3722578" cy="2736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chemeClr val="bg2">
                      <a:lumMod val="50000"/>
                    </a:schemeClr>
                  </a:solidFill>
                  <a:latin typeface="Adobe Fan Heiti Std B" pitchFamily="34" charset="-128"/>
                  <a:ea typeface="Adobe Fan Heiti Std B" pitchFamily="34" charset="-128"/>
                </a:rPr>
                <a:t>public</a:t>
              </a:r>
              <a:r>
                <a:rPr lang="en-US" sz="1400" kern="0" dirty="0">
                  <a:latin typeface="Adobe Fan Heiti Std B" pitchFamily="34" charset="-128"/>
                  <a:ea typeface="Adobe Fan Heiti Std B" pitchFamily="34" charset="-128"/>
                </a:rPr>
                <a:t> class </a:t>
              </a:r>
              <a:r>
                <a:rPr lang="en-US" sz="1400" kern="0" dirty="0" err="1">
                  <a:latin typeface="Adobe Fan Heiti Std B" pitchFamily="34" charset="-128"/>
                  <a:ea typeface="Adobe Fan Heiti Std B" pitchFamily="34" charset="-128"/>
                </a:rPr>
                <a:t>Empleado</a:t>
              </a:r>
              <a:r>
                <a:rPr lang="en-US" sz="1400" kern="0" dirty="0">
                  <a:latin typeface="Adobe Fan Heiti Std B" pitchFamily="34" charset="-128"/>
                  <a:ea typeface="Adobe Fan Heiti Std B" pitchFamily="34" charset="-128"/>
                </a:rPr>
                <a:t> </a:t>
              </a:r>
              <a:r>
                <a:rPr lang="en-US" sz="1400" kern="0" dirty="0">
                  <a:solidFill>
                    <a:srgbClr val="FF6600"/>
                  </a:solidFill>
                  <a:latin typeface="Adobe Gothic Std B" pitchFamily="34" charset="-128"/>
                  <a:ea typeface="Adobe Gothic Std B" pitchFamily="34" charset="-128"/>
                </a:rPr>
                <a:t>extends Persona </a:t>
              </a:r>
              <a:r>
                <a:rPr lang="en-US" sz="1400" kern="0" dirty="0">
                  <a:latin typeface="Adobe Fan Heiti Std B" pitchFamily="34" charset="-128"/>
                  <a:ea typeface="Adobe Fan Heiti Std B" pitchFamily="34" charset="-128"/>
                </a:rPr>
                <a:t>{    </a:t>
              </a:r>
            </a:p>
            <a:p>
              <a:pPr marL="0" indent="0">
                <a:buNone/>
              </a:pPr>
              <a:r>
                <a:rPr lang="en-US" sz="1200" kern="0">
                  <a:latin typeface="Adobe Fan Heiti Std B" pitchFamily="34" charset="-128"/>
                  <a:ea typeface="Adobe Fan Heiti Std B" pitchFamily="34" charset="-128"/>
                </a:rPr>
                <a:t>    private String </a:t>
              </a:r>
              <a:r>
                <a:rPr lang="en-US" sz="1200" kern="0" dirty="0" err="1">
                  <a:solidFill>
                    <a:srgbClr val="009900"/>
                  </a:solidFill>
                  <a:latin typeface="Adobe Fan Heiti Std B" pitchFamily="34" charset="-128"/>
                  <a:ea typeface="Adobe Fan Heiti Std B" pitchFamily="34" charset="-128"/>
                </a:rPr>
                <a:t>movilE</a:t>
              </a:r>
              <a:r>
                <a:rPr lang="en-US" sz="1200" kern="0">
                  <a:latin typeface="Adobe Fan Heiti Std B" pitchFamily="34" charset="-128"/>
                  <a:ea typeface="Adobe Fan Heiti Std B" pitchFamily="34" charset="-128"/>
                </a:rPr>
                <a:t>;</a:t>
              </a:r>
              <a:r>
                <a:rPr lang="en-US" sz="1400" kern="0">
                  <a:latin typeface="Adobe Fan Heiti Std B" pitchFamily="34" charset="-128"/>
                  <a:ea typeface="Adobe Fan Heiti Std B" pitchFamily="34" charset="-128"/>
                </a:rPr>
                <a:t>   </a:t>
              </a:r>
              <a:r>
                <a:rPr lang="en-US" sz="1200" kern="0">
                  <a:latin typeface="Adobe Fan Heiti Std B" pitchFamily="34" charset="-128"/>
                  <a:ea typeface="Adobe Fan Heiti Std B" pitchFamily="34" charset="-128"/>
                </a:rPr>
                <a:t>    private float </a:t>
              </a:r>
              <a:r>
                <a:rPr lang="en-US" sz="1200" kern="0" dirty="0" err="1">
                  <a:solidFill>
                    <a:srgbClr val="009900"/>
                  </a:solidFill>
                  <a:latin typeface="Adobe Fan Heiti Std B" pitchFamily="34" charset="-128"/>
                  <a:ea typeface="Adobe Fan Heiti Std B" pitchFamily="34" charset="-128"/>
                </a:rPr>
                <a:t>sueldo</a:t>
              </a:r>
              <a:r>
                <a:rPr lang="en-US" sz="1200" kern="0" dirty="0">
                  <a:latin typeface="Adobe Fan Heiti Std B" pitchFamily="34" charset="-128"/>
                  <a:ea typeface="Adobe Fan Heiti Std B" pitchFamily="34" charset="-128"/>
                </a:rPr>
                <a:t>;</a:t>
              </a:r>
            </a:p>
            <a:p>
              <a:pPr marL="0" indent="0">
                <a:buNone/>
              </a:pPr>
              <a:endParaRPr lang="en-US" sz="1200" kern="0" dirty="0">
                <a:solidFill>
                  <a:schemeClr val="bg2">
                    <a:lumMod val="50000"/>
                  </a:schemeClr>
                </a:solidFill>
                <a:latin typeface="Adobe Fan Heiti Std B" pitchFamily="34" charset="-128"/>
                <a:ea typeface="Adobe Fan Heiti Std B" pitchFamily="34" charset="-128"/>
              </a:endParaRPr>
            </a:p>
            <a:p>
              <a:pPr marL="0" indent="0">
                <a:buNone/>
              </a:pPr>
              <a:r>
                <a:rPr lang="en-US" sz="1200" kern="0" dirty="0">
                  <a:solidFill>
                    <a:schemeClr val="bg2">
                      <a:lumMod val="50000"/>
                    </a:schemeClr>
                  </a:solidFill>
                  <a:latin typeface="Adobe Fan Heiti Std B" pitchFamily="34" charset="-128"/>
                  <a:ea typeface="Adobe Fan Heiti Std B" pitchFamily="34" charset="-128"/>
                </a:rPr>
                <a:t>public </a:t>
              </a:r>
              <a:r>
                <a:rPr lang="en-US" sz="1200" kern="0" dirty="0" err="1">
                  <a:solidFill>
                    <a:srgbClr val="FF0000"/>
                  </a:solidFill>
                  <a:latin typeface="Adobe Fan Heiti Std B" pitchFamily="34" charset="-128"/>
                  <a:ea typeface="Adobe Fan Heiti Std B" pitchFamily="34" charset="-128"/>
                </a:rPr>
                <a:t>Empleado</a:t>
              </a:r>
              <a:r>
                <a:rPr lang="en-US" sz="1200" kern="0" dirty="0">
                  <a:solidFill>
                    <a:srgbClr val="FF0000"/>
                  </a:solidFill>
                  <a:latin typeface="Adobe Fan Heiti Std B" pitchFamily="34" charset="-128"/>
                  <a:ea typeface="Adobe Fan Heiti Std B" pitchFamily="34" charset="-128"/>
                </a:rPr>
                <a:t>( </a:t>
              </a:r>
              <a:r>
                <a:rPr lang="en-US" sz="1200" kern="0" dirty="0">
                  <a:latin typeface="Adobe Fan Heiti Std B" pitchFamily="34" charset="-128"/>
                  <a:ea typeface="Adobe Fan Heiti Std B" pitchFamily="34" charset="-128"/>
                </a:rPr>
                <a:t>String </a:t>
              </a:r>
              <a:r>
                <a:rPr lang="en-US" sz="1200" kern="0" dirty="0" err="1">
                  <a:solidFill>
                    <a:srgbClr val="000000"/>
                  </a:solidFill>
                  <a:latin typeface="Adobe Fan Heiti Std B" pitchFamily="34" charset="-128"/>
                  <a:ea typeface="Adobe Fan Heiti Std B" pitchFamily="34" charset="-128"/>
                </a:rPr>
                <a:t>dni</a:t>
              </a:r>
              <a:r>
                <a:rPr lang="en-US" sz="1200" kern="0" dirty="0">
                  <a:latin typeface="Adobe Fan Heiti Std B" pitchFamily="34" charset="-128"/>
                  <a:ea typeface="Adobe Fan Heiti Std B" pitchFamily="34" charset="-128"/>
                </a:rPr>
                <a:t>, String </a:t>
              </a:r>
              <a:r>
                <a:rPr lang="en-US" sz="1200" kern="0" dirty="0" err="1">
                  <a:solidFill>
                    <a:srgbClr val="000000"/>
                  </a:solidFill>
                  <a:latin typeface="Adobe Fan Heiti Std B" pitchFamily="34" charset="-128"/>
                  <a:ea typeface="Adobe Fan Heiti Std B" pitchFamily="34" charset="-128"/>
                </a:rPr>
                <a:t>nombre</a:t>
              </a:r>
              <a:r>
                <a:rPr lang="en-US" sz="1200" kern="0" dirty="0">
                  <a:latin typeface="Adobe Fan Heiti Std B" pitchFamily="34" charset="-128"/>
                  <a:ea typeface="Adobe Fan Heiti Std B" pitchFamily="34" charset="-128"/>
                </a:rPr>
                <a:t>...</a:t>
              </a:r>
              <a:r>
                <a:rPr lang="en-US" sz="1200" kern="0" dirty="0">
                  <a:solidFill>
                    <a:srgbClr val="FF0000"/>
                  </a:solidFill>
                  <a:latin typeface="Adobe Fan Heiti Std B" pitchFamily="34" charset="-128"/>
                  <a:ea typeface="Adobe Fan Heiti Std B" pitchFamily="34" charset="-128"/>
                </a:rPr>
                <a:t>)</a:t>
              </a:r>
              <a:r>
                <a:rPr lang="en-US" sz="1200" kern="0" dirty="0">
                  <a:latin typeface="Adobe Fan Heiti Std B" pitchFamily="34" charset="-128"/>
                  <a:ea typeface="Adobe Fan Heiti Std B" pitchFamily="34" charset="-128"/>
                </a:rPr>
                <a:t> {</a:t>
              </a:r>
            </a:p>
            <a:p>
              <a:pPr marL="0" indent="0">
                <a:buNone/>
              </a:pPr>
              <a:r>
                <a:rPr lang="en-US" sz="1200" kern="0" dirty="0">
                  <a:latin typeface="Adobe Fan Heiti Std B" pitchFamily="34" charset="-128"/>
                  <a:ea typeface="Adobe Fan Heiti Std B" pitchFamily="34" charset="-128"/>
                </a:rPr>
                <a:t>        </a:t>
              </a:r>
              <a:r>
                <a:rPr lang="en-US" sz="1200" kern="0" dirty="0">
                  <a:solidFill>
                    <a:srgbClr val="FF3300"/>
                  </a:solidFill>
                  <a:latin typeface="Adobe Fan Heiti Std B" pitchFamily="34" charset="-128"/>
                  <a:ea typeface="Adobe Fan Heiti Std B" pitchFamily="34" charset="-128"/>
                </a:rPr>
                <a:t>super(</a:t>
              </a:r>
              <a:r>
                <a:rPr lang="en-US" sz="1200" kern="0" dirty="0">
                  <a:latin typeface="Adobe Fan Heiti Std B" pitchFamily="34" charset="-128"/>
                  <a:ea typeface="Adobe Fan Heiti Std B" pitchFamily="34" charset="-128"/>
                </a:rPr>
                <a:t> </a:t>
              </a:r>
              <a:r>
                <a:rPr lang="en-US" sz="1200" kern="0" dirty="0" err="1">
                  <a:solidFill>
                    <a:srgbClr val="000000"/>
                  </a:solidFill>
                  <a:latin typeface="Adobe Fan Heiti Std B" pitchFamily="34" charset="-128"/>
                  <a:ea typeface="Adobe Fan Heiti Std B" pitchFamily="34" charset="-128"/>
                </a:rPr>
                <a:t>dni</a:t>
              </a:r>
              <a:r>
                <a:rPr lang="en-US" sz="1200" kern="0" dirty="0">
                  <a:latin typeface="Adobe Fan Heiti Std B" pitchFamily="34" charset="-128"/>
                  <a:ea typeface="Adobe Fan Heiti Std B" pitchFamily="34" charset="-128"/>
                </a:rPr>
                <a:t>, </a:t>
              </a:r>
              <a:r>
                <a:rPr lang="en-US" sz="1200" kern="0" dirty="0" err="1">
                  <a:solidFill>
                    <a:srgbClr val="000000"/>
                  </a:solidFill>
                  <a:latin typeface="Adobe Fan Heiti Std B" pitchFamily="34" charset="-128"/>
                  <a:ea typeface="Adobe Fan Heiti Std B" pitchFamily="34" charset="-128"/>
                </a:rPr>
                <a:t>nombre</a:t>
              </a:r>
              <a:r>
                <a:rPr lang="en-US" sz="1200" kern="0" dirty="0">
                  <a:latin typeface="Adobe Fan Heiti Std B" pitchFamily="34" charset="-128"/>
                  <a:ea typeface="Adobe Fan Heiti Std B" pitchFamily="34" charset="-128"/>
                </a:rPr>
                <a:t>, </a:t>
              </a:r>
              <a:r>
                <a:rPr lang="en-US" sz="1200" kern="0" dirty="0" err="1">
                  <a:solidFill>
                    <a:srgbClr val="000000"/>
                  </a:solidFill>
                  <a:latin typeface="Adobe Fan Heiti Std B" pitchFamily="34" charset="-128"/>
                  <a:ea typeface="Adobe Fan Heiti Std B" pitchFamily="34" charset="-128"/>
                </a:rPr>
                <a:t>movil</a:t>
              </a:r>
              <a:r>
                <a:rPr lang="en-US" sz="1200" kern="0" dirty="0">
                  <a:solidFill>
                    <a:srgbClr val="FF3300"/>
                  </a:solidFill>
                  <a:latin typeface="Adobe Fan Heiti Std B" pitchFamily="34" charset="-128"/>
                  <a:ea typeface="Adobe Fan Heiti Std B" pitchFamily="34" charset="-128"/>
                </a:rPr>
                <a:t>)</a:t>
              </a:r>
              <a:r>
                <a:rPr lang="en-US" sz="1200" kern="0" dirty="0">
                  <a:latin typeface="Adobe Fan Heiti Std B" pitchFamily="34" charset="-128"/>
                  <a:ea typeface="Adobe Fan Heiti Std B" pitchFamily="34" charset="-128"/>
                </a:rPr>
                <a:t>;</a:t>
              </a:r>
            </a:p>
            <a:p>
              <a:pPr marL="0" indent="0">
                <a:buNone/>
              </a:pPr>
              <a:r>
                <a:rPr lang="en-US" sz="1200" kern="0" dirty="0">
                  <a:latin typeface="Adobe Fan Heiti Std B" pitchFamily="34" charset="-128"/>
                  <a:ea typeface="Adobe Fan Heiti Std B" pitchFamily="34" charset="-128"/>
                </a:rPr>
                <a:t>        </a:t>
              </a:r>
              <a:r>
                <a:rPr lang="en-US" sz="1200" kern="0" dirty="0" err="1">
                  <a:latin typeface="Adobe Fan Heiti Std B" pitchFamily="34" charset="-128"/>
                  <a:ea typeface="Adobe Fan Heiti Std B" pitchFamily="34" charset="-128"/>
                </a:rPr>
                <a:t>this.</a:t>
              </a:r>
              <a:r>
                <a:rPr lang="en-US" sz="1200" kern="0" dirty="0" err="1">
                  <a:solidFill>
                    <a:srgbClr val="009900"/>
                  </a:solidFill>
                  <a:latin typeface="Adobe Fan Heiti Std B" pitchFamily="34" charset="-128"/>
                  <a:ea typeface="Adobe Fan Heiti Std B" pitchFamily="34" charset="-128"/>
                </a:rPr>
                <a:t>movilE</a:t>
              </a:r>
              <a:r>
                <a:rPr lang="en-US" sz="1200" kern="0" dirty="0">
                  <a:latin typeface="Adobe Fan Heiti Std B" pitchFamily="34" charset="-128"/>
                  <a:ea typeface="Adobe Fan Heiti Std B" pitchFamily="34" charset="-128"/>
                </a:rPr>
                <a:t> = </a:t>
              </a:r>
              <a:r>
                <a:rPr lang="en-US" sz="1200" kern="0" dirty="0" err="1">
                  <a:solidFill>
                    <a:srgbClr val="000000"/>
                  </a:solidFill>
                  <a:latin typeface="Adobe Fan Heiti Std B" pitchFamily="34" charset="-128"/>
                  <a:ea typeface="Adobe Fan Heiti Std B" pitchFamily="34" charset="-128"/>
                </a:rPr>
                <a:t>movilE</a:t>
              </a:r>
              <a:r>
                <a:rPr lang="en-US" sz="1200" kern="0" dirty="0">
                  <a:latin typeface="Adobe Fan Heiti Std B" pitchFamily="34" charset="-128"/>
                  <a:ea typeface="Adobe Fan Heiti Std B" pitchFamily="34" charset="-128"/>
                </a:rPr>
                <a:t>;</a:t>
              </a:r>
            </a:p>
            <a:p>
              <a:pPr marL="0" indent="0">
                <a:buNone/>
              </a:pPr>
              <a:r>
                <a:rPr lang="en-US" sz="1200" kern="0" dirty="0">
                  <a:latin typeface="Adobe Fan Heiti Std B" pitchFamily="34" charset="-128"/>
                  <a:ea typeface="Adobe Fan Heiti Std B" pitchFamily="34" charset="-128"/>
                </a:rPr>
                <a:t>        </a:t>
              </a:r>
              <a:r>
                <a:rPr lang="en-US" sz="1200" kern="0" dirty="0" err="1">
                  <a:latin typeface="Adobe Fan Heiti Std B" pitchFamily="34" charset="-128"/>
                  <a:ea typeface="Adobe Fan Heiti Std B" pitchFamily="34" charset="-128"/>
                </a:rPr>
                <a:t>this.</a:t>
              </a:r>
              <a:r>
                <a:rPr lang="en-US" sz="1200" kern="0" dirty="0" err="1">
                  <a:solidFill>
                    <a:srgbClr val="009900"/>
                  </a:solidFill>
                  <a:latin typeface="Adobe Fan Heiti Std B" pitchFamily="34" charset="-128"/>
                  <a:ea typeface="Adobe Fan Heiti Std B" pitchFamily="34" charset="-128"/>
                </a:rPr>
                <a:t>sueldo</a:t>
              </a:r>
              <a:r>
                <a:rPr lang="en-US" sz="1200" kern="0" dirty="0">
                  <a:latin typeface="Adobe Fan Heiti Std B" pitchFamily="34" charset="-128"/>
                  <a:ea typeface="Adobe Fan Heiti Std B" pitchFamily="34" charset="-128"/>
                </a:rPr>
                <a:t> = </a:t>
              </a:r>
              <a:r>
                <a:rPr lang="en-US" sz="1200" kern="0" dirty="0" err="1">
                  <a:solidFill>
                    <a:srgbClr val="000000"/>
                  </a:solidFill>
                  <a:latin typeface="Adobe Fan Heiti Std B" pitchFamily="34" charset="-128"/>
                  <a:ea typeface="Adobe Fan Heiti Std B" pitchFamily="34" charset="-128"/>
                </a:rPr>
                <a:t>sueldo</a:t>
              </a:r>
              <a:r>
                <a:rPr lang="en-US" sz="1200" kern="0" dirty="0">
                  <a:latin typeface="Adobe Fan Heiti Std B" pitchFamily="34" charset="-128"/>
                  <a:ea typeface="Adobe Fan Heiti Std B" pitchFamily="34" charset="-128"/>
                </a:rPr>
                <a:t>;</a:t>
              </a:r>
            </a:p>
            <a:p>
              <a:pPr marL="0" indent="0">
                <a:buNone/>
              </a:pPr>
              <a:r>
                <a:rPr lang="en-US" sz="1200" kern="0" dirty="0">
                  <a:latin typeface="Adobe Fan Heiti Std B" pitchFamily="34" charset="-128"/>
                  <a:ea typeface="Adobe Fan Heiti Std B" pitchFamily="34" charset="-128"/>
                </a:rPr>
                <a:t>}</a:t>
              </a:r>
            </a:p>
            <a:p>
              <a:pPr marL="0" indent="0">
                <a:buNone/>
              </a:pPr>
              <a:r>
                <a:rPr lang="en-US" sz="1200" kern="0" dirty="0">
                  <a:latin typeface="Adobe Fan Heiti Std B" pitchFamily="34" charset="-128"/>
                  <a:ea typeface="Adobe Fan Heiti Std B" pitchFamily="34" charset="-128"/>
                </a:rPr>
                <a:t>...</a:t>
              </a:r>
            </a:p>
            <a:p>
              <a:pPr marL="0" indent="0">
                <a:buNone/>
              </a:pPr>
              <a:r>
                <a:rPr lang="en-US" sz="1400" kern="0" dirty="0">
                  <a:latin typeface="Adobe Fan Heiti Std B" pitchFamily="34" charset="-128"/>
                  <a:ea typeface="Adobe Fan Heiti Std B" pitchFamily="34" charset="-128"/>
                </a:rPr>
                <a:t>}</a:t>
              </a:r>
            </a:p>
          </p:txBody>
        </p:sp>
        <p:sp>
          <p:nvSpPr>
            <p:cNvPr id="104" name="103 CuadroTexto"/>
            <p:cNvSpPr txBox="1"/>
            <p:nvPr/>
          </p:nvSpPr>
          <p:spPr>
            <a:xfrm>
              <a:off x="5854363" y="1558207"/>
              <a:ext cx="1726955" cy="338554"/>
            </a:xfrm>
            <a:prstGeom prst="rect">
              <a:avLst/>
            </a:prstGeom>
            <a:noFill/>
          </p:spPr>
          <p:txBody>
            <a:bodyPr wrap="square" rtlCol="0">
              <a:spAutoFit/>
            </a:bodyPr>
            <a:lstStyle/>
            <a:p>
              <a:pPr algn="ctr"/>
              <a:r>
                <a:rPr lang="es-ES_tradnl" sz="1600" b="1" dirty="0">
                  <a:solidFill>
                    <a:srgbClr val="0070C0"/>
                  </a:solidFill>
                </a:rPr>
                <a:t>Empleado.java</a:t>
              </a:r>
            </a:p>
          </p:txBody>
        </p:sp>
      </p:grpSp>
      <p:sp>
        <p:nvSpPr>
          <p:cNvPr id="105" name="104 Flecha a la derecha con bandas"/>
          <p:cNvSpPr/>
          <p:nvPr/>
        </p:nvSpPr>
        <p:spPr bwMode="auto">
          <a:xfrm rot="16200000" flipV="1">
            <a:off x="6173213" y="4386838"/>
            <a:ext cx="689774" cy="523087"/>
          </a:xfrm>
          <a:prstGeom prst="striped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nvGrpSpPr>
          <p:cNvPr id="124" name="123 Grupo"/>
          <p:cNvGrpSpPr/>
          <p:nvPr/>
        </p:nvGrpSpPr>
        <p:grpSpPr>
          <a:xfrm>
            <a:off x="817327" y="5062722"/>
            <a:ext cx="3222312" cy="1308045"/>
            <a:chOff x="4499992" y="1956844"/>
            <a:chExt cx="3222312" cy="1308045"/>
          </a:xfrm>
        </p:grpSpPr>
        <p:sp>
          <p:nvSpPr>
            <p:cNvPr id="125" name="124 Rectángulo"/>
            <p:cNvSpPr/>
            <p:nvPr/>
          </p:nvSpPr>
          <p:spPr bwMode="auto">
            <a:xfrm>
              <a:off x="4499992" y="2204291"/>
              <a:ext cx="3222312" cy="1060598"/>
            </a:xfrm>
            <a:prstGeom prst="rect">
              <a:avLst/>
            </a:prstGeom>
            <a:solidFill>
              <a:srgbClr val="FF99FF"/>
            </a:solidFill>
            <a:ln w="28575" cap="flat" cmpd="sng" algn="ctr">
              <a:solidFill>
                <a:srgbClr val="FF0066"/>
              </a:solidFill>
              <a:prstDash val="solid"/>
              <a:round/>
              <a:headEnd type="none" w="med" len="med"/>
              <a:tailEnd type="none" w="med" len="med"/>
            </a:ln>
            <a:effectLst/>
          </p:spPr>
          <p:style>
            <a:lnRef idx="0">
              <a:scrgbClr r="0" g="0" b="0"/>
            </a:lnRef>
            <a:fillRef idx="1002">
              <a:schemeClr val="dk1"/>
            </a:fillRef>
            <a:effectRef idx="0">
              <a:scrgbClr r="0" g="0" b="0"/>
            </a:effectRef>
            <a:fontRef idx="major"/>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26" name="125 Trapecio"/>
            <p:cNvSpPr/>
            <p:nvPr/>
          </p:nvSpPr>
          <p:spPr bwMode="auto">
            <a:xfrm>
              <a:off x="4499993" y="2030236"/>
              <a:ext cx="1414983" cy="171356"/>
            </a:xfrm>
            <a:prstGeom prst="trapezoid">
              <a:avLst/>
            </a:prstGeom>
            <a:solidFill>
              <a:srgbClr val="FF99FF"/>
            </a:solidFill>
            <a:ln w="28575" cap="flat" cmpd="sng" algn="ctr">
              <a:solidFill>
                <a:srgbClr val="FF006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27" name="126 Rectángulo"/>
            <p:cNvSpPr/>
            <p:nvPr/>
          </p:nvSpPr>
          <p:spPr>
            <a:xfrm>
              <a:off x="4665547" y="1956844"/>
              <a:ext cx="1078154" cy="276999"/>
            </a:xfrm>
            <a:prstGeom prst="rect">
              <a:avLst/>
            </a:prstGeom>
          </p:spPr>
          <p:txBody>
            <a:bodyPr wrap="square">
              <a:spAutoFit/>
            </a:bodyPr>
            <a:lstStyle/>
            <a:p>
              <a:pPr algn="ctr"/>
              <a:r>
                <a:rPr lang="es-ES" sz="1200" b="1" dirty="0" err="1">
                  <a:solidFill>
                    <a:srgbClr val="FF3300"/>
                  </a:solidFill>
                </a:rPr>
                <a:t>classes</a:t>
              </a:r>
              <a:endParaRPr lang="es-ES" sz="1200" dirty="0">
                <a:solidFill>
                  <a:srgbClr val="FF3300"/>
                </a:solidFill>
              </a:endParaRPr>
            </a:p>
          </p:txBody>
        </p:sp>
        <p:grpSp>
          <p:nvGrpSpPr>
            <p:cNvPr id="128" name="127 Grupo"/>
            <p:cNvGrpSpPr/>
            <p:nvPr/>
          </p:nvGrpSpPr>
          <p:grpSpPr>
            <a:xfrm>
              <a:off x="4638660" y="2313059"/>
              <a:ext cx="1081717" cy="246221"/>
              <a:chOff x="1274996" y="1160548"/>
              <a:chExt cx="1753490" cy="506353"/>
            </a:xfrm>
          </p:grpSpPr>
          <p:sp>
            <p:nvSpPr>
              <p:cNvPr id="142" name="141 Trapecio"/>
              <p:cNvSpPr/>
              <p:nvPr/>
            </p:nvSpPr>
            <p:spPr bwMode="auto">
              <a:xfrm>
                <a:off x="1282803" y="1196752"/>
                <a:ext cx="1745682" cy="400010"/>
              </a:xfrm>
              <a:prstGeom prst="trapezoid">
                <a:avLst/>
              </a:prstGeom>
              <a:gradFill>
                <a:gsLst>
                  <a:gs pos="0">
                    <a:srgbClr val="FFFFCC"/>
                  </a:gs>
                  <a:gs pos="45000">
                    <a:srgbClr val="FFFFCC"/>
                  </a:gs>
                  <a:gs pos="100000">
                    <a:srgbClr val="FFFF00"/>
                  </a:gs>
                </a:gsLst>
                <a:lin ang="4200000" scaled="0"/>
              </a:gradFill>
              <a:ln w="28575" cap="flat" cmpd="sng" algn="ctr">
                <a:solidFill>
                  <a:srgbClr val="FF66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43" name="142 Rectángulo"/>
              <p:cNvSpPr/>
              <p:nvPr/>
            </p:nvSpPr>
            <p:spPr>
              <a:xfrm>
                <a:off x="1274996" y="1160548"/>
                <a:ext cx="1753490" cy="506353"/>
              </a:xfrm>
              <a:prstGeom prst="rect">
                <a:avLst/>
              </a:prstGeom>
            </p:spPr>
            <p:txBody>
              <a:bodyPr wrap="square">
                <a:spAutoFit/>
              </a:bodyPr>
              <a:lstStyle/>
              <a:p>
                <a:pPr algn="ctr"/>
                <a:r>
                  <a:rPr lang="es-ES" sz="1000" b="1" dirty="0">
                    <a:solidFill>
                      <a:srgbClr val="FF6600"/>
                    </a:solidFill>
                  </a:rPr>
                  <a:t>paquete</a:t>
                </a:r>
                <a:endParaRPr lang="es-ES" sz="1000" dirty="0">
                  <a:solidFill>
                    <a:srgbClr val="FF0000"/>
                  </a:solidFill>
                </a:endParaRPr>
              </a:p>
            </p:txBody>
          </p:sp>
        </p:grpSp>
        <p:sp>
          <p:nvSpPr>
            <p:cNvPr id="129" name="128 Rectángulo"/>
            <p:cNvSpPr/>
            <p:nvPr/>
          </p:nvSpPr>
          <p:spPr bwMode="auto">
            <a:xfrm>
              <a:off x="4643476" y="2525176"/>
              <a:ext cx="2862804" cy="621871"/>
            </a:xfrm>
            <a:prstGeom prst="rect">
              <a:avLst/>
            </a:prstGeom>
            <a:gradFill flip="none" rotWithShape="1">
              <a:gsLst>
                <a:gs pos="0">
                  <a:srgbClr val="FFFFCC"/>
                </a:gs>
                <a:gs pos="64999">
                  <a:srgbClr val="FFFFCC"/>
                </a:gs>
                <a:gs pos="100000">
                  <a:srgbClr val="FFFF00"/>
                </a:gs>
              </a:gsLst>
              <a:lin ang="5400000" scaled="0"/>
              <a:tileRect l="-100000" t="-100000"/>
            </a:gradFill>
            <a:ln w="28575" cap="flat" cmpd="sng" algn="ctr">
              <a:solidFill>
                <a:srgbClr val="FF6600"/>
              </a:solidFill>
              <a:prstDash val="solid"/>
              <a:round/>
              <a:headEnd type="none" w="med" len="med"/>
              <a:tailEnd type="none" w="med" len="med"/>
            </a:ln>
            <a:effectLst/>
          </p:spPr>
          <p:style>
            <a:lnRef idx="0">
              <a:scrgbClr r="0" g="0" b="0"/>
            </a:lnRef>
            <a:fillRef idx="1002">
              <a:schemeClr val="dk1"/>
            </a:fillRef>
            <a:effectRef idx="0">
              <a:scrgbClr r="0" g="0" b="0"/>
            </a:effectRef>
            <a:fontRef idx="major"/>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31" name="130 CuadroTexto"/>
            <p:cNvSpPr txBox="1"/>
            <p:nvPr/>
          </p:nvSpPr>
          <p:spPr>
            <a:xfrm>
              <a:off x="4714041" y="2659045"/>
              <a:ext cx="2388496" cy="338554"/>
            </a:xfrm>
            <a:prstGeom prst="rect">
              <a:avLst/>
            </a:prstGeom>
            <a:noFill/>
          </p:spPr>
          <p:txBody>
            <a:bodyPr wrap="square" rtlCol="0">
              <a:spAutoFit/>
            </a:bodyPr>
            <a:lstStyle/>
            <a:p>
              <a:pPr algn="ctr"/>
              <a:r>
                <a:rPr lang="es-ES_tradnl" sz="1600" b="1" dirty="0" err="1">
                  <a:solidFill>
                    <a:srgbClr val="0070C0"/>
                  </a:solidFill>
                </a:rPr>
                <a:t>Persona.class</a:t>
              </a:r>
              <a:endParaRPr lang="es-ES_tradnl" sz="1600" b="1" dirty="0">
                <a:solidFill>
                  <a:srgbClr val="0070C0"/>
                </a:solidFill>
              </a:endParaRPr>
            </a:p>
          </p:txBody>
        </p:sp>
      </p:grpSp>
      <p:grpSp>
        <p:nvGrpSpPr>
          <p:cNvPr id="144" name="143 Grupo"/>
          <p:cNvGrpSpPr/>
          <p:nvPr/>
        </p:nvGrpSpPr>
        <p:grpSpPr>
          <a:xfrm>
            <a:off x="5479729" y="5177354"/>
            <a:ext cx="2005900" cy="1233754"/>
            <a:chOff x="3617440" y="4067454"/>
            <a:chExt cx="2005900" cy="1233754"/>
          </a:xfrm>
        </p:grpSpPr>
        <p:pic>
          <p:nvPicPr>
            <p:cNvPr id="145" name="Picture 2" descr="C:\Users\Raúl\Desktop\Imágenes Presentación\Mimetypes-application-x-jar-icon.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80644" y="4205954"/>
              <a:ext cx="1095254" cy="1095254"/>
            </a:xfrm>
            <a:prstGeom prst="rect">
              <a:avLst/>
            </a:prstGeom>
            <a:noFill/>
            <a:extLst>
              <a:ext uri="{909E8E84-426E-40DD-AFC4-6F175D3DCCD1}">
                <a14:hiddenFill xmlns:a14="http://schemas.microsoft.com/office/drawing/2010/main">
                  <a:solidFill>
                    <a:srgbClr val="FFFFFF"/>
                  </a:solidFill>
                </a14:hiddenFill>
              </a:ext>
            </a:extLst>
          </p:spPr>
        </p:pic>
        <p:sp>
          <p:nvSpPr>
            <p:cNvPr id="146" name="145 CuadroTexto"/>
            <p:cNvSpPr txBox="1"/>
            <p:nvPr/>
          </p:nvSpPr>
          <p:spPr>
            <a:xfrm>
              <a:off x="3617440" y="4067454"/>
              <a:ext cx="2005900" cy="276999"/>
            </a:xfrm>
            <a:prstGeom prst="rect">
              <a:avLst/>
            </a:prstGeom>
            <a:noFill/>
          </p:spPr>
          <p:txBody>
            <a:bodyPr wrap="square" rtlCol="0">
              <a:spAutoFit/>
            </a:bodyPr>
            <a:lstStyle/>
            <a:p>
              <a:pPr algn="ctr"/>
              <a:r>
                <a:rPr lang="es-ES_tradnl" sz="1200" b="1" dirty="0">
                  <a:solidFill>
                    <a:srgbClr val="0070C0"/>
                  </a:solidFill>
                </a:rPr>
                <a:t>Persona.jar</a:t>
              </a:r>
            </a:p>
          </p:txBody>
        </p:sp>
      </p:grpSp>
    </p:spTree>
    <p:extLst>
      <p:ext uri="{BB962C8B-B14F-4D97-AF65-F5344CB8AC3E}">
        <p14:creationId xmlns:p14="http://schemas.microsoft.com/office/powerpoint/2010/main" val="753588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fade">
                                      <p:cBhvr>
                                        <p:cTn id="7" dur="500"/>
                                        <p:tgtEl>
                                          <p:spTgt spid="10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9"/>
                                        </p:tgtEl>
                                        <p:attrNameLst>
                                          <p:attrName>style.visibility</p:attrName>
                                        </p:attrNameLst>
                                      </p:cBhvr>
                                      <p:to>
                                        <p:strVal val="visible"/>
                                      </p:to>
                                    </p:set>
                                    <p:animEffect transition="in" filter="wipe(up)">
                                      <p:cBhvr>
                                        <p:cTn id="12" dur="500"/>
                                        <p:tgtEl>
                                          <p:spTgt spid="9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4"/>
                                        </p:tgtEl>
                                        <p:attrNameLst>
                                          <p:attrName>style.visibility</p:attrName>
                                        </p:attrNameLst>
                                      </p:cBhvr>
                                      <p:to>
                                        <p:strVal val="visible"/>
                                      </p:to>
                                    </p:set>
                                    <p:animEffect transition="in" filter="fade">
                                      <p:cBhvr>
                                        <p:cTn id="17" dur="500"/>
                                        <p:tgtEl>
                                          <p:spTgt spid="12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0"/>
                                        </p:tgtEl>
                                        <p:attrNameLst>
                                          <p:attrName>style.visibility</p:attrName>
                                        </p:attrNameLst>
                                      </p:cBhvr>
                                      <p:to>
                                        <p:strVal val="visible"/>
                                      </p:to>
                                    </p:set>
                                    <p:animEffect transition="in" filter="wipe(left)">
                                      <p:cBhvr>
                                        <p:cTn id="22" dur="500"/>
                                        <p:tgtEl>
                                          <p:spTgt spid="10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4"/>
                                        </p:tgtEl>
                                        <p:attrNameLst>
                                          <p:attrName>style.visibility</p:attrName>
                                        </p:attrNameLst>
                                      </p:cBhvr>
                                      <p:to>
                                        <p:strVal val="visible"/>
                                      </p:to>
                                    </p:set>
                                    <p:animEffect transition="in" filter="fade">
                                      <p:cBhvr>
                                        <p:cTn id="27" dur="500"/>
                                        <p:tgtEl>
                                          <p:spTgt spid="14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05"/>
                                        </p:tgtEl>
                                        <p:attrNameLst>
                                          <p:attrName>style.visibility</p:attrName>
                                        </p:attrNameLst>
                                      </p:cBhvr>
                                      <p:to>
                                        <p:strVal val="visible"/>
                                      </p:to>
                                    </p:set>
                                    <p:animEffect transition="in" filter="wipe(down)">
                                      <p:cBhvr>
                                        <p:cTn id="32" dur="500"/>
                                        <p:tgtEl>
                                          <p:spTgt spid="10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07"/>
                                        </p:tgtEl>
                                        <p:attrNameLst>
                                          <p:attrName>style.visibility</p:attrName>
                                        </p:attrNameLst>
                                      </p:cBhvr>
                                      <p:to>
                                        <p:strVal val="visible"/>
                                      </p:to>
                                    </p:set>
                                    <p:animEffect transition="in" filter="fade">
                                      <p:cBhvr>
                                        <p:cTn id="37" dur="500"/>
                                        <p:tgtEl>
                                          <p:spTgt spid="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100" grpId="0" animBg="1"/>
      <p:bldP spid="10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1 Título"/>
          <p:cNvSpPr>
            <a:spLocks noGrp="1"/>
          </p:cNvSpPr>
          <p:nvPr>
            <p:ph type="title"/>
          </p:nvPr>
        </p:nvSpPr>
        <p:spPr>
          <a:xfrm>
            <a:off x="723909" y="53975"/>
            <a:ext cx="7989515" cy="563563"/>
          </a:xfrm>
        </p:spPr>
        <p:txBody>
          <a:bodyPr/>
          <a:lstStyle/>
          <a:p>
            <a:r>
              <a:rPr lang="es-ES" dirty="0"/>
              <a:t>Es un…  </a:t>
            </a:r>
            <a:r>
              <a:rPr lang="es-ES" dirty="0">
                <a:solidFill>
                  <a:srgbClr val="FFFF00"/>
                </a:solidFill>
              </a:rPr>
              <a:t>vs</a:t>
            </a:r>
            <a:r>
              <a:rPr lang="es-ES" dirty="0"/>
              <a:t> Tiene un …</a:t>
            </a:r>
          </a:p>
        </p:txBody>
      </p:sp>
      <p:pic>
        <p:nvPicPr>
          <p:cNvPr id="3" name="2 Imagen"/>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91880" y="2080700"/>
            <a:ext cx="1521434" cy="2572436"/>
          </a:xfrm>
          <a:prstGeom prst="rect">
            <a:avLst/>
          </a:prstGeom>
        </p:spPr>
      </p:pic>
      <p:sp>
        <p:nvSpPr>
          <p:cNvPr id="4" name="3 Rectángulo"/>
          <p:cNvSpPr/>
          <p:nvPr/>
        </p:nvSpPr>
        <p:spPr>
          <a:xfrm>
            <a:off x="3780828" y="3108934"/>
            <a:ext cx="950901" cy="430887"/>
          </a:xfrm>
          <a:prstGeom prst="rect">
            <a:avLst/>
          </a:prstGeom>
        </p:spPr>
        <p:txBody>
          <a:bodyPr wrap="none">
            <a:spAutoFit/>
          </a:bodyPr>
          <a:lstStyle/>
          <a:p>
            <a:r>
              <a:rPr lang="es-ES" sz="2200" b="1" dirty="0">
                <a:solidFill>
                  <a:schemeClr val="bg1">
                    <a:lumMod val="85000"/>
                  </a:schemeClr>
                </a:solidFill>
                <a:latin typeface="DS-Digital" pitchFamily="2" charset="0"/>
              </a:rPr>
              <a:t>18:35</a:t>
            </a:r>
            <a:r>
              <a:rPr lang="es-ES" sz="1200" b="1" dirty="0">
                <a:solidFill>
                  <a:schemeClr val="bg1">
                    <a:lumMod val="85000"/>
                  </a:schemeClr>
                </a:solidFill>
                <a:latin typeface="DS-Digital" pitchFamily="2" charset="0"/>
              </a:rPr>
              <a:t>:23</a:t>
            </a:r>
          </a:p>
        </p:txBody>
      </p:sp>
      <p:grpSp>
        <p:nvGrpSpPr>
          <p:cNvPr id="7" name="6 Grupo"/>
          <p:cNvGrpSpPr/>
          <p:nvPr/>
        </p:nvGrpSpPr>
        <p:grpSpPr>
          <a:xfrm>
            <a:off x="3823345" y="3392996"/>
            <a:ext cx="881289" cy="307777"/>
            <a:chOff x="3751337" y="2019939"/>
            <a:chExt cx="881289" cy="307777"/>
          </a:xfrm>
        </p:grpSpPr>
        <p:sp>
          <p:nvSpPr>
            <p:cNvPr id="5" name="4 Rectángulo"/>
            <p:cNvSpPr/>
            <p:nvPr/>
          </p:nvSpPr>
          <p:spPr bwMode="auto">
            <a:xfrm>
              <a:off x="3751337" y="2027743"/>
              <a:ext cx="881289" cy="14400"/>
            </a:xfrm>
            <a:prstGeom prst="rect">
              <a:avLst/>
            </a:prstGeom>
            <a:solidFill>
              <a:schemeClr val="bg1">
                <a:lumMod val="8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 name="5 Rectángulo"/>
            <p:cNvSpPr/>
            <p:nvPr/>
          </p:nvSpPr>
          <p:spPr>
            <a:xfrm>
              <a:off x="3950084" y="2019939"/>
              <a:ext cx="590226" cy="307777"/>
            </a:xfrm>
            <a:prstGeom prst="rect">
              <a:avLst/>
            </a:prstGeom>
          </p:spPr>
          <p:txBody>
            <a:bodyPr wrap="none">
              <a:spAutoFit/>
            </a:bodyPr>
            <a:lstStyle/>
            <a:p>
              <a:r>
                <a:rPr lang="es-ES" sz="1400" b="1" dirty="0">
                  <a:solidFill>
                    <a:srgbClr val="FFDB69"/>
                  </a:solidFill>
                  <a:latin typeface="DS-Digital" pitchFamily="2" charset="0"/>
                </a:rPr>
                <a:t>07:00</a:t>
              </a:r>
              <a:endParaRPr lang="es-ES" sz="1400" dirty="0">
                <a:solidFill>
                  <a:srgbClr val="FFDB69"/>
                </a:solidFill>
              </a:endParaRPr>
            </a:p>
          </p:txBody>
        </p:sp>
        <p:pic>
          <p:nvPicPr>
            <p:cNvPr id="1026" name="Picture 2" descr="C:\Users\Raúl\Desktop\Reloj\campana-de-alarma-icono-5151-96.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51920" y="2120156"/>
              <a:ext cx="132828" cy="13282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 name="10 Grupo"/>
          <p:cNvGrpSpPr/>
          <p:nvPr/>
        </p:nvGrpSpPr>
        <p:grpSpPr>
          <a:xfrm>
            <a:off x="755576" y="908720"/>
            <a:ext cx="2388964" cy="2233875"/>
            <a:chOff x="755576" y="908720"/>
            <a:chExt cx="2388964" cy="2233875"/>
          </a:xfrm>
        </p:grpSpPr>
        <p:sp>
          <p:nvSpPr>
            <p:cNvPr id="12" name="11 Rectángulo"/>
            <p:cNvSpPr/>
            <p:nvPr/>
          </p:nvSpPr>
          <p:spPr>
            <a:xfrm>
              <a:off x="755576" y="1321832"/>
              <a:ext cx="2388964" cy="1820763"/>
            </a:xfrm>
            <a:prstGeom prst="rect">
              <a:avLst/>
            </a:prstGeom>
            <a:solidFill>
              <a:schemeClr val="accent1">
                <a:lumMod val="40000"/>
                <a:lumOff val="60000"/>
                <a:alpha val="90000"/>
              </a:schemeClr>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13" name="12 CuadroTexto"/>
            <p:cNvSpPr txBox="1"/>
            <p:nvPr/>
          </p:nvSpPr>
          <p:spPr>
            <a:xfrm>
              <a:off x="813282" y="908720"/>
              <a:ext cx="2331258" cy="384721"/>
            </a:xfrm>
            <a:prstGeom prst="rect">
              <a:avLst/>
            </a:prstGeom>
            <a:noFill/>
          </p:spPr>
          <p:txBody>
            <a:bodyPr wrap="square" rtlCol="0">
              <a:spAutoFit/>
            </a:bodyPr>
            <a:lstStyle/>
            <a:p>
              <a:pPr algn="ctr"/>
              <a:r>
                <a:rPr lang="es-ES" b="1" dirty="0">
                  <a:solidFill>
                    <a:schemeClr val="tx1">
                      <a:lumMod val="60000"/>
                      <a:lumOff val="40000"/>
                    </a:schemeClr>
                  </a:solidFill>
                </a:rPr>
                <a:t>Reloj</a:t>
              </a:r>
              <a:endParaRPr lang="es-ES" b="1" dirty="0"/>
            </a:p>
          </p:txBody>
        </p:sp>
      </p:grpSp>
      <p:sp>
        <p:nvSpPr>
          <p:cNvPr id="15" name="14 CuadroTexto"/>
          <p:cNvSpPr txBox="1"/>
          <p:nvPr/>
        </p:nvSpPr>
        <p:spPr>
          <a:xfrm>
            <a:off x="1030879" y="1375494"/>
            <a:ext cx="1596905" cy="830997"/>
          </a:xfrm>
          <a:prstGeom prst="rect">
            <a:avLst/>
          </a:prstGeom>
          <a:noFill/>
        </p:spPr>
        <p:txBody>
          <a:bodyPr wrap="square" rtlCol="0">
            <a:spAutoFit/>
          </a:bodyPr>
          <a:lstStyle/>
          <a:p>
            <a:r>
              <a:rPr lang="es-ES" sz="1600" b="1" dirty="0" err="1">
                <a:solidFill>
                  <a:schemeClr val="accent1"/>
                </a:solidFill>
              </a:rPr>
              <a:t>int</a:t>
            </a:r>
            <a:r>
              <a:rPr lang="es-ES" sz="1600" b="1" dirty="0">
                <a:solidFill>
                  <a:schemeClr val="accent4"/>
                </a:solidFill>
              </a:rPr>
              <a:t> hora</a:t>
            </a:r>
          </a:p>
          <a:p>
            <a:r>
              <a:rPr lang="es-ES" sz="1600" b="1" dirty="0" err="1">
                <a:solidFill>
                  <a:schemeClr val="accent1"/>
                </a:solidFill>
              </a:rPr>
              <a:t>int</a:t>
            </a:r>
            <a:r>
              <a:rPr lang="es-ES" sz="1600" b="1" dirty="0">
                <a:solidFill>
                  <a:schemeClr val="accent4"/>
                </a:solidFill>
              </a:rPr>
              <a:t> minuto</a:t>
            </a:r>
          </a:p>
          <a:p>
            <a:r>
              <a:rPr lang="es-ES" sz="1600" b="1" dirty="0" err="1">
                <a:solidFill>
                  <a:schemeClr val="accent1"/>
                </a:solidFill>
              </a:rPr>
              <a:t>int</a:t>
            </a:r>
            <a:r>
              <a:rPr lang="es-ES" sz="1600" b="1" dirty="0">
                <a:solidFill>
                  <a:schemeClr val="accent4"/>
                </a:solidFill>
              </a:rPr>
              <a:t> segundo</a:t>
            </a:r>
          </a:p>
        </p:txBody>
      </p:sp>
      <p:cxnSp>
        <p:nvCxnSpPr>
          <p:cNvPr id="9" name="8 Conector recto"/>
          <p:cNvCxnSpPr/>
          <p:nvPr/>
        </p:nvCxnSpPr>
        <p:spPr bwMode="auto">
          <a:xfrm>
            <a:off x="1016180" y="2246832"/>
            <a:ext cx="1840328" cy="0"/>
          </a:xfrm>
          <a:prstGeom prst="line">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9" name="18 CuadroTexto"/>
          <p:cNvSpPr txBox="1"/>
          <p:nvPr/>
        </p:nvSpPr>
        <p:spPr>
          <a:xfrm>
            <a:off x="1030879" y="2311598"/>
            <a:ext cx="2113661" cy="830997"/>
          </a:xfrm>
          <a:prstGeom prst="rect">
            <a:avLst/>
          </a:prstGeom>
          <a:noFill/>
        </p:spPr>
        <p:txBody>
          <a:bodyPr wrap="square" rtlCol="0">
            <a:spAutoFit/>
          </a:bodyPr>
          <a:lstStyle/>
          <a:p>
            <a:r>
              <a:rPr lang="es-ES" sz="1600" b="1" dirty="0" err="1">
                <a:solidFill>
                  <a:srgbClr val="FF0000"/>
                </a:solidFill>
              </a:rPr>
              <a:t>setTime</a:t>
            </a:r>
            <a:r>
              <a:rPr lang="es-ES" sz="1600" b="1" dirty="0">
                <a:solidFill>
                  <a:srgbClr val="FF0000"/>
                </a:solidFill>
              </a:rPr>
              <a:t> (</a:t>
            </a:r>
            <a:r>
              <a:rPr lang="es-ES" sz="1600" b="1" dirty="0">
                <a:solidFill>
                  <a:schemeClr val="accent1"/>
                </a:solidFill>
              </a:rPr>
              <a:t>h, m, s</a:t>
            </a:r>
            <a:r>
              <a:rPr lang="es-ES" sz="1600" b="1" dirty="0">
                <a:solidFill>
                  <a:srgbClr val="FF0000"/>
                </a:solidFill>
              </a:rPr>
              <a:t>)</a:t>
            </a:r>
          </a:p>
          <a:p>
            <a:r>
              <a:rPr lang="es-ES" sz="1600" b="1" dirty="0" err="1">
                <a:solidFill>
                  <a:srgbClr val="FF0000"/>
                </a:solidFill>
              </a:rPr>
              <a:t>display</a:t>
            </a:r>
            <a:r>
              <a:rPr lang="es-ES" sz="1600" b="1" dirty="0">
                <a:solidFill>
                  <a:srgbClr val="FF0000"/>
                </a:solidFill>
              </a:rPr>
              <a:t>( )</a:t>
            </a:r>
          </a:p>
          <a:p>
            <a:r>
              <a:rPr lang="es-ES" sz="1600" b="1" dirty="0">
                <a:solidFill>
                  <a:srgbClr val="FF0000"/>
                </a:solidFill>
              </a:rPr>
              <a:t>tictac( )</a:t>
            </a:r>
          </a:p>
        </p:txBody>
      </p:sp>
      <p:grpSp>
        <p:nvGrpSpPr>
          <p:cNvPr id="17" name="16 Grupo"/>
          <p:cNvGrpSpPr/>
          <p:nvPr/>
        </p:nvGrpSpPr>
        <p:grpSpPr>
          <a:xfrm>
            <a:off x="755576" y="3400937"/>
            <a:ext cx="2395122" cy="2573807"/>
            <a:chOff x="755576" y="3400937"/>
            <a:chExt cx="2395122" cy="2573807"/>
          </a:xfrm>
        </p:grpSpPr>
        <p:sp>
          <p:nvSpPr>
            <p:cNvPr id="28" name="27 Rectángulo"/>
            <p:cNvSpPr/>
            <p:nvPr/>
          </p:nvSpPr>
          <p:spPr>
            <a:xfrm>
              <a:off x="761734" y="4153981"/>
              <a:ext cx="2388964" cy="1820763"/>
            </a:xfrm>
            <a:prstGeom prst="rect">
              <a:avLst/>
            </a:prstGeom>
            <a:solidFill>
              <a:schemeClr val="accent1">
                <a:lumMod val="40000"/>
                <a:lumOff val="60000"/>
                <a:alpha val="90000"/>
              </a:schemeClr>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22" name="21 CuadroTexto"/>
            <p:cNvSpPr txBox="1"/>
            <p:nvPr/>
          </p:nvSpPr>
          <p:spPr>
            <a:xfrm>
              <a:off x="755576" y="3400937"/>
              <a:ext cx="2395121" cy="384721"/>
            </a:xfrm>
            <a:prstGeom prst="rect">
              <a:avLst/>
            </a:prstGeom>
            <a:noFill/>
          </p:spPr>
          <p:txBody>
            <a:bodyPr wrap="square" rtlCol="0">
              <a:spAutoFit/>
            </a:bodyPr>
            <a:lstStyle/>
            <a:p>
              <a:pPr algn="ctr"/>
              <a:r>
                <a:rPr lang="es-ES" b="1" dirty="0">
                  <a:solidFill>
                    <a:schemeClr val="tx1">
                      <a:lumMod val="60000"/>
                      <a:lumOff val="40000"/>
                    </a:schemeClr>
                  </a:solidFill>
                </a:rPr>
                <a:t>Reloj-Alarma</a:t>
              </a:r>
              <a:endParaRPr lang="es-ES" b="1" dirty="0"/>
            </a:p>
          </p:txBody>
        </p:sp>
      </p:grpSp>
      <p:cxnSp>
        <p:nvCxnSpPr>
          <p:cNvPr id="24" name="23 Conector recto"/>
          <p:cNvCxnSpPr/>
          <p:nvPr/>
        </p:nvCxnSpPr>
        <p:spPr bwMode="auto">
          <a:xfrm>
            <a:off x="986115" y="5064363"/>
            <a:ext cx="1840328" cy="0"/>
          </a:xfrm>
          <a:prstGeom prst="line">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6" name="25 CuadroTexto"/>
          <p:cNvSpPr txBox="1"/>
          <p:nvPr/>
        </p:nvSpPr>
        <p:spPr>
          <a:xfrm>
            <a:off x="958350" y="4276885"/>
            <a:ext cx="1999409" cy="584775"/>
          </a:xfrm>
          <a:prstGeom prst="rect">
            <a:avLst/>
          </a:prstGeom>
          <a:noFill/>
        </p:spPr>
        <p:txBody>
          <a:bodyPr wrap="square" rtlCol="0">
            <a:spAutoFit/>
          </a:bodyPr>
          <a:lstStyle/>
          <a:p>
            <a:r>
              <a:rPr lang="es-ES" sz="1600" b="1" dirty="0" err="1">
                <a:solidFill>
                  <a:schemeClr val="accent1"/>
                </a:solidFill>
              </a:rPr>
              <a:t>int</a:t>
            </a:r>
            <a:r>
              <a:rPr lang="es-ES" sz="1600" b="1" dirty="0">
                <a:solidFill>
                  <a:schemeClr val="accent4"/>
                </a:solidFill>
              </a:rPr>
              <a:t> </a:t>
            </a:r>
            <a:r>
              <a:rPr lang="es-ES" sz="1600" b="1" dirty="0" err="1"/>
              <a:t>horaAlarma</a:t>
            </a:r>
            <a:endParaRPr lang="es-ES" sz="1600" b="1" dirty="0"/>
          </a:p>
          <a:p>
            <a:r>
              <a:rPr lang="es-ES" sz="1600" b="1" dirty="0" err="1">
                <a:solidFill>
                  <a:schemeClr val="accent1"/>
                </a:solidFill>
              </a:rPr>
              <a:t>int</a:t>
            </a:r>
            <a:r>
              <a:rPr lang="es-ES" sz="1600" b="1" dirty="0">
                <a:solidFill>
                  <a:schemeClr val="accent4"/>
                </a:solidFill>
              </a:rPr>
              <a:t> </a:t>
            </a:r>
            <a:r>
              <a:rPr lang="es-ES" sz="1600" b="1" dirty="0" err="1"/>
              <a:t>minutoAlarma</a:t>
            </a:r>
            <a:endParaRPr lang="es-ES" sz="1600" b="1" dirty="0"/>
          </a:p>
        </p:txBody>
      </p:sp>
      <p:sp>
        <p:nvSpPr>
          <p:cNvPr id="27" name="26 CuadroTexto"/>
          <p:cNvSpPr txBox="1"/>
          <p:nvPr/>
        </p:nvSpPr>
        <p:spPr>
          <a:xfrm>
            <a:off x="783908" y="3733044"/>
            <a:ext cx="2331258" cy="384721"/>
          </a:xfrm>
          <a:prstGeom prst="rect">
            <a:avLst/>
          </a:prstGeom>
          <a:noFill/>
        </p:spPr>
        <p:txBody>
          <a:bodyPr wrap="square" rtlCol="0">
            <a:spAutoFit/>
          </a:bodyPr>
          <a:lstStyle/>
          <a:p>
            <a:pPr algn="ctr"/>
            <a:r>
              <a:rPr lang="es-ES" b="1" dirty="0" err="1">
                <a:solidFill>
                  <a:srgbClr val="FFC000"/>
                </a:solidFill>
              </a:rPr>
              <a:t>extends</a:t>
            </a:r>
            <a:r>
              <a:rPr lang="es-ES" b="1" dirty="0">
                <a:solidFill>
                  <a:schemeClr val="tx1">
                    <a:lumMod val="60000"/>
                    <a:lumOff val="40000"/>
                  </a:schemeClr>
                </a:solidFill>
              </a:rPr>
              <a:t> Reloj</a:t>
            </a:r>
            <a:endParaRPr lang="es-ES" b="1" dirty="0"/>
          </a:p>
        </p:txBody>
      </p:sp>
      <p:sp>
        <p:nvSpPr>
          <p:cNvPr id="29" name="28 CuadroTexto"/>
          <p:cNvSpPr txBox="1"/>
          <p:nvPr/>
        </p:nvSpPr>
        <p:spPr>
          <a:xfrm>
            <a:off x="1021310" y="5192426"/>
            <a:ext cx="2113661" cy="584775"/>
          </a:xfrm>
          <a:prstGeom prst="rect">
            <a:avLst/>
          </a:prstGeom>
          <a:noFill/>
        </p:spPr>
        <p:txBody>
          <a:bodyPr wrap="square" rtlCol="0">
            <a:spAutoFit/>
          </a:bodyPr>
          <a:lstStyle/>
          <a:p>
            <a:r>
              <a:rPr lang="es-ES" sz="1600" b="1" dirty="0" err="1">
                <a:solidFill>
                  <a:srgbClr val="FF0000"/>
                </a:solidFill>
              </a:rPr>
              <a:t>setAlarm</a:t>
            </a:r>
            <a:r>
              <a:rPr lang="es-ES" sz="1600" b="1" dirty="0">
                <a:solidFill>
                  <a:srgbClr val="FF0000"/>
                </a:solidFill>
              </a:rPr>
              <a:t>(</a:t>
            </a:r>
            <a:r>
              <a:rPr lang="es-ES" sz="1600" b="1" dirty="0">
                <a:solidFill>
                  <a:schemeClr val="accent1"/>
                </a:solidFill>
              </a:rPr>
              <a:t>h, m</a:t>
            </a:r>
            <a:r>
              <a:rPr lang="es-ES" sz="1600" b="1" dirty="0">
                <a:solidFill>
                  <a:srgbClr val="FF0000"/>
                </a:solidFill>
              </a:rPr>
              <a:t>)</a:t>
            </a:r>
          </a:p>
          <a:p>
            <a:r>
              <a:rPr lang="es-ES" sz="1600" b="1" dirty="0">
                <a:solidFill>
                  <a:srgbClr val="FF0000"/>
                </a:solidFill>
              </a:rPr>
              <a:t>tictac( )</a:t>
            </a:r>
          </a:p>
        </p:txBody>
      </p:sp>
      <p:grpSp>
        <p:nvGrpSpPr>
          <p:cNvPr id="18" name="17 Grupo"/>
          <p:cNvGrpSpPr/>
          <p:nvPr/>
        </p:nvGrpSpPr>
        <p:grpSpPr>
          <a:xfrm>
            <a:off x="5220072" y="1052736"/>
            <a:ext cx="3168352" cy="4922007"/>
            <a:chOff x="5220072" y="1052736"/>
            <a:chExt cx="3168352" cy="4922007"/>
          </a:xfrm>
        </p:grpSpPr>
        <p:sp>
          <p:nvSpPr>
            <p:cNvPr id="30" name="29 Rectángulo"/>
            <p:cNvSpPr/>
            <p:nvPr/>
          </p:nvSpPr>
          <p:spPr>
            <a:xfrm>
              <a:off x="5257897" y="1437456"/>
              <a:ext cx="3130527" cy="4537287"/>
            </a:xfrm>
            <a:prstGeom prst="rect">
              <a:avLst/>
            </a:prstGeom>
            <a:solidFill>
              <a:schemeClr val="accent1">
                <a:lumMod val="40000"/>
                <a:lumOff val="60000"/>
                <a:alpha val="90000"/>
              </a:schemeClr>
            </a:solidFill>
            <a:scene3d>
              <a:camera prst="orthographicFront">
                <a:rot lat="0" lon="0" rev="0"/>
              </a:camera>
              <a:lightRig rig="contrasting" dir="t">
                <a:rot lat="0" lon="0" rev="1200000"/>
              </a:lightRig>
            </a:scene3d>
            <a:sp3d contourW="19050" prstMaterial="metal">
              <a:bevelT w="88900" h="203200"/>
              <a:bevelB w="165100" h="254000"/>
            </a:sp3d>
          </p:spPr>
          <p:style>
            <a:lnRef idx="0">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31" name="30 CuadroTexto"/>
            <p:cNvSpPr txBox="1"/>
            <p:nvPr/>
          </p:nvSpPr>
          <p:spPr>
            <a:xfrm>
              <a:off x="5220072" y="1052736"/>
              <a:ext cx="3168351" cy="384721"/>
            </a:xfrm>
            <a:prstGeom prst="rect">
              <a:avLst/>
            </a:prstGeom>
            <a:noFill/>
          </p:spPr>
          <p:txBody>
            <a:bodyPr wrap="square" rtlCol="0">
              <a:spAutoFit/>
            </a:bodyPr>
            <a:lstStyle/>
            <a:p>
              <a:pPr algn="ctr"/>
              <a:r>
                <a:rPr lang="es-ES" b="1" dirty="0">
                  <a:solidFill>
                    <a:schemeClr val="tx1">
                      <a:lumMod val="60000"/>
                      <a:lumOff val="40000"/>
                    </a:schemeClr>
                  </a:solidFill>
                </a:rPr>
                <a:t>Reloj-Alarma</a:t>
              </a:r>
              <a:endParaRPr lang="es-ES" b="1" dirty="0"/>
            </a:p>
          </p:txBody>
        </p:sp>
      </p:grpSp>
      <p:cxnSp>
        <p:nvCxnSpPr>
          <p:cNvPr id="32" name="31 Conector recto"/>
          <p:cNvCxnSpPr/>
          <p:nvPr/>
        </p:nvCxnSpPr>
        <p:spPr bwMode="auto">
          <a:xfrm>
            <a:off x="5482279" y="2564904"/>
            <a:ext cx="1840328" cy="0"/>
          </a:xfrm>
          <a:prstGeom prst="line">
            <a:avLst/>
          </a:prstGeom>
          <a:ln>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3" name="32 CuadroTexto"/>
          <p:cNvSpPr txBox="1"/>
          <p:nvPr/>
        </p:nvSpPr>
        <p:spPr>
          <a:xfrm>
            <a:off x="5454513" y="1628800"/>
            <a:ext cx="2357847" cy="830997"/>
          </a:xfrm>
          <a:prstGeom prst="rect">
            <a:avLst/>
          </a:prstGeom>
          <a:noFill/>
        </p:spPr>
        <p:txBody>
          <a:bodyPr wrap="square" rtlCol="0">
            <a:spAutoFit/>
          </a:bodyPr>
          <a:lstStyle/>
          <a:p>
            <a:r>
              <a:rPr lang="es-ES" sz="1600" b="1" dirty="0">
                <a:solidFill>
                  <a:schemeClr val="accent1"/>
                </a:solidFill>
              </a:rPr>
              <a:t>Reloj</a:t>
            </a:r>
            <a:r>
              <a:rPr lang="es-ES" sz="1600" b="1" dirty="0">
                <a:solidFill>
                  <a:schemeClr val="accent4"/>
                </a:solidFill>
              </a:rPr>
              <a:t> reloj</a:t>
            </a:r>
          </a:p>
          <a:p>
            <a:r>
              <a:rPr lang="es-ES" sz="1600" b="1" dirty="0" err="1">
                <a:solidFill>
                  <a:schemeClr val="accent1"/>
                </a:solidFill>
              </a:rPr>
              <a:t>int</a:t>
            </a:r>
            <a:r>
              <a:rPr lang="es-ES" sz="1600" b="1" dirty="0">
                <a:solidFill>
                  <a:schemeClr val="accent4"/>
                </a:solidFill>
              </a:rPr>
              <a:t> </a:t>
            </a:r>
            <a:r>
              <a:rPr lang="es-ES" sz="1600" b="1" dirty="0" err="1"/>
              <a:t>horaAlarma</a:t>
            </a:r>
            <a:endParaRPr lang="es-ES" sz="1600" b="1" dirty="0"/>
          </a:p>
          <a:p>
            <a:r>
              <a:rPr lang="es-ES" sz="1600" b="1" dirty="0" err="1">
                <a:solidFill>
                  <a:schemeClr val="accent1"/>
                </a:solidFill>
              </a:rPr>
              <a:t>int</a:t>
            </a:r>
            <a:r>
              <a:rPr lang="es-ES" sz="1600" b="1" dirty="0">
                <a:solidFill>
                  <a:schemeClr val="accent4"/>
                </a:solidFill>
              </a:rPr>
              <a:t> </a:t>
            </a:r>
            <a:r>
              <a:rPr lang="es-ES" sz="1600" b="1" dirty="0" err="1"/>
              <a:t>minutoAlarma</a:t>
            </a:r>
            <a:endParaRPr lang="es-ES" sz="1600" b="1" dirty="0"/>
          </a:p>
        </p:txBody>
      </p:sp>
      <p:sp>
        <p:nvSpPr>
          <p:cNvPr id="35" name="34 CuadroTexto"/>
          <p:cNvSpPr txBox="1"/>
          <p:nvPr/>
        </p:nvSpPr>
        <p:spPr>
          <a:xfrm>
            <a:off x="5517474" y="2708920"/>
            <a:ext cx="2809955" cy="3293209"/>
          </a:xfrm>
          <a:prstGeom prst="rect">
            <a:avLst/>
          </a:prstGeom>
          <a:noFill/>
        </p:spPr>
        <p:txBody>
          <a:bodyPr wrap="square" rtlCol="0">
            <a:spAutoFit/>
          </a:bodyPr>
          <a:lstStyle/>
          <a:p>
            <a:r>
              <a:rPr lang="es-ES" sz="1600" b="1" dirty="0" err="1">
                <a:solidFill>
                  <a:srgbClr val="FF0000"/>
                </a:solidFill>
              </a:rPr>
              <a:t>setTime</a:t>
            </a:r>
            <a:r>
              <a:rPr lang="es-ES" sz="1600" b="1" dirty="0">
                <a:solidFill>
                  <a:srgbClr val="FF0000"/>
                </a:solidFill>
              </a:rPr>
              <a:t> (</a:t>
            </a:r>
            <a:r>
              <a:rPr lang="es-ES" sz="1600" b="1" dirty="0">
                <a:solidFill>
                  <a:schemeClr val="accent1"/>
                </a:solidFill>
              </a:rPr>
              <a:t>h, m, s</a:t>
            </a:r>
            <a:r>
              <a:rPr lang="es-ES" sz="1600" b="1" dirty="0">
                <a:solidFill>
                  <a:srgbClr val="FF0000"/>
                </a:solidFill>
              </a:rPr>
              <a:t>) </a:t>
            </a:r>
            <a:r>
              <a:rPr lang="es-ES" sz="1600" b="1" dirty="0"/>
              <a:t>{</a:t>
            </a:r>
          </a:p>
          <a:p>
            <a:r>
              <a:rPr lang="es-ES" sz="1600" b="1" dirty="0">
                <a:solidFill>
                  <a:srgbClr val="FF0000"/>
                </a:solidFill>
              </a:rPr>
              <a:t>    </a:t>
            </a:r>
            <a:r>
              <a:rPr lang="es-ES" sz="1600" b="1" dirty="0" err="1"/>
              <a:t>reloj.</a:t>
            </a:r>
            <a:r>
              <a:rPr lang="es-ES" sz="1600" b="1" dirty="0" err="1">
                <a:solidFill>
                  <a:srgbClr val="FF0000"/>
                </a:solidFill>
              </a:rPr>
              <a:t>setTime</a:t>
            </a:r>
            <a:r>
              <a:rPr lang="es-ES" sz="1600" b="1" dirty="0">
                <a:solidFill>
                  <a:srgbClr val="FF0000"/>
                </a:solidFill>
              </a:rPr>
              <a:t> (</a:t>
            </a:r>
            <a:r>
              <a:rPr lang="es-ES" sz="1600" b="1" dirty="0">
                <a:solidFill>
                  <a:schemeClr val="accent1"/>
                </a:solidFill>
              </a:rPr>
              <a:t>h, m, s</a:t>
            </a:r>
            <a:r>
              <a:rPr lang="es-ES" sz="1600" b="1" dirty="0">
                <a:solidFill>
                  <a:srgbClr val="FF0000"/>
                </a:solidFill>
              </a:rPr>
              <a:t>) </a:t>
            </a:r>
          </a:p>
          <a:p>
            <a:r>
              <a:rPr lang="es-ES" sz="1600" b="1" dirty="0"/>
              <a:t>}</a:t>
            </a:r>
          </a:p>
          <a:p>
            <a:r>
              <a:rPr lang="es-ES" sz="1600" b="1" dirty="0" err="1">
                <a:solidFill>
                  <a:srgbClr val="FF0000"/>
                </a:solidFill>
              </a:rPr>
              <a:t>display</a:t>
            </a:r>
            <a:r>
              <a:rPr lang="es-ES" sz="1600" b="1" dirty="0">
                <a:solidFill>
                  <a:srgbClr val="FF0000"/>
                </a:solidFill>
              </a:rPr>
              <a:t>( ) </a:t>
            </a:r>
            <a:r>
              <a:rPr lang="es-ES" sz="1600" b="1" dirty="0"/>
              <a:t>{</a:t>
            </a:r>
          </a:p>
          <a:p>
            <a:r>
              <a:rPr lang="es-ES" sz="1600" b="1" dirty="0"/>
              <a:t>    </a:t>
            </a:r>
            <a:r>
              <a:rPr lang="es-ES" sz="1600" b="1" dirty="0" err="1"/>
              <a:t>reloj.</a:t>
            </a:r>
            <a:r>
              <a:rPr lang="es-ES" sz="1600" b="1" dirty="0" err="1">
                <a:solidFill>
                  <a:srgbClr val="FF0000"/>
                </a:solidFill>
              </a:rPr>
              <a:t>display</a:t>
            </a:r>
            <a:r>
              <a:rPr lang="es-ES" sz="1600" b="1" dirty="0">
                <a:solidFill>
                  <a:srgbClr val="FF0000"/>
                </a:solidFill>
              </a:rPr>
              <a:t> () </a:t>
            </a:r>
          </a:p>
          <a:p>
            <a:r>
              <a:rPr lang="es-ES" sz="1600" b="1" dirty="0"/>
              <a:t>}</a:t>
            </a:r>
          </a:p>
          <a:p>
            <a:endParaRPr lang="es-ES" sz="1600" b="1" dirty="0">
              <a:solidFill>
                <a:srgbClr val="FF0000"/>
              </a:solidFill>
            </a:endParaRPr>
          </a:p>
          <a:p>
            <a:r>
              <a:rPr lang="es-ES" sz="1600" b="1" dirty="0" err="1">
                <a:solidFill>
                  <a:srgbClr val="FF0000"/>
                </a:solidFill>
              </a:rPr>
              <a:t>setAlarm</a:t>
            </a:r>
            <a:r>
              <a:rPr lang="es-ES" sz="1600" b="1" dirty="0">
                <a:solidFill>
                  <a:srgbClr val="FF0000"/>
                </a:solidFill>
              </a:rPr>
              <a:t>(</a:t>
            </a:r>
            <a:r>
              <a:rPr lang="es-ES" sz="1600" b="1" dirty="0">
                <a:solidFill>
                  <a:schemeClr val="accent1"/>
                </a:solidFill>
              </a:rPr>
              <a:t>h, m</a:t>
            </a:r>
            <a:r>
              <a:rPr lang="es-ES" sz="1600" b="1" dirty="0">
                <a:solidFill>
                  <a:srgbClr val="FF0000"/>
                </a:solidFill>
              </a:rPr>
              <a:t>)</a:t>
            </a:r>
          </a:p>
          <a:p>
            <a:endParaRPr lang="es-ES" sz="1600" b="1" dirty="0">
              <a:solidFill>
                <a:srgbClr val="FF0000"/>
              </a:solidFill>
            </a:endParaRPr>
          </a:p>
          <a:p>
            <a:r>
              <a:rPr lang="es-ES" sz="1600" b="1" dirty="0">
                <a:solidFill>
                  <a:srgbClr val="FF0000"/>
                </a:solidFill>
              </a:rPr>
              <a:t>tictac( ) </a:t>
            </a:r>
            <a:r>
              <a:rPr lang="es-ES" sz="1600" b="1" dirty="0"/>
              <a:t>{</a:t>
            </a:r>
          </a:p>
          <a:p>
            <a:r>
              <a:rPr lang="es-ES" sz="1600" b="1" dirty="0"/>
              <a:t>    </a:t>
            </a:r>
            <a:r>
              <a:rPr lang="es-ES" sz="1600" b="1" dirty="0" err="1"/>
              <a:t>reloj.</a:t>
            </a:r>
            <a:r>
              <a:rPr lang="es-ES" sz="1600" b="1" dirty="0" err="1">
                <a:solidFill>
                  <a:srgbClr val="FF0000"/>
                </a:solidFill>
              </a:rPr>
              <a:t>tictac</a:t>
            </a:r>
            <a:r>
              <a:rPr lang="es-ES" sz="1600" b="1" dirty="0">
                <a:solidFill>
                  <a:srgbClr val="FF0000"/>
                </a:solidFill>
              </a:rPr>
              <a:t> ( )</a:t>
            </a:r>
          </a:p>
          <a:p>
            <a:r>
              <a:rPr lang="es-ES" sz="1600" b="1" dirty="0">
                <a:solidFill>
                  <a:srgbClr val="FF0000"/>
                </a:solidFill>
              </a:rPr>
              <a:t>    …</a:t>
            </a:r>
            <a:endParaRPr lang="es-ES" sz="1600" b="1" dirty="0"/>
          </a:p>
          <a:p>
            <a:r>
              <a:rPr lang="es-ES" sz="1600" b="1" dirty="0"/>
              <a:t>}</a:t>
            </a:r>
          </a:p>
        </p:txBody>
      </p:sp>
      <p:sp>
        <p:nvSpPr>
          <p:cNvPr id="36" name="35 CuadroTexto"/>
          <p:cNvSpPr txBox="1"/>
          <p:nvPr/>
        </p:nvSpPr>
        <p:spPr>
          <a:xfrm>
            <a:off x="454844" y="6007841"/>
            <a:ext cx="3037036" cy="461665"/>
          </a:xfrm>
          <a:prstGeom prst="rect">
            <a:avLst/>
          </a:prstGeom>
          <a:noFill/>
        </p:spPr>
        <p:txBody>
          <a:bodyPr wrap="square" rtlCol="0">
            <a:spAutoFit/>
          </a:bodyPr>
          <a:lstStyle/>
          <a:p>
            <a:pPr algn="ctr"/>
            <a:r>
              <a:rPr lang="es-ES" sz="1800" b="1" i="1" dirty="0">
                <a:solidFill>
                  <a:schemeClr val="tx1">
                    <a:lumMod val="60000"/>
                    <a:lumOff val="40000"/>
                  </a:schemeClr>
                </a:solidFill>
              </a:rPr>
              <a:t>Reloj-Alarma </a:t>
            </a:r>
            <a:r>
              <a:rPr lang="es-ES" sz="2400" b="1" i="1" dirty="0">
                <a:solidFill>
                  <a:srgbClr val="00B050"/>
                </a:solidFill>
                <a:latin typeface="Script MT Bold" pitchFamily="66" charset="0"/>
              </a:rPr>
              <a:t>es un reloj</a:t>
            </a:r>
          </a:p>
        </p:txBody>
      </p:sp>
      <p:sp>
        <p:nvSpPr>
          <p:cNvPr id="37" name="36 CuadroTexto"/>
          <p:cNvSpPr txBox="1"/>
          <p:nvPr/>
        </p:nvSpPr>
        <p:spPr>
          <a:xfrm>
            <a:off x="5140697" y="6014102"/>
            <a:ext cx="3257622" cy="461665"/>
          </a:xfrm>
          <a:prstGeom prst="rect">
            <a:avLst/>
          </a:prstGeom>
          <a:noFill/>
        </p:spPr>
        <p:txBody>
          <a:bodyPr wrap="none" rtlCol="0">
            <a:spAutoFit/>
          </a:bodyPr>
          <a:lstStyle/>
          <a:p>
            <a:pPr algn="ctr"/>
            <a:r>
              <a:rPr lang="es-ES" sz="1800" b="1" i="1" dirty="0">
                <a:solidFill>
                  <a:schemeClr val="tx1">
                    <a:lumMod val="60000"/>
                    <a:lumOff val="40000"/>
                  </a:schemeClr>
                </a:solidFill>
              </a:rPr>
              <a:t>Reloj-Alarma</a:t>
            </a:r>
            <a:r>
              <a:rPr lang="es-ES" sz="2400" b="1" i="1" dirty="0">
                <a:solidFill>
                  <a:schemeClr val="tx1">
                    <a:lumMod val="60000"/>
                    <a:lumOff val="40000"/>
                  </a:schemeClr>
                </a:solidFill>
              </a:rPr>
              <a:t> </a:t>
            </a:r>
            <a:r>
              <a:rPr lang="es-ES" sz="2400" b="1" i="1" dirty="0">
                <a:solidFill>
                  <a:srgbClr val="00B050"/>
                </a:solidFill>
                <a:latin typeface="Script MT Bold" pitchFamily="66" charset="0"/>
              </a:rPr>
              <a:t>tiene un reloj</a:t>
            </a:r>
          </a:p>
        </p:txBody>
      </p:sp>
      <p:sp>
        <p:nvSpPr>
          <p:cNvPr id="42" name="41 CuadroTexto"/>
          <p:cNvSpPr txBox="1"/>
          <p:nvPr/>
        </p:nvSpPr>
        <p:spPr>
          <a:xfrm rot="16200000">
            <a:off x="-933667" y="3346829"/>
            <a:ext cx="2565903" cy="707886"/>
          </a:xfrm>
          <a:prstGeom prst="rect">
            <a:avLst/>
          </a:prstGeom>
          <a:noFill/>
        </p:spPr>
        <p:txBody>
          <a:bodyPr wrap="square" rtlCol="0">
            <a:spAutoFit/>
          </a:bodyPr>
          <a:lstStyle/>
          <a:p>
            <a:pPr algn="ctr"/>
            <a:r>
              <a:rPr lang="es-ES" sz="4000" b="1" i="1" dirty="0">
                <a:solidFill>
                  <a:srgbClr val="00B050"/>
                </a:solidFill>
                <a:latin typeface="Script MT Bold" pitchFamily="66" charset="0"/>
              </a:rPr>
              <a:t>Herencia</a:t>
            </a:r>
          </a:p>
        </p:txBody>
      </p:sp>
      <p:sp>
        <p:nvSpPr>
          <p:cNvPr id="43" name="42 CuadroTexto"/>
          <p:cNvSpPr txBox="1"/>
          <p:nvPr/>
        </p:nvSpPr>
        <p:spPr>
          <a:xfrm rot="16200000">
            <a:off x="7419075" y="3298992"/>
            <a:ext cx="2565903" cy="707886"/>
          </a:xfrm>
          <a:prstGeom prst="rect">
            <a:avLst/>
          </a:prstGeom>
          <a:noFill/>
        </p:spPr>
        <p:txBody>
          <a:bodyPr wrap="square" rtlCol="0">
            <a:spAutoFit/>
          </a:bodyPr>
          <a:lstStyle/>
          <a:p>
            <a:pPr algn="ctr"/>
            <a:r>
              <a:rPr lang="es-ES" sz="4000" b="1" i="1" dirty="0" err="1">
                <a:solidFill>
                  <a:srgbClr val="00B050"/>
                </a:solidFill>
                <a:latin typeface="Script MT Bold" pitchFamily="66" charset="0"/>
              </a:rPr>
              <a:t>Composicón</a:t>
            </a:r>
            <a:endParaRPr lang="es-ES" sz="4000" b="1" i="1" dirty="0">
              <a:solidFill>
                <a:srgbClr val="00B050"/>
              </a:solidFill>
              <a:latin typeface="Script MT Bold" pitchFamily="66" charset="0"/>
            </a:endParaRPr>
          </a:p>
        </p:txBody>
      </p:sp>
    </p:spTree>
    <p:extLst>
      <p:ext uri="{BB962C8B-B14F-4D97-AF65-F5344CB8AC3E}">
        <p14:creationId xmlns:p14="http://schemas.microsoft.com/office/powerpoint/2010/main" val="369269176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19">
                                            <p:txEl>
                                              <p:pRg st="0" end="0"/>
                                            </p:txEl>
                                          </p:spTgt>
                                        </p:tgtEl>
                                        <p:attrNameLst>
                                          <p:attrName>style.visibility</p:attrName>
                                        </p:attrNameLst>
                                      </p:cBhvr>
                                      <p:to>
                                        <p:strVal val="visible"/>
                                      </p:to>
                                    </p:set>
                                    <p:anim calcmode="lin" valueType="num">
                                      <p:cBhvr>
                                        <p:cTn id="22" dur="500" fill="hold"/>
                                        <p:tgtEl>
                                          <p:spTgt spid="19">
                                            <p:txEl>
                                              <p:pRg st="0" end="0"/>
                                            </p:txEl>
                                          </p:spTgt>
                                        </p:tgtEl>
                                        <p:attrNameLst>
                                          <p:attrName>ppt_w</p:attrName>
                                        </p:attrNameLst>
                                      </p:cBhvr>
                                      <p:tavLst>
                                        <p:tav tm="0">
                                          <p:val>
                                            <p:fltVal val="0"/>
                                          </p:val>
                                        </p:tav>
                                        <p:tav tm="100000">
                                          <p:val>
                                            <p:strVal val="#ppt_w"/>
                                          </p:val>
                                        </p:tav>
                                      </p:tavLst>
                                    </p:anim>
                                    <p:anim calcmode="lin" valueType="num">
                                      <p:cBhvr>
                                        <p:cTn id="23" dur="500" fill="hold"/>
                                        <p:tgtEl>
                                          <p:spTgt spid="19">
                                            <p:txEl>
                                              <p:pRg st="0" end="0"/>
                                            </p:txEl>
                                          </p:spTgt>
                                        </p:tgtEl>
                                        <p:attrNameLst>
                                          <p:attrName>ppt_h</p:attrName>
                                        </p:attrNameLst>
                                      </p:cBhvr>
                                      <p:tavLst>
                                        <p:tav tm="0">
                                          <p:val>
                                            <p:fltVal val="0"/>
                                          </p:val>
                                        </p:tav>
                                        <p:tav tm="100000">
                                          <p:val>
                                            <p:strVal val="#ppt_h"/>
                                          </p:val>
                                        </p:tav>
                                      </p:tavLst>
                                    </p:anim>
                                    <p:animEffect transition="in" filter="fade">
                                      <p:cBhvr>
                                        <p:cTn id="24" dur="500"/>
                                        <p:tgtEl>
                                          <p:spTgt spid="19">
                                            <p:txEl>
                                              <p:pRg st="0" end="0"/>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19">
                                            <p:txEl>
                                              <p:pRg st="1" end="1"/>
                                            </p:txEl>
                                          </p:spTgt>
                                        </p:tgtEl>
                                        <p:attrNameLst>
                                          <p:attrName>style.visibility</p:attrName>
                                        </p:attrNameLst>
                                      </p:cBhvr>
                                      <p:to>
                                        <p:strVal val="visible"/>
                                      </p:to>
                                    </p:set>
                                    <p:anim calcmode="lin" valueType="num">
                                      <p:cBhvr>
                                        <p:cTn id="29" dur="500" fill="hold"/>
                                        <p:tgtEl>
                                          <p:spTgt spid="19">
                                            <p:txEl>
                                              <p:pRg st="1" end="1"/>
                                            </p:txEl>
                                          </p:spTgt>
                                        </p:tgtEl>
                                        <p:attrNameLst>
                                          <p:attrName>ppt_w</p:attrName>
                                        </p:attrNameLst>
                                      </p:cBhvr>
                                      <p:tavLst>
                                        <p:tav tm="0">
                                          <p:val>
                                            <p:fltVal val="0"/>
                                          </p:val>
                                        </p:tav>
                                        <p:tav tm="100000">
                                          <p:val>
                                            <p:strVal val="#ppt_w"/>
                                          </p:val>
                                        </p:tav>
                                      </p:tavLst>
                                    </p:anim>
                                    <p:anim calcmode="lin" valueType="num">
                                      <p:cBhvr>
                                        <p:cTn id="30" dur="500" fill="hold"/>
                                        <p:tgtEl>
                                          <p:spTgt spid="19">
                                            <p:txEl>
                                              <p:pRg st="1" end="1"/>
                                            </p:txEl>
                                          </p:spTgt>
                                        </p:tgtEl>
                                        <p:attrNameLst>
                                          <p:attrName>ppt_h</p:attrName>
                                        </p:attrNameLst>
                                      </p:cBhvr>
                                      <p:tavLst>
                                        <p:tav tm="0">
                                          <p:val>
                                            <p:fltVal val="0"/>
                                          </p:val>
                                        </p:tav>
                                        <p:tav tm="100000">
                                          <p:val>
                                            <p:strVal val="#ppt_h"/>
                                          </p:val>
                                        </p:tav>
                                      </p:tavLst>
                                    </p:anim>
                                    <p:animEffect transition="in" filter="fade">
                                      <p:cBhvr>
                                        <p:cTn id="31" dur="500"/>
                                        <p:tgtEl>
                                          <p:spTgt spid="19">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19">
                                            <p:txEl>
                                              <p:pRg st="2" end="2"/>
                                            </p:txEl>
                                          </p:spTgt>
                                        </p:tgtEl>
                                        <p:attrNameLst>
                                          <p:attrName>style.visibility</p:attrName>
                                        </p:attrNameLst>
                                      </p:cBhvr>
                                      <p:to>
                                        <p:strVal val="visible"/>
                                      </p:to>
                                    </p:set>
                                    <p:anim calcmode="lin" valueType="num">
                                      <p:cBhvr>
                                        <p:cTn id="36" dur="500" fill="hold"/>
                                        <p:tgtEl>
                                          <p:spTgt spid="19">
                                            <p:txEl>
                                              <p:pRg st="2" end="2"/>
                                            </p:txEl>
                                          </p:spTgt>
                                        </p:tgtEl>
                                        <p:attrNameLst>
                                          <p:attrName>ppt_w</p:attrName>
                                        </p:attrNameLst>
                                      </p:cBhvr>
                                      <p:tavLst>
                                        <p:tav tm="0">
                                          <p:val>
                                            <p:fltVal val="0"/>
                                          </p:val>
                                        </p:tav>
                                        <p:tav tm="100000">
                                          <p:val>
                                            <p:strVal val="#ppt_w"/>
                                          </p:val>
                                        </p:tav>
                                      </p:tavLst>
                                    </p:anim>
                                    <p:anim calcmode="lin" valueType="num">
                                      <p:cBhvr>
                                        <p:cTn id="37" dur="500" fill="hold"/>
                                        <p:tgtEl>
                                          <p:spTgt spid="19">
                                            <p:txEl>
                                              <p:pRg st="2" end="2"/>
                                            </p:txEl>
                                          </p:spTgt>
                                        </p:tgtEl>
                                        <p:attrNameLst>
                                          <p:attrName>ppt_h</p:attrName>
                                        </p:attrNameLst>
                                      </p:cBhvr>
                                      <p:tavLst>
                                        <p:tav tm="0">
                                          <p:val>
                                            <p:fltVal val="0"/>
                                          </p:val>
                                        </p:tav>
                                        <p:tav tm="100000">
                                          <p:val>
                                            <p:strVal val="#ppt_h"/>
                                          </p:val>
                                        </p:tav>
                                      </p:tavLst>
                                    </p:anim>
                                    <p:animEffect transition="in" filter="fade">
                                      <p:cBhvr>
                                        <p:cTn id="38" dur="500"/>
                                        <p:tgtEl>
                                          <p:spTgt spid="19">
                                            <p:txEl>
                                              <p:pRg st="2" end="2"/>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path" presetSubtype="0" accel="50000" decel="50000" fill="hold" grpId="0" nodeType="clickEffect">
                                  <p:stCondLst>
                                    <p:cond delay="0"/>
                                  </p:stCondLst>
                                  <p:childTnLst>
                                    <p:animMotion origin="layout" path="M -1.38889E-6 -2.22222E-6 L -1.38889E-6 -0.0162 " pathEditMode="relative" rAng="0" ptsTypes="AA">
                                      <p:cBhvr>
                                        <p:cTn id="42" dur="2000" fill="hold"/>
                                        <p:tgtEl>
                                          <p:spTgt spid="4"/>
                                        </p:tgtEl>
                                        <p:attrNameLst>
                                          <p:attrName>ppt_x</p:attrName>
                                          <p:attrName>ppt_y</p:attrName>
                                        </p:attrNameLst>
                                      </p:cBhvr>
                                      <p:rCtr x="0" y="-810"/>
                                    </p:animMotion>
                                  </p:childTnLst>
                                </p:cTn>
                              </p:par>
                            </p:childTnLst>
                          </p:cTn>
                        </p:par>
                        <p:par>
                          <p:cTn id="43" fill="hold">
                            <p:stCondLst>
                              <p:cond delay="2000"/>
                            </p:stCondLst>
                            <p:childTnLst>
                              <p:par>
                                <p:cTn id="44" presetID="10" presetClass="entr" presetSubtype="0" fill="hold" nodeType="after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fade">
                                      <p:cBhvr>
                                        <p:cTn id="46" dur="500"/>
                                        <p:tgtEl>
                                          <p:spTgt spid="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childTnLst>
                          </p:cTn>
                        </p:par>
                      </p:childTnLst>
                    </p:cTn>
                  </p:par>
                  <p:par>
                    <p:cTn id="52" fill="hold">
                      <p:stCondLst>
                        <p:cond delay="indefinite"/>
                      </p:stCondLst>
                      <p:childTnLst>
                        <p:par>
                          <p:cTn id="53" fill="hold">
                            <p:stCondLst>
                              <p:cond delay="0"/>
                            </p:stCondLst>
                            <p:childTnLst>
                              <p:par>
                                <p:cTn id="54" presetID="53" presetClass="entr" presetSubtype="16" fill="hold" grpId="0" nodeType="clickEffect">
                                  <p:stCondLst>
                                    <p:cond delay="0"/>
                                  </p:stCondLst>
                                  <p:childTnLst>
                                    <p:set>
                                      <p:cBhvr>
                                        <p:cTn id="55" dur="1" fill="hold">
                                          <p:stCondLst>
                                            <p:cond delay="0"/>
                                          </p:stCondLst>
                                        </p:cTn>
                                        <p:tgtEl>
                                          <p:spTgt spid="27"/>
                                        </p:tgtEl>
                                        <p:attrNameLst>
                                          <p:attrName>style.visibility</p:attrName>
                                        </p:attrNameLst>
                                      </p:cBhvr>
                                      <p:to>
                                        <p:strVal val="visible"/>
                                      </p:to>
                                    </p:set>
                                    <p:anim calcmode="lin" valueType="num">
                                      <p:cBhvr>
                                        <p:cTn id="56" dur="500" fill="hold"/>
                                        <p:tgtEl>
                                          <p:spTgt spid="27"/>
                                        </p:tgtEl>
                                        <p:attrNameLst>
                                          <p:attrName>ppt_w</p:attrName>
                                        </p:attrNameLst>
                                      </p:cBhvr>
                                      <p:tavLst>
                                        <p:tav tm="0">
                                          <p:val>
                                            <p:fltVal val="0"/>
                                          </p:val>
                                        </p:tav>
                                        <p:tav tm="100000">
                                          <p:val>
                                            <p:strVal val="#ppt_w"/>
                                          </p:val>
                                        </p:tav>
                                      </p:tavLst>
                                    </p:anim>
                                    <p:anim calcmode="lin" valueType="num">
                                      <p:cBhvr>
                                        <p:cTn id="57" dur="500" fill="hold"/>
                                        <p:tgtEl>
                                          <p:spTgt spid="27"/>
                                        </p:tgtEl>
                                        <p:attrNameLst>
                                          <p:attrName>ppt_h</p:attrName>
                                        </p:attrNameLst>
                                      </p:cBhvr>
                                      <p:tavLst>
                                        <p:tav tm="0">
                                          <p:val>
                                            <p:fltVal val="0"/>
                                          </p:val>
                                        </p:tav>
                                        <p:tav tm="100000">
                                          <p:val>
                                            <p:strVal val="#ppt_h"/>
                                          </p:val>
                                        </p:tav>
                                      </p:tavLst>
                                    </p:anim>
                                    <p:animEffect transition="in" filter="fade">
                                      <p:cBhvr>
                                        <p:cTn id="58" dur="500"/>
                                        <p:tgtEl>
                                          <p:spTgt spid="27"/>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fade">
                                      <p:cBhvr>
                                        <p:cTn id="63" dur="500"/>
                                        <p:tgtEl>
                                          <p:spTgt spid="26"/>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wipe(left)">
                                      <p:cBhvr>
                                        <p:cTn id="68" dur="500"/>
                                        <p:tgtEl>
                                          <p:spTgt spid="24"/>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9">
                                            <p:txEl>
                                              <p:pRg st="0" end="0"/>
                                            </p:txEl>
                                          </p:spTgt>
                                        </p:tgtEl>
                                        <p:attrNameLst>
                                          <p:attrName>style.visibility</p:attrName>
                                        </p:attrNameLst>
                                      </p:cBhvr>
                                      <p:to>
                                        <p:strVal val="visible"/>
                                      </p:to>
                                    </p:set>
                                    <p:animEffect transition="in" filter="fade">
                                      <p:cBhvr>
                                        <p:cTn id="73" dur="500"/>
                                        <p:tgtEl>
                                          <p:spTgt spid="29">
                                            <p:txEl>
                                              <p:pRg st="0" end="0"/>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29">
                                            <p:txEl>
                                              <p:pRg st="1" end="1"/>
                                            </p:txEl>
                                          </p:spTgt>
                                        </p:tgtEl>
                                        <p:attrNameLst>
                                          <p:attrName>style.visibility</p:attrName>
                                        </p:attrNameLst>
                                      </p:cBhvr>
                                      <p:to>
                                        <p:strVal val="visible"/>
                                      </p:to>
                                    </p:set>
                                    <p:animEffect transition="in" filter="fade">
                                      <p:cBhvr>
                                        <p:cTn id="78" dur="500"/>
                                        <p:tgtEl>
                                          <p:spTgt spid="29">
                                            <p:txEl>
                                              <p:pRg st="1" end="1"/>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18"/>
                                        </p:tgtEl>
                                        <p:attrNameLst>
                                          <p:attrName>style.visibility</p:attrName>
                                        </p:attrNameLst>
                                      </p:cBhvr>
                                      <p:to>
                                        <p:strVal val="visible"/>
                                      </p:to>
                                    </p:set>
                                    <p:animEffect transition="in" filter="fade">
                                      <p:cBhvr>
                                        <p:cTn id="83" dur="500"/>
                                        <p:tgtEl>
                                          <p:spTgt spid="18"/>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33">
                                            <p:txEl>
                                              <p:pRg st="0" end="0"/>
                                            </p:txEl>
                                          </p:spTgt>
                                        </p:tgtEl>
                                        <p:attrNameLst>
                                          <p:attrName>style.visibility</p:attrName>
                                        </p:attrNameLst>
                                      </p:cBhvr>
                                      <p:to>
                                        <p:strVal val="visible"/>
                                      </p:to>
                                    </p:set>
                                    <p:animEffect transition="in" filter="fade">
                                      <p:cBhvr>
                                        <p:cTn id="88" dur="500"/>
                                        <p:tgtEl>
                                          <p:spTgt spid="33">
                                            <p:txEl>
                                              <p:pRg st="0" end="0"/>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33">
                                            <p:txEl>
                                              <p:pRg st="1" end="1"/>
                                            </p:txEl>
                                          </p:spTgt>
                                        </p:tgtEl>
                                        <p:attrNameLst>
                                          <p:attrName>style.visibility</p:attrName>
                                        </p:attrNameLst>
                                      </p:cBhvr>
                                      <p:to>
                                        <p:strVal val="visible"/>
                                      </p:to>
                                    </p:set>
                                    <p:animEffect transition="in" filter="fade">
                                      <p:cBhvr>
                                        <p:cTn id="93" dur="500"/>
                                        <p:tgtEl>
                                          <p:spTgt spid="33">
                                            <p:txEl>
                                              <p:pRg st="1" end="1"/>
                                            </p:txEl>
                                          </p:spTgt>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33">
                                            <p:txEl>
                                              <p:pRg st="2" end="2"/>
                                            </p:txEl>
                                          </p:spTgt>
                                        </p:tgtEl>
                                        <p:attrNameLst>
                                          <p:attrName>style.visibility</p:attrName>
                                        </p:attrNameLst>
                                      </p:cBhvr>
                                      <p:to>
                                        <p:strVal val="visible"/>
                                      </p:to>
                                    </p:set>
                                    <p:animEffect transition="in" filter="fade">
                                      <p:cBhvr>
                                        <p:cTn id="98" dur="500"/>
                                        <p:tgtEl>
                                          <p:spTgt spid="33">
                                            <p:txEl>
                                              <p:pRg st="2" end="2"/>
                                            </p:txEl>
                                          </p:spTgt>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nodeType="clickEffect">
                                  <p:stCondLst>
                                    <p:cond delay="0"/>
                                  </p:stCondLst>
                                  <p:childTnLst>
                                    <p:set>
                                      <p:cBhvr>
                                        <p:cTn id="102" dur="1" fill="hold">
                                          <p:stCondLst>
                                            <p:cond delay="0"/>
                                          </p:stCondLst>
                                        </p:cTn>
                                        <p:tgtEl>
                                          <p:spTgt spid="32"/>
                                        </p:tgtEl>
                                        <p:attrNameLst>
                                          <p:attrName>style.visibility</p:attrName>
                                        </p:attrNameLst>
                                      </p:cBhvr>
                                      <p:to>
                                        <p:strVal val="visible"/>
                                      </p:to>
                                    </p:set>
                                    <p:animEffect transition="in" filter="wipe(left)">
                                      <p:cBhvr>
                                        <p:cTn id="103" dur="500"/>
                                        <p:tgtEl>
                                          <p:spTgt spid="32"/>
                                        </p:tgtEl>
                                      </p:cBhvr>
                                    </p:animEffec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grpId="0" nodeType="clickEffect">
                                  <p:stCondLst>
                                    <p:cond delay="0"/>
                                  </p:stCondLst>
                                  <p:childTnLst>
                                    <p:set>
                                      <p:cBhvr>
                                        <p:cTn id="107" dur="1" fill="hold">
                                          <p:stCondLst>
                                            <p:cond delay="0"/>
                                          </p:stCondLst>
                                        </p:cTn>
                                        <p:tgtEl>
                                          <p:spTgt spid="35">
                                            <p:txEl>
                                              <p:pRg st="0" end="0"/>
                                            </p:txEl>
                                          </p:spTgt>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35">
                                            <p:txEl>
                                              <p:pRg st="1" end="1"/>
                                            </p:txEl>
                                          </p:spTgt>
                                        </p:tgtEl>
                                        <p:attrNameLst>
                                          <p:attrName>style.visibility</p:attrName>
                                        </p:attrNameLst>
                                      </p:cBhvr>
                                      <p:to>
                                        <p:strVal val="visible"/>
                                      </p:to>
                                    </p:set>
                                  </p:childTnLst>
                                </p:cTn>
                              </p:par>
                              <p:par>
                                <p:cTn id="112" presetID="1" presetClass="entr" presetSubtype="0" fill="hold" grpId="0" nodeType="withEffect">
                                  <p:stCondLst>
                                    <p:cond delay="0"/>
                                  </p:stCondLst>
                                  <p:childTnLst>
                                    <p:set>
                                      <p:cBhvr>
                                        <p:cTn id="113" dur="1" fill="hold">
                                          <p:stCondLst>
                                            <p:cond delay="0"/>
                                          </p:stCondLst>
                                        </p:cTn>
                                        <p:tgtEl>
                                          <p:spTgt spid="35">
                                            <p:txEl>
                                              <p:pRg st="2" end="2"/>
                                            </p:txEl>
                                          </p:spTgt>
                                        </p:tgtEl>
                                        <p:attrNameLst>
                                          <p:attrName>style.visibility</p:attrName>
                                        </p:attrNameLst>
                                      </p:cBhvr>
                                      <p:to>
                                        <p:strVal val="visible"/>
                                      </p:to>
                                    </p:set>
                                  </p:childTnLst>
                                </p:cTn>
                              </p:par>
                            </p:childTnLst>
                          </p:cTn>
                        </p:par>
                      </p:childTnLst>
                    </p:cTn>
                  </p:par>
                  <p:par>
                    <p:cTn id="114" fill="hold">
                      <p:stCondLst>
                        <p:cond delay="indefinite"/>
                      </p:stCondLst>
                      <p:childTnLst>
                        <p:par>
                          <p:cTn id="115" fill="hold">
                            <p:stCondLst>
                              <p:cond delay="0"/>
                            </p:stCondLst>
                            <p:childTnLst>
                              <p:par>
                                <p:cTn id="116" presetID="1" presetClass="entr" presetSubtype="0" fill="hold" grpId="0" nodeType="clickEffect">
                                  <p:stCondLst>
                                    <p:cond delay="0"/>
                                  </p:stCondLst>
                                  <p:childTnLst>
                                    <p:set>
                                      <p:cBhvr>
                                        <p:cTn id="117" dur="1" fill="hold">
                                          <p:stCondLst>
                                            <p:cond delay="0"/>
                                          </p:stCondLst>
                                        </p:cTn>
                                        <p:tgtEl>
                                          <p:spTgt spid="35">
                                            <p:txEl>
                                              <p:pRg st="3" end="3"/>
                                            </p:txEl>
                                          </p:spTgt>
                                        </p:tgtEl>
                                        <p:attrNameLst>
                                          <p:attrName>style.visibility</p:attrName>
                                        </p:attrNameLst>
                                      </p:cBhvr>
                                      <p:to>
                                        <p:strVal val="visible"/>
                                      </p:to>
                                    </p:set>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grpId="0" nodeType="clickEffect">
                                  <p:stCondLst>
                                    <p:cond delay="0"/>
                                  </p:stCondLst>
                                  <p:childTnLst>
                                    <p:set>
                                      <p:cBhvr>
                                        <p:cTn id="121" dur="1" fill="hold">
                                          <p:stCondLst>
                                            <p:cond delay="0"/>
                                          </p:stCondLst>
                                        </p:cTn>
                                        <p:tgtEl>
                                          <p:spTgt spid="35">
                                            <p:txEl>
                                              <p:pRg st="4" end="4"/>
                                            </p:txEl>
                                          </p:spTgt>
                                        </p:tgtEl>
                                        <p:attrNameLst>
                                          <p:attrName>style.visibility</p:attrName>
                                        </p:attrNameLst>
                                      </p:cBhvr>
                                      <p:to>
                                        <p:strVal val="visible"/>
                                      </p:to>
                                    </p:set>
                                  </p:childTnLst>
                                </p:cTn>
                              </p:par>
                              <p:par>
                                <p:cTn id="122" presetID="1" presetClass="entr" presetSubtype="0" fill="hold" grpId="0" nodeType="withEffect">
                                  <p:stCondLst>
                                    <p:cond delay="0"/>
                                  </p:stCondLst>
                                  <p:childTnLst>
                                    <p:set>
                                      <p:cBhvr>
                                        <p:cTn id="123" dur="1" fill="hold">
                                          <p:stCondLst>
                                            <p:cond delay="0"/>
                                          </p:stCondLst>
                                        </p:cTn>
                                        <p:tgtEl>
                                          <p:spTgt spid="35">
                                            <p:txEl>
                                              <p:pRg st="5" end="5"/>
                                            </p:txEl>
                                          </p:spTgt>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grpId="0" nodeType="clickEffect">
                                  <p:stCondLst>
                                    <p:cond delay="0"/>
                                  </p:stCondLst>
                                  <p:childTnLst>
                                    <p:set>
                                      <p:cBhvr>
                                        <p:cTn id="127" dur="1" fill="hold">
                                          <p:stCondLst>
                                            <p:cond delay="0"/>
                                          </p:stCondLst>
                                        </p:cTn>
                                        <p:tgtEl>
                                          <p:spTgt spid="35">
                                            <p:txEl>
                                              <p:pRg st="7" end="7"/>
                                            </p:txEl>
                                          </p:spTgt>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1" presetClass="entr" presetSubtype="0" fill="hold" grpId="0" nodeType="clickEffect">
                                  <p:stCondLst>
                                    <p:cond delay="0"/>
                                  </p:stCondLst>
                                  <p:childTnLst>
                                    <p:set>
                                      <p:cBhvr>
                                        <p:cTn id="131" dur="1" fill="hold">
                                          <p:stCondLst>
                                            <p:cond delay="0"/>
                                          </p:stCondLst>
                                        </p:cTn>
                                        <p:tgtEl>
                                          <p:spTgt spid="35">
                                            <p:txEl>
                                              <p:pRg st="9" end="9"/>
                                            </p:txEl>
                                          </p:spTgt>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1" presetClass="entr" presetSubtype="0" fill="hold" grpId="0" nodeType="clickEffect">
                                  <p:stCondLst>
                                    <p:cond delay="0"/>
                                  </p:stCondLst>
                                  <p:childTnLst>
                                    <p:set>
                                      <p:cBhvr>
                                        <p:cTn id="135" dur="1" fill="hold">
                                          <p:stCondLst>
                                            <p:cond delay="0"/>
                                          </p:stCondLst>
                                        </p:cTn>
                                        <p:tgtEl>
                                          <p:spTgt spid="35">
                                            <p:txEl>
                                              <p:pRg st="10" end="10"/>
                                            </p:txEl>
                                          </p:spTgt>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1" presetClass="entr" presetSubtype="0" fill="hold" grpId="0" nodeType="clickEffect">
                                  <p:stCondLst>
                                    <p:cond delay="0"/>
                                  </p:stCondLst>
                                  <p:childTnLst>
                                    <p:set>
                                      <p:cBhvr>
                                        <p:cTn id="139" dur="1" fill="hold">
                                          <p:stCondLst>
                                            <p:cond delay="0"/>
                                          </p:stCondLst>
                                        </p:cTn>
                                        <p:tgtEl>
                                          <p:spTgt spid="35">
                                            <p:txEl>
                                              <p:pRg st="11" end="11"/>
                                            </p:txEl>
                                          </p:spTgt>
                                        </p:tgtEl>
                                        <p:attrNameLst>
                                          <p:attrName>style.visibility</p:attrName>
                                        </p:attrNameLst>
                                      </p:cBhvr>
                                      <p:to>
                                        <p:strVal val="visible"/>
                                      </p:to>
                                    </p:set>
                                  </p:childTnLst>
                                </p:cTn>
                              </p:par>
                              <p:par>
                                <p:cTn id="140" presetID="1" presetClass="entr" presetSubtype="0" fill="hold" grpId="0" nodeType="withEffect">
                                  <p:stCondLst>
                                    <p:cond delay="0"/>
                                  </p:stCondLst>
                                  <p:childTnLst>
                                    <p:set>
                                      <p:cBhvr>
                                        <p:cTn id="141" dur="1" fill="hold">
                                          <p:stCondLst>
                                            <p:cond delay="0"/>
                                          </p:stCondLst>
                                        </p:cTn>
                                        <p:tgtEl>
                                          <p:spTgt spid="35">
                                            <p:txEl>
                                              <p:pRg st="12" end="12"/>
                                            </p:txEl>
                                          </p:spTgt>
                                        </p:tgtEl>
                                        <p:attrNameLst>
                                          <p:attrName>style.visibility</p:attrName>
                                        </p:attrNameLst>
                                      </p:cBhvr>
                                      <p:to>
                                        <p:strVal val="visible"/>
                                      </p:to>
                                    </p:set>
                                  </p:childTnLst>
                                </p:cTn>
                              </p:par>
                            </p:childTnLst>
                          </p:cTn>
                        </p:par>
                      </p:childTnLst>
                    </p:cTn>
                  </p:par>
                  <p:par>
                    <p:cTn id="142" fill="hold">
                      <p:stCondLst>
                        <p:cond delay="indefinite"/>
                      </p:stCondLst>
                      <p:childTnLst>
                        <p:par>
                          <p:cTn id="143" fill="hold">
                            <p:stCondLst>
                              <p:cond delay="0"/>
                            </p:stCondLst>
                            <p:childTnLst>
                              <p:par>
                                <p:cTn id="144" presetID="53" presetClass="entr" presetSubtype="16" fill="hold" grpId="0" nodeType="clickEffect">
                                  <p:stCondLst>
                                    <p:cond delay="0"/>
                                  </p:stCondLst>
                                  <p:childTnLst>
                                    <p:set>
                                      <p:cBhvr>
                                        <p:cTn id="145" dur="1" fill="hold">
                                          <p:stCondLst>
                                            <p:cond delay="0"/>
                                          </p:stCondLst>
                                        </p:cTn>
                                        <p:tgtEl>
                                          <p:spTgt spid="36"/>
                                        </p:tgtEl>
                                        <p:attrNameLst>
                                          <p:attrName>style.visibility</p:attrName>
                                        </p:attrNameLst>
                                      </p:cBhvr>
                                      <p:to>
                                        <p:strVal val="visible"/>
                                      </p:to>
                                    </p:set>
                                    <p:anim calcmode="lin" valueType="num">
                                      <p:cBhvr>
                                        <p:cTn id="146" dur="500" fill="hold"/>
                                        <p:tgtEl>
                                          <p:spTgt spid="36"/>
                                        </p:tgtEl>
                                        <p:attrNameLst>
                                          <p:attrName>ppt_w</p:attrName>
                                        </p:attrNameLst>
                                      </p:cBhvr>
                                      <p:tavLst>
                                        <p:tav tm="0">
                                          <p:val>
                                            <p:fltVal val="0"/>
                                          </p:val>
                                        </p:tav>
                                        <p:tav tm="100000">
                                          <p:val>
                                            <p:strVal val="#ppt_w"/>
                                          </p:val>
                                        </p:tav>
                                      </p:tavLst>
                                    </p:anim>
                                    <p:anim calcmode="lin" valueType="num">
                                      <p:cBhvr>
                                        <p:cTn id="147" dur="500" fill="hold"/>
                                        <p:tgtEl>
                                          <p:spTgt spid="36"/>
                                        </p:tgtEl>
                                        <p:attrNameLst>
                                          <p:attrName>ppt_h</p:attrName>
                                        </p:attrNameLst>
                                      </p:cBhvr>
                                      <p:tavLst>
                                        <p:tav tm="0">
                                          <p:val>
                                            <p:fltVal val="0"/>
                                          </p:val>
                                        </p:tav>
                                        <p:tav tm="100000">
                                          <p:val>
                                            <p:strVal val="#ppt_h"/>
                                          </p:val>
                                        </p:tav>
                                      </p:tavLst>
                                    </p:anim>
                                    <p:animEffect transition="in" filter="fade">
                                      <p:cBhvr>
                                        <p:cTn id="148" dur="500"/>
                                        <p:tgtEl>
                                          <p:spTgt spid="36"/>
                                        </p:tgtEl>
                                      </p:cBhvr>
                                    </p:animEffect>
                                  </p:childTnLst>
                                </p:cTn>
                              </p:par>
                            </p:childTnLst>
                          </p:cTn>
                        </p:par>
                      </p:childTnLst>
                    </p:cTn>
                  </p:par>
                  <p:par>
                    <p:cTn id="149" fill="hold">
                      <p:stCondLst>
                        <p:cond delay="indefinite"/>
                      </p:stCondLst>
                      <p:childTnLst>
                        <p:par>
                          <p:cTn id="150" fill="hold">
                            <p:stCondLst>
                              <p:cond delay="0"/>
                            </p:stCondLst>
                            <p:childTnLst>
                              <p:par>
                                <p:cTn id="151" presetID="53" presetClass="entr" presetSubtype="16" fill="hold" grpId="0" nodeType="clickEffect">
                                  <p:stCondLst>
                                    <p:cond delay="0"/>
                                  </p:stCondLst>
                                  <p:childTnLst>
                                    <p:set>
                                      <p:cBhvr>
                                        <p:cTn id="152" dur="1" fill="hold">
                                          <p:stCondLst>
                                            <p:cond delay="0"/>
                                          </p:stCondLst>
                                        </p:cTn>
                                        <p:tgtEl>
                                          <p:spTgt spid="37"/>
                                        </p:tgtEl>
                                        <p:attrNameLst>
                                          <p:attrName>style.visibility</p:attrName>
                                        </p:attrNameLst>
                                      </p:cBhvr>
                                      <p:to>
                                        <p:strVal val="visible"/>
                                      </p:to>
                                    </p:set>
                                    <p:anim calcmode="lin" valueType="num">
                                      <p:cBhvr>
                                        <p:cTn id="153" dur="500" fill="hold"/>
                                        <p:tgtEl>
                                          <p:spTgt spid="37"/>
                                        </p:tgtEl>
                                        <p:attrNameLst>
                                          <p:attrName>ppt_w</p:attrName>
                                        </p:attrNameLst>
                                      </p:cBhvr>
                                      <p:tavLst>
                                        <p:tav tm="0">
                                          <p:val>
                                            <p:fltVal val="0"/>
                                          </p:val>
                                        </p:tav>
                                        <p:tav tm="100000">
                                          <p:val>
                                            <p:strVal val="#ppt_w"/>
                                          </p:val>
                                        </p:tav>
                                      </p:tavLst>
                                    </p:anim>
                                    <p:anim calcmode="lin" valueType="num">
                                      <p:cBhvr>
                                        <p:cTn id="154" dur="500" fill="hold"/>
                                        <p:tgtEl>
                                          <p:spTgt spid="37"/>
                                        </p:tgtEl>
                                        <p:attrNameLst>
                                          <p:attrName>ppt_h</p:attrName>
                                        </p:attrNameLst>
                                      </p:cBhvr>
                                      <p:tavLst>
                                        <p:tav tm="0">
                                          <p:val>
                                            <p:fltVal val="0"/>
                                          </p:val>
                                        </p:tav>
                                        <p:tav tm="100000">
                                          <p:val>
                                            <p:strVal val="#ppt_h"/>
                                          </p:val>
                                        </p:tav>
                                      </p:tavLst>
                                    </p:anim>
                                    <p:animEffect transition="in" filter="fade">
                                      <p:cBhvr>
                                        <p:cTn id="155" dur="500"/>
                                        <p:tgtEl>
                                          <p:spTgt spid="37"/>
                                        </p:tgtEl>
                                      </p:cBhvr>
                                    </p:animEffect>
                                  </p:childTnLst>
                                </p:cTn>
                              </p:par>
                            </p:childTnLst>
                          </p:cTn>
                        </p:par>
                      </p:childTnLst>
                    </p:cTn>
                  </p:par>
                  <p:par>
                    <p:cTn id="156" fill="hold">
                      <p:stCondLst>
                        <p:cond delay="indefinite"/>
                      </p:stCondLst>
                      <p:childTnLst>
                        <p:par>
                          <p:cTn id="157" fill="hold">
                            <p:stCondLst>
                              <p:cond delay="0"/>
                            </p:stCondLst>
                            <p:childTnLst>
                              <p:par>
                                <p:cTn id="158" presetID="31" presetClass="entr" presetSubtype="0" fill="hold" grpId="0" nodeType="clickEffect">
                                  <p:stCondLst>
                                    <p:cond delay="0"/>
                                  </p:stCondLst>
                                  <p:childTnLst>
                                    <p:set>
                                      <p:cBhvr>
                                        <p:cTn id="159" dur="1" fill="hold">
                                          <p:stCondLst>
                                            <p:cond delay="0"/>
                                          </p:stCondLst>
                                        </p:cTn>
                                        <p:tgtEl>
                                          <p:spTgt spid="42"/>
                                        </p:tgtEl>
                                        <p:attrNameLst>
                                          <p:attrName>style.visibility</p:attrName>
                                        </p:attrNameLst>
                                      </p:cBhvr>
                                      <p:to>
                                        <p:strVal val="visible"/>
                                      </p:to>
                                    </p:set>
                                    <p:anim calcmode="lin" valueType="num">
                                      <p:cBhvr>
                                        <p:cTn id="160" dur="1000" fill="hold"/>
                                        <p:tgtEl>
                                          <p:spTgt spid="42"/>
                                        </p:tgtEl>
                                        <p:attrNameLst>
                                          <p:attrName>ppt_w</p:attrName>
                                        </p:attrNameLst>
                                      </p:cBhvr>
                                      <p:tavLst>
                                        <p:tav tm="0">
                                          <p:val>
                                            <p:fltVal val="0"/>
                                          </p:val>
                                        </p:tav>
                                        <p:tav tm="100000">
                                          <p:val>
                                            <p:strVal val="#ppt_w"/>
                                          </p:val>
                                        </p:tav>
                                      </p:tavLst>
                                    </p:anim>
                                    <p:anim calcmode="lin" valueType="num">
                                      <p:cBhvr>
                                        <p:cTn id="161" dur="1000" fill="hold"/>
                                        <p:tgtEl>
                                          <p:spTgt spid="42"/>
                                        </p:tgtEl>
                                        <p:attrNameLst>
                                          <p:attrName>ppt_h</p:attrName>
                                        </p:attrNameLst>
                                      </p:cBhvr>
                                      <p:tavLst>
                                        <p:tav tm="0">
                                          <p:val>
                                            <p:fltVal val="0"/>
                                          </p:val>
                                        </p:tav>
                                        <p:tav tm="100000">
                                          <p:val>
                                            <p:strVal val="#ppt_h"/>
                                          </p:val>
                                        </p:tav>
                                      </p:tavLst>
                                    </p:anim>
                                    <p:anim calcmode="lin" valueType="num">
                                      <p:cBhvr>
                                        <p:cTn id="162" dur="1000" fill="hold"/>
                                        <p:tgtEl>
                                          <p:spTgt spid="42"/>
                                        </p:tgtEl>
                                        <p:attrNameLst>
                                          <p:attrName>style.rotation</p:attrName>
                                        </p:attrNameLst>
                                      </p:cBhvr>
                                      <p:tavLst>
                                        <p:tav tm="0">
                                          <p:val>
                                            <p:fltVal val="90"/>
                                          </p:val>
                                        </p:tav>
                                        <p:tav tm="100000">
                                          <p:val>
                                            <p:fltVal val="0"/>
                                          </p:val>
                                        </p:tav>
                                      </p:tavLst>
                                    </p:anim>
                                    <p:animEffect transition="in" filter="fade">
                                      <p:cBhvr>
                                        <p:cTn id="163" dur="1000"/>
                                        <p:tgtEl>
                                          <p:spTgt spid="42"/>
                                        </p:tgtEl>
                                      </p:cBhvr>
                                    </p:animEffect>
                                  </p:childTnLst>
                                </p:cTn>
                              </p:par>
                            </p:childTnLst>
                          </p:cTn>
                        </p:par>
                      </p:childTnLst>
                    </p:cTn>
                  </p:par>
                  <p:par>
                    <p:cTn id="164" fill="hold">
                      <p:stCondLst>
                        <p:cond delay="indefinite"/>
                      </p:stCondLst>
                      <p:childTnLst>
                        <p:par>
                          <p:cTn id="165" fill="hold">
                            <p:stCondLst>
                              <p:cond delay="0"/>
                            </p:stCondLst>
                            <p:childTnLst>
                              <p:par>
                                <p:cTn id="166" presetID="31" presetClass="entr" presetSubtype="0" fill="hold" grpId="0" nodeType="clickEffect">
                                  <p:stCondLst>
                                    <p:cond delay="0"/>
                                  </p:stCondLst>
                                  <p:childTnLst>
                                    <p:set>
                                      <p:cBhvr>
                                        <p:cTn id="167" dur="1" fill="hold">
                                          <p:stCondLst>
                                            <p:cond delay="0"/>
                                          </p:stCondLst>
                                        </p:cTn>
                                        <p:tgtEl>
                                          <p:spTgt spid="43"/>
                                        </p:tgtEl>
                                        <p:attrNameLst>
                                          <p:attrName>style.visibility</p:attrName>
                                        </p:attrNameLst>
                                      </p:cBhvr>
                                      <p:to>
                                        <p:strVal val="visible"/>
                                      </p:to>
                                    </p:set>
                                    <p:anim calcmode="lin" valueType="num">
                                      <p:cBhvr>
                                        <p:cTn id="168" dur="1000" fill="hold"/>
                                        <p:tgtEl>
                                          <p:spTgt spid="43"/>
                                        </p:tgtEl>
                                        <p:attrNameLst>
                                          <p:attrName>ppt_w</p:attrName>
                                        </p:attrNameLst>
                                      </p:cBhvr>
                                      <p:tavLst>
                                        <p:tav tm="0">
                                          <p:val>
                                            <p:fltVal val="0"/>
                                          </p:val>
                                        </p:tav>
                                        <p:tav tm="100000">
                                          <p:val>
                                            <p:strVal val="#ppt_w"/>
                                          </p:val>
                                        </p:tav>
                                      </p:tavLst>
                                    </p:anim>
                                    <p:anim calcmode="lin" valueType="num">
                                      <p:cBhvr>
                                        <p:cTn id="169" dur="1000" fill="hold"/>
                                        <p:tgtEl>
                                          <p:spTgt spid="43"/>
                                        </p:tgtEl>
                                        <p:attrNameLst>
                                          <p:attrName>ppt_h</p:attrName>
                                        </p:attrNameLst>
                                      </p:cBhvr>
                                      <p:tavLst>
                                        <p:tav tm="0">
                                          <p:val>
                                            <p:fltVal val="0"/>
                                          </p:val>
                                        </p:tav>
                                        <p:tav tm="100000">
                                          <p:val>
                                            <p:strVal val="#ppt_h"/>
                                          </p:val>
                                        </p:tav>
                                      </p:tavLst>
                                    </p:anim>
                                    <p:anim calcmode="lin" valueType="num">
                                      <p:cBhvr>
                                        <p:cTn id="170" dur="1000" fill="hold"/>
                                        <p:tgtEl>
                                          <p:spTgt spid="43"/>
                                        </p:tgtEl>
                                        <p:attrNameLst>
                                          <p:attrName>style.rotation</p:attrName>
                                        </p:attrNameLst>
                                      </p:cBhvr>
                                      <p:tavLst>
                                        <p:tav tm="0">
                                          <p:val>
                                            <p:fltVal val="90"/>
                                          </p:val>
                                        </p:tav>
                                        <p:tav tm="100000">
                                          <p:val>
                                            <p:fltVal val="0"/>
                                          </p:val>
                                        </p:tav>
                                      </p:tavLst>
                                    </p:anim>
                                    <p:animEffect transition="in" filter="fade">
                                      <p:cBhvr>
                                        <p:cTn id="171" dur="10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P spid="19" grpId="0" build="p"/>
      <p:bldP spid="26" grpId="0"/>
      <p:bldP spid="27" grpId="0"/>
      <p:bldP spid="29" grpId="0" build="p"/>
      <p:bldP spid="33" grpId="0" build="p"/>
      <p:bldP spid="35" grpId="0" uiExpand="1" build="p"/>
      <p:bldP spid="36" grpId="0"/>
      <p:bldP spid="37" grpId="0"/>
      <p:bldP spid="42" grpId="0"/>
      <p:bldP spid="4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La clase </a:t>
            </a:r>
            <a:r>
              <a:rPr lang="es-ES" dirty="0" err="1"/>
              <a:t>Object</a:t>
            </a:r>
            <a:endParaRPr lang="es-ES" dirty="0"/>
          </a:p>
        </p:txBody>
      </p:sp>
      <p:sp>
        <p:nvSpPr>
          <p:cNvPr id="3" name="2 Marcador de contenido"/>
          <p:cNvSpPr>
            <a:spLocks noGrp="1"/>
          </p:cNvSpPr>
          <p:nvPr>
            <p:ph idx="1"/>
          </p:nvPr>
        </p:nvSpPr>
        <p:spPr/>
        <p:txBody>
          <a:bodyPr/>
          <a:lstStyle/>
          <a:p>
            <a:endParaRPr lang="es-ES" sz="1600" b="0" dirty="0"/>
          </a:p>
          <a:p>
            <a:r>
              <a:rPr lang="es-ES" sz="2000" b="0" dirty="0"/>
              <a:t>La </a:t>
            </a:r>
            <a:r>
              <a:rPr lang="es-ES" sz="2000" dirty="0"/>
              <a:t>clase </a:t>
            </a:r>
            <a:r>
              <a:rPr lang="es-ES" sz="2000" dirty="0" err="1"/>
              <a:t>Object</a:t>
            </a:r>
            <a:r>
              <a:rPr lang="es-ES" sz="2000" b="0" dirty="0"/>
              <a:t> es la </a:t>
            </a:r>
            <a:r>
              <a:rPr lang="es-ES" sz="2000" dirty="0"/>
              <a:t>clase</a:t>
            </a:r>
            <a:r>
              <a:rPr lang="es-ES" sz="2000" b="0" dirty="0"/>
              <a:t> raíz de todo el árbol de la jerarquía de </a:t>
            </a:r>
            <a:r>
              <a:rPr lang="es-ES" sz="2000" dirty="0"/>
              <a:t>clases Java</a:t>
            </a:r>
            <a:r>
              <a:rPr lang="es-ES" sz="2000" b="0" dirty="0"/>
              <a:t>, y proporciona un cierto número de métodos de utilidad general que pueden utilizar todos los objetos.</a:t>
            </a:r>
          </a:p>
          <a:p>
            <a:pPr>
              <a:buNone/>
            </a:pPr>
            <a:endParaRPr lang="es-ES" sz="2000" b="0" dirty="0"/>
          </a:p>
          <a:p>
            <a:endParaRPr lang="es-ES" sz="2000" b="0" dirty="0"/>
          </a:p>
          <a:p>
            <a:r>
              <a:rPr lang="es-ES" sz="2000" b="0" dirty="0"/>
              <a:t>Todas las clases heredan de </a:t>
            </a:r>
            <a:r>
              <a:rPr lang="es-ES" sz="2000" b="0" dirty="0" err="1"/>
              <a:t>Object</a:t>
            </a:r>
            <a:r>
              <a:rPr lang="es-ES" sz="2000" b="0" dirty="0"/>
              <a:t>, con lo cual podrán aprovechar los métodos que nos ofrece esta clase y que veremos en la siguiente transparencia.</a:t>
            </a:r>
          </a:p>
          <a:p>
            <a:endParaRPr lang="es-ES" sz="1400" b="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 name="60 Grupo"/>
          <p:cNvGrpSpPr/>
          <p:nvPr/>
        </p:nvGrpSpPr>
        <p:grpSpPr>
          <a:xfrm>
            <a:off x="4427984" y="1204982"/>
            <a:ext cx="4096196" cy="2564482"/>
            <a:chOff x="3265567" y="1391568"/>
            <a:chExt cx="4096196" cy="2564482"/>
          </a:xfrm>
        </p:grpSpPr>
        <p:sp>
          <p:nvSpPr>
            <p:cNvPr id="62" name="61 Rectángulo"/>
            <p:cNvSpPr/>
            <p:nvPr/>
          </p:nvSpPr>
          <p:spPr bwMode="auto">
            <a:xfrm>
              <a:off x="3265567" y="1724198"/>
              <a:ext cx="4096196" cy="2231852"/>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3" name="62 CuadroTexto"/>
            <p:cNvSpPr txBox="1"/>
            <p:nvPr/>
          </p:nvSpPr>
          <p:spPr>
            <a:xfrm>
              <a:off x="3265567" y="1391568"/>
              <a:ext cx="4001291" cy="338554"/>
            </a:xfrm>
            <a:prstGeom prst="rect">
              <a:avLst/>
            </a:prstGeom>
            <a:noFill/>
          </p:spPr>
          <p:txBody>
            <a:bodyPr wrap="square" rtlCol="0">
              <a:spAutoFit/>
            </a:bodyPr>
            <a:lstStyle/>
            <a:p>
              <a:pPr algn="ctr"/>
              <a:r>
                <a:rPr lang="es-ES_tradnl" sz="1600" b="1" dirty="0">
                  <a:solidFill>
                    <a:srgbClr val="0070C0"/>
                  </a:solidFill>
                </a:rPr>
                <a:t>Test.java</a:t>
              </a:r>
            </a:p>
          </p:txBody>
        </p:sp>
      </p:grpSp>
      <p:grpSp>
        <p:nvGrpSpPr>
          <p:cNvPr id="38" name="37 Grupo"/>
          <p:cNvGrpSpPr/>
          <p:nvPr/>
        </p:nvGrpSpPr>
        <p:grpSpPr>
          <a:xfrm>
            <a:off x="6978104" y="2858591"/>
            <a:ext cx="2187277" cy="292388"/>
            <a:chOff x="7236296" y="2345761"/>
            <a:chExt cx="2187277" cy="292388"/>
          </a:xfrm>
        </p:grpSpPr>
        <p:cxnSp>
          <p:nvCxnSpPr>
            <p:cNvPr id="39" name="38 Conector recto de flecha"/>
            <p:cNvCxnSpPr/>
            <p:nvPr/>
          </p:nvCxnSpPr>
          <p:spPr bwMode="auto">
            <a:xfrm>
              <a:off x="7236296" y="2518296"/>
              <a:ext cx="216024" cy="0"/>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sp>
          <p:nvSpPr>
            <p:cNvPr id="40" name="39 CuadroTexto"/>
            <p:cNvSpPr txBox="1"/>
            <p:nvPr/>
          </p:nvSpPr>
          <p:spPr>
            <a:xfrm>
              <a:off x="7453162" y="2345761"/>
              <a:ext cx="1970411" cy="292388"/>
            </a:xfrm>
            <a:prstGeom prst="rect">
              <a:avLst/>
            </a:prstGeom>
            <a:noFill/>
          </p:spPr>
          <p:txBody>
            <a:bodyPr wrap="none" rtlCol="0">
              <a:spAutoFit/>
            </a:bodyPr>
            <a:lstStyle/>
            <a:p>
              <a:r>
                <a:rPr lang="es-ES" sz="1300" dirty="0">
                  <a:solidFill>
                    <a:srgbClr val="00B050"/>
                  </a:solidFill>
                </a:rPr>
                <a:t>mate.Racional@22c95b</a:t>
              </a:r>
            </a:p>
          </p:txBody>
        </p:sp>
      </p:grpSp>
      <p:sp>
        <p:nvSpPr>
          <p:cNvPr id="117" name="1 Título"/>
          <p:cNvSpPr>
            <a:spLocks noGrp="1"/>
          </p:cNvSpPr>
          <p:nvPr>
            <p:ph type="title"/>
          </p:nvPr>
        </p:nvSpPr>
        <p:spPr>
          <a:xfrm>
            <a:off x="576399" y="53975"/>
            <a:ext cx="7989515" cy="563563"/>
          </a:xfrm>
        </p:spPr>
        <p:txBody>
          <a:bodyPr/>
          <a:lstStyle/>
          <a:p>
            <a:r>
              <a:rPr lang="es-ES" dirty="0"/>
              <a:t>La clase </a:t>
            </a:r>
            <a:r>
              <a:rPr lang="es-ES" dirty="0" err="1"/>
              <a:t>Object</a:t>
            </a:r>
            <a:endParaRPr lang="es-ES" dirty="0"/>
          </a:p>
        </p:txBody>
      </p:sp>
      <p:grpSp>
        <p:nvGrpSpPr>
          <p:cNvPr id="70" name="69 Grupo"/>
          <p:cNvGrpSpPr/>
          <p:nvPr/>
        </p:nvGrpSpPr>
        <p:grpSpPr>
          <a:xfrm>
            <a:off x="395536" y="1127671"/>
            <a:ext cx="3816424" cy="5253657"/>
            <a:chOff x="3664530" y="3320432"/>
            <a:chExt cx="5269563" cy="4112838"/>
          </a:xfrm>
        </p:grpSpPr>
        <p:sp>
          <p:nvSpPr>
            <p:cNvPr id="71" name="70 Rectángulo"/>
            <p:cNvSpPr/>
            <p:nvPr/>
          </p:nvSpPr>
          <p:spPr bwMode="auto">
            <a:xfrm>
              <a:off x="3664530" y="3580086"/>
              <a:ext cx="5269563" cy="3853184"/>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2" name="71 CuadroTexto"/>
            <p:cNvSpPr txBox="1"/>
            <p:nvPr/>
          </p:nvSpPr>
          <p:spPr>
            <a:xfrm>
              <a:off x="3664531" y="3320432"/>
              <a:ext cx="4825939" cy="265038"/>
            </a:xfrm>
            <a:prstGeom prst="rect">
              <a:avLst/>
            </a:prstGeom>
            <a:noFill/>
          </p:spPr>
          <p:txBody>
            <a:bodyPr wrap="square" rtlCol="0">
              <a:spAutoFit/>
            </a:bodyPr>
            <a:lstStyle/>
            <a:p>
              <a:pPr algn="ctr"/>
              <a:r>
                <a:rPr lang="es-ES_tradnl" sz="1600" b="1" dirty="0">
                  <a:solidFill>
                    <a:srgbClr val="0070C0"/>
                  </a:solidFill>
                </a:rPr>
                <a:t>Racional.java</a:t>
              </a:r>
            </a:p>
          </p:txBody>
        </p:sp>
      </p:grpSp>
      <p:sp>
        <p:nvSpPr>
          <p:cNvPr id="73" name="Rectangle 3"/>
          <p:cNvSpPr txBox="1">
            <a:spLocks noChangeArrowheads="1"/>
          </p:cNvSpPr>
          <p:nvPr/>
        </p:nvSpPr>
        <p:spPr bwMode="auto">
          <a:xfrm>
            <a:off x="512532" y="1589650"/>
            <a:ext cx="3467503" cy="4569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chemeClr val="accent1"/>
                </a:solidFill>
                <a:latin typeface="Adobe Fan Heiti Std B" pitchFamily="34" charset="-128"/>
                <a:ea typeface="Adobe Fan Heiti Std B" pitchFamily="34" charset="-128"/>
              </a:rPr>
              <a:t>package mate;</a:t>
            </a:r>
          </a:p>
          <a:p>
            <a:pPr marL="0" indent="0">
              <a:buNone/>
            </a:pPr>
            <a:endParaRPr lang="en-US" sz="1400" kern="0" dirty="0">
              <a:solidFill>
                <a:schemeClr val="accent1"/>
              </a:solidFill>
              <a:latin typeface="Adobe Fan Heiti Std B" pitchFamily="34" charset="-128"/>
              <a:ea typeface="Adobe Fan Heiti Std B" pitchFamily="34" charset="-128"/>
            </a:endParaRPr>
          </a:p>
          <a:p>
            <a:pPr marL="0" indent="0">
              <a:buNone/>
            </a:pPr>
            <a:r>
              <a:rPr lang="en-US" sz="1400" kern="0" dirty="0">
                <a:solidFill>
                  <a:schemeClr val="bg2">
                    <a:lumMod val="50000"/>
                  </a:schemeClr>
                </a:solidFill>
                <a:latin typeface="Adobe Gothic Std B" pitchFamily="34" charset="-128"/>
                <a:ea typeface="Adobe Gothic Std B" pitchFamily="34" charset="-128"/>
              </a:rPr>
              <a:t>public class</a:t>
            </a:r>
            <a:r>
              <a:rPr lang="en-US" sz="1400" kern="0" dirty="0">
                <a:latin typeface="Adobe Gothic Std B" pitchFamily="34" charset="-128"/>
                <a:ea typeface="Adobe Gothic Std B" pitchFamily="34" charset="-128"/>
              </a:rPr>
              <a:t> </a:t>
            </a:r>
            <a:r>
              <a:rPr lang="en-US" sz="1400" kern="0" dirty="0" err="1">
                <a:solidFill>
                  <a:schemeClr val="accent1"/>
                </a:solidFill>
                <a:latin typeface="Adobe Gothic Std B" pitchFamily="34" charset="-128"/>
                <a:ea typeface="Adobe Gothic Std B" pitchFamily="34" charset="-128"/>
              </a:rPr>
              <a:t>Racional</a:t>
            </a:r>
            <a:endParaRPr lang="en-US" sz="1400" kern="0" dirty="0">
              <a:solidFill>
                <a:srgbClr val="FF0000"/>
              </a:solidFill>
              <a:latin typeface="Adobe Gothic Std B" pitchFamily="34" charset="-128"/>
              <a:ea typeface="Adobe Gothic Std B" pitchFamily="34" charset="-128"/>
            </a:endParaRPr>
          </a:p>
          <a:p>
            <a:pPr marL="0" indent="0">
              <a:buNone/>
            </a:pPr>
            <a:r>
              <a:rPr lang="en-US" sz="1400" kern="0" dirty="0">
                <a:solidFill>
                  <a:schemeClr val="accent4"/>
                </a:solidFill>
                <a:latin typeface="Adobe Gothic Std B" pitchFamily="34" charset="-128"/>
                <a:ea typeface="Adobe Gothic Std B" pitchFamily="34" charset="-128"/>
              </a:rPr>
              <a:t>{</a:t>
            </a:r>
            <a:endParaRPr lang="en-US" sz="1400" kern="0" dirty="0">
              <a:solidFill>
                <a:schemeClr val="accent1"/>
              </a:solidFill>
              <a:latin typeface="Adobe Gothic Std B" pitchFamily="34" charset="-128"/>
              <a:ea typeface="Adobe Gothic Std B" pitchFamily="34" charset="-128"/>
            </a:endParaRPr>
          </a:p>
          <a:p>
            <a:pPr marL="0" indent="0">
              <a:buNone/>
            </a:pPr>
            <a:r>
              <a:rPr lang="en-US" sz="1400" kern="0" dirty="0">
                <a:solidFill>
                  <a:schemeClr val="accent1"/>
                </a:solidFill>
                <a:latin typeface="Adobe Fan Heiti Std B" pitchFamily="34" charset="-128"/>
                <a:ea typeface="Adobe Fan Heiti Std B" pitchFamily="34" charset="-128"/>
              </a:rPr>
              <a:t>     </a:t>
            </a:r>
            <a:r>
              <a:rPr lang="en-US" sz="1400" kern="0" dirty="0" err="1">
                <a:solidFill>
                  <a:schemeClr val="accent1"/>
                </a:solidFill>
                <a:latin typeface="Adobe Fan Heiti Std B" pitchFamily="34" charset="-128"/>
                <a:ea typeface="Adobe Fan Heiti Std B" pitchFamily="34" charset="-128"/>
              </a:rPr>
              <a:t>int</a:t>
            </a:r>
            <a:r>
              <a:rPr lang="en-US" sz="1400" kern="0" dirty="0">
                <a:solidFill>
                  <a:schemeClr val="accent1"/>
                </a:solidFill>
                <a:latin typeface="Adobe Fan Heiti Std B" pitchFamily="34" charset="-128"/>
                <a:ea typeface="Adobe Fan Heiti Std B" pitchFamily="34" charset="-128"/>
              </a:rPr>
              <a:t> </a:t>
            </a:r>
            <a:r>
              <a:rPr lang="en-US" sz="1400" kern="0" dirty="0" err="1">
                <a:solidFill>
                  <a:schemeClr val="accent4"/>
                </a:solidFill>
                <a:latin typeface="Adobe Fan Heiti Std B" pitchFamily="34" charset="-128"/>
                <a:ea typeface="Adobe Fan Heiti Std B" pitchFamily="34" charset="-128"/>
              </a:rPr>
              <a:t>numerador</a:t>
            </a:r>
            <a:r>
              <a:rPr lang="en-US" sz="1400" kern="0" dirty="0">
                <a:solidFill>
                  <a:schemeClr val="accent4"/>
                </a:solidFill>
                <a:latin typeface="Adobe Fan Heiti Std B" pitchFamily="34" charset="-128"/>
                <a:ea typeface="Adobe Fan Heiti Std B" pitchFamily="34" charset="-128"/>
              </a:rPr>
              <a:t>;</a:t>
            </a:r>
          </a:p>
          <a:p>
            <a:pPr marL="0" indent="0">
              <a:buNone/>
            </a:pPr>
            <a:r>
              <a:rPr lang="en-US" sz="1400" kern="0" dirty="0">
                <a:solidFill>
                  <a:schemeClr val="accent1"/>
                </a:solidFill>
                <a:latin typeface="Adobe Fan Heiti Std B" pitchFamily="34" charset="-128"/>
                <a:ea typeface="Adobe Fan Heiti Std B" pitchFamily="34" charset="-128"/>
              </a:rPr>
              <a:t>     </a:t>
            </a:r>
            <a:r>
              <a:rPr lang="en-US" sz="1400" kern="0" dirty="0" err="1">
                <a:solidFill>
                  <a:schemeClr val="accent1"/>
                </a:solidFill>
                <a:latin typeface="Adobe Fan Heiti Std B" pitchFamily="34" charset="-128"/>
                <a:ea typeface="Adobe Fan Heiti Std B" pitchFamily="34" charset="-128"/>
              </a:rPr>
              <a:t>int</a:t>
            </a:r>
            <a:r>
              <a:rPr lang="en-US" sz="1400" kern="0" dirty="0">
                <a:solidFill>
                  <a:schemeClr val="accent1"/>
                </a:solidFill>
                <a:latin typeface="Adobe Fan Heiti Std B" pitchFamily="34" charset="-128"/>
                <a:ea typeface="Adobe Fan Heiti Std B" pitchFamily="34" charset="-128"/>
              </a:rPr>
              <a:t> </a:t>
            </a:r>
            <a:r>
              <a:rPr lang="en-US" sz="1400" kern="0" dirty="0" err="1">
                <a:solidFill>
                  <a:schemeClr val="accent4"/>
                </a:solidFill>
                <a:latin typeface="Adobe Fan Heiti Std B" pitchFamily="34" charset="-128"/>
                <a:ea typeface="Adobe Fan Heiti Std B" pitchFamily="34" charset="-128"/>
              </a:rPr>
              <a:t>denominador</a:t>
            </a:r>
            <a:r>
              <a:rPr lang="en-US" sz="1400" kern="0" dirty="0">
                <a:solidFill>
                  <a:schemeClr val="accent4"/>
                </a:solidFill>
                <a:latin typeface="Adobe Fan Heiti Std B" pitchFamily="34" charset="-128"/>
                <a:ea typeface="Adobe Fan Heiti Std B" pitchFamily="34" charset="-128"/>
              </a:rPr>
              <a:t>;</a:t>
            </a:r>
          </a:p>
          <a:p>
            <a:pPr marL="0" indent="0">
              <a:buNone/>
            </a:pPr>
            <a:endParaRPr lang="en-US" sz="1400" kern="0" dirty="0">
              <a:solidFill>
                <a:schemeClr val="accent4"/>
              </a:solidFill>
              <a:latin typeface="Adobe Fan Heiti Std B" pitchFamily="34" charset="-128"/>
              <a:ea typeface="Adobe Fan Heiti Std B" pitchFamily="34" charset="-128"/>
            </a:endParaRPr>
          </a:p>
          <a:p>
            <a:pPr marL="0" indent="0">
              <a:buNone/>
            </a:pPr>
            <a:r>
              <a:rPr lang="en-US" sz="1400" kern="0" dirty="0">
                <a:solidFill>
                  <a:schemeClr val="bg2">
                    <a:lumMod val="50000"/>
                  </a:schemeClr>
                </a:solidFill>
                <a:latin typeface="Adobe Fan Heiti Std B" pitchFamily="34" charset="-128"/>
                <a:ea typeface="Adobe Fan Heiti Std B" pitchFamily="34" charset="-128"/>
              </a:rPr>
              <a:t>     public</a:t>
            </a:r>
            <a:r>
              <a:rPr lang="en-US" sz="1400" kern="0" dirty="0">
                <a:latin typeface="Adobe Fan Heiti Std B" pitchFamily="34" charset="-128"/>
                <a:ea typeface="Adobe Fan Heiti Std B" pitchFamily="34" charset="-128"/>
              </a:rPr>
              <a:t> </a:t>
            </a:r>
            <a:r>
              <a:rPr lang="en-US" sz="1400" kern="0" dirty="0" err="1">
                <a:solidFill>
                  <a:schemeClr val="accent1"/>
                </a:solidFill>
                <a:latin typeface="Adobe Fan Heiti Std B" pitchFamily="34" charset="-128"/>
                <a:ea typeface="Adobe Fan Heiti Std B" pitchFamily="34" charset="-128"/>
              </a:rPr>
              <a:t>Racional</a:t>
            </a:r>
            <a:r>
              <a:rPr lang="en-US" sz="1400" kern="0" dirty="0">
                <a:solidFill>
                  <a:srgbClr val="FF0000"/>
                </a:solidFill>
                <a:latin typeface="Adobe Fan Heiti Std B" pitchFamily="34" charset="-128"/>
                <a:ea typeface="Adobe Fan Heiti Std B" pitchFamily="34" charset="-128"/>
              </a:rPr>
              <a:t> (</a:t>
            </a:r>
            <a:r>
              <a:rPr lang="en-US" sz="1400" kern="0" dirty="0" err="1">
                <a:solidFill>
                  <a:schemeClr val="accent1"/>
                </a:solidFill>
                <a:latin typeface="Adobe Fan Heiti Std B" pitchFamily="34" charset="-128"/>
                <a:ea typeface="Adobe Fan Heiti Std B" pitchFamily="34" charset="-128"/>
              </a:rPr>
              <a:t>int</a:t>
            </a:r>
            <a:r>
              <a:rPr lang="en-US" sz="1400" kern="0" dirty="0">
                <a:solidFill>
                  <a:schemeClr val="accent1"/>
                </a:solidFill>
                <a:latin typeface="Adobe Fan Heiti Std B" pitchFamily="34" charset="-128"/>
                <a:ea typeface="Adobe Fan Heiti Std B" pitchFamily="34" charset="-128"/>
              </a:rPr>
              <a:t> </a:t>
            </a:r>
            <a:r>
              <a:rPr lang="en-US" sz="1400" kern="0" dirty="0" err="1">
                <a:solidFill>
                  <a:srgbClr val="00B050"/>
                </a:solidFill>
                <a:latin typeface="Adobe Fan Heiti Std B" pitchFamily="34" charset="-128"/>
                <a:ea typeface="Adobe Fan Heiti Std B" pitchFamily="34" charset="-128"/>
              </a:rPr>
              <a:t>num</a:t>
            </a:r>
            <a:r>
              <a:rPr lang="en-US" sz="1400" kern="0" dirty="0">
                <a:solidFill>
                  <a:schemeClr val="accent4"/>
                </a:solidFill>
                <a:latin typeface="Adobe Fan Heiti Std B" pitchFamily="34" charset="-128"/>
                <a:ea typeface="Adobe Fan Heiti Std B" pitchFamily="34" charset="-128"/>
              </a:rPr>
              <a:t>, </a:t>
            </a:r>
            <a:r>
              <a:rPr lang="en-US" sz="1400" kern="0" dirty="0" err="1">
                <a:solidFill>
                  <a:schemeClr val="accent1"/>
                </a:solidFill>
                <a:latin typeface="Adobe Fan Heiti Std B" pitchFamily="34" charset="-128"/>
                <a:ea typeface="Adobe Fan Heiti Std B" pitchFamily="34" charset="-128"/>
              </a:rPr>
              <a:t>int</a:t>
            </a:r>
            <a:r>
              <a:rPr lang="en-US" sz="1400" kern="0" dirty="0">
                <a:solidFill>
                  <a:schemeClr val="accent1"/>
                </a:solidFill>
                <a:latin typeface="Adobe Fan Heiti Std B" pitchFamily="34" charset="-128"/>
                <a:ea typeface="Adobe Fan Heiti Std B" pitchFamily="34" charset="-128"/>
              </a:rPr>
              <a:t> </a:t>
            </a:r>
            <a:r>
              <a:rPr lang="en-US" sz="1400" kern="0" dirty="0">
                <a:solidFill>
                  <a:srgbClr val="00B050"/>
                </a:solidFill>
                <a:latin typeface="Adobe Fan Heiti Std B" pitchFamily="34" charset="-128"/>
                <a:ea typeface="Adobe Fan Heiti Std B" pitchFamily="34" charset="-128"/>
              </a:rPr>
              <a:t>den</a:t>
            </a:r>
            <a:r>
              <a:rPr lang="en-US" sz="1400" kern="0" dirty="0">
                <a:solidFill>
                  <a:schemeClr val="accent4"/>
                </a:solidFill>
                <a:latin typeface="Adobe Fan Heiti Std B" pitchFamily="34" charset="-128"/>
                <a:ea typeface="Adobe Fan Heiti Std B" pitchFamily="34" charset="-128"/>
              </a:rPr>
              <a:t>) {</a:t>
            </a:r>
          </a:p>
          <a:p>
            <a:pPr marL="0" indent="0">
              <a:buNone/>
            </a:pPr>
            <a:r>
              <a:rPr lang="en-US" sz="1400" kern="0" dirty="0">
                <a:latin typeface="Adobe Fan Heiti Std B" pitchFamily="34" charset="-128"/>
                <a:ea typeface="Adobe Fan Heiti Std B" pitchFamily="34" charset="-128"/>
              </a:rPr>
              <a:t>          </a:t>
            </a:r>
            <a:r>
              <a:rPr lang="en-US" sz="1400" kern="0" dirty="0" err="1">
                <a:latin typeface="Adobe Fan Heiti Std B" pitchFamily="34" charset="-128"/>
                <a:ea typeface="Adobe Fan Heiti Std B" pitchFamily="34" charset="-128"/>
              </a:rPr>
              <a:t>numerador</a:t>
            </a:r>
            <a:r>
              <a:rPr lang="en-US" sz="1400" kern="0" dirty="0">
                <a:latin typeface="Adobe Fan Heiti Std B" pitchFamily="34" charset="-128"/>
                <a:ea typeface="Adobe Fan Heiti Std B" pitchFamily="34" charset="-128"/>
              </a:rPr>
              <a:t> = </a:t>
            </a:r>
            <a:r>
              <a:rPr lang="en-US" sz="1400" kern="0" dirty="0" err="1">
                <a:solidFill>
                  <a:srgbClr val="00B050"/>
                </a:solidFill>
                <a:latin typeface="Adobe Fan Heiti Std B" pitchFamily="34" charset="-128"/>
                <a:ea typeface="Adobe Fan Heiti Std B" pitchFamily="34" charset="-128"/>
              </a:rPr>
              <a:t>num</a:t>
            </a:r>
            <a:r>
              <a:rPr lang="en-US" sz="1400" kern="0" dirty="0">
                <a:latin typeface="Adobe Fan Heiti Std B" pitchFamily="34" charset="-128"/>
                <a:ea typeface="Adobe Fan Heiti Std B" pitchFamily="34" charset="-128"/>
              </a:rPr>
              <a:t>;</a:t>
            </a:r>
          </a:p>
          <a:p>
            <a:pPr marL="0" indent="0">
              <a:buNone/>
            </a:pPr>
            <a:r>
              <a:rPr lang="en-US" sz="1400" kern="0" dirty="0">
                <a:latin typeface="Adobe Fan Heiti Std B" pitchFamily="34" charset="-128"/>
                <a:ea typeface="Adobe Fan Heiti Std B" pitchFamily="34" charset="-128"/>
              </a:rPr>
              <a:t>          </a:t>
            </a:r>
            <a:r>
              <a:rPr lang="en-US" sz="1400" kern="0" dirty="0" err="1">
                <a:latin typeface="Adobe Fan Heiti Std B" pitchFamily="34" charset="-128"/>
                <a:ea typeface="Adobe Fan Heiti Std B" pitchFamily="34" charset="-128"/>
              </a:rPr>
              <a:t>denominador</a:t>
            </a:r>
            <a:r>
              <a:rPr lang="en-US" sz="1400" kern="0" dirty="0">
                <a:latin typeface="Adobe Fan Heiti Std B" pitchFamily="34" charset="-128"/>
                <a:ea typeface="Adobe Fan Heiti Std B" pitchFamily="34" charset="-128"/>
              </a:rPr>
              <a:t> = </a:t>
            </a:r>
            <a:r>
              <a:rPr lang="en-US" sz="1400" kern="0" dirty="0" err="1">
                <a:solidFill>
                  <a:srgbClr val="00B050"/>
                </a:solidFill>
                <a:latin typeface="Adobe Fan Heiti Std B" pitchFamily="34" charset="-128"/>
                <a:ea typeface="Adobe Fan Heiti Std B" pitchFamily="34" charset="-128"/>
              </a:rPr>
              <a:t>dem</a:t>
            </a:r>
            <a:r>
              <a:rPr lang="en-US" sz="1400" kern="0" dirty="0">
                <a:latin typeface="Adobe Fan Heiti Std B" pitchFamily="34" charset="-128"/>
                <a:ea typeface="Adobe Fan Heiti Std B" pitchFamily="34" charset="-128"/>
              </a:rPr>
              <a:t>;</a:t>
            </a:r>
          </a:p>
          <a:p>
            <a:pPr marL="0" indent="0">
              <a:buNone/>
            </a:pPr>
            <a:r>
              <a:rPr lang="en-US" sz="1400" kern="0" dirty="0">
                <a:latin typeface="Adobe Fan Heiti Std B" pitchFamily="34" charset="-128"/>
                <a:ea typeface="Adobe Fan Heiti Std B" pitchFamily="34" charset="-128"/>
              </a:rPr>
              <a:t>     }</a:t>
            </a:r>
            <a:endParaRPr lang="en-US" sz="1400" kern="0" dirty="0">
              <a:solidFill>
                <a:schemeClr val="accent4"/>
              </a:solidFill>
              <a:latin typeface="Adobe Fan Heiti Std B" pitchFamily="34" charset="-128"/>
              <a:ea typeface="Adobe Fan Heiti Std B" pitchFamily="34" charset="-128"/>
            </a:endParaRPr>
          </a:p>
          <a:p>
            <a:pPr marL="0" indent="0">
              <a:buNone/>
            </a:pPr>
            <a:endParaRPr lang="en-US" sz="1400" kern="0" dirty="0">
              <a:solidFill>
                <a:schemeClr val="accent4"/>
              </a:solidFill>
              <a:latin typeface="Adobe Fan Heiti Std B" pitchFamily="34" charset="-128"/>
              <a:ea typeface="Adobe Fan Heiti Std B" pitchFamily="34" charset="-128"/>
            </a:endParaRPr>
          </a:p>
          <a:p>
            <a:pPr marL="0" indent="0">
              <a:buNone/>
            </a:pPr>
            <a:r>
              <a:rPr lang="en-US" sz="1400" kern="0" dirty="0">
                <a:solidFill>
                  <a:schemeClr val="bg2">
                    <a:lumMod val="50000"/>
                  </a:schemeClr>
                </a:solidFill>
                <a:latin typeface="Adobe Fan Heiti Std B" pitchFamily="34" charset="-128"/>
                <a:ea typeface="Adobe Fan Heiti Std B" pitchFamily="34" charset="-128"/>
              </a:rPr>
              <a:t>     </a:t>
            </a: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latin typeface="Adobe Fan Heiti Std B" pitchFamily="34" charset="-128"/>
              <a:ea typeface="Adobe Fan Heiti Std B" pitchFamily="34" charset="-128"/>
            </a:endParaRPr>
          </a:p>
          <a:p>
            <a:pPr marL="0" indent="0">
              <a:buNone/>
            </a:pPr>
            <a:r>
              <a:rPr lang="en-US" sz="1400" kern="0" dirty="0">
                <a:latin typeface="Adobe Gothic Std B" pitchFamily="34" charset="-128"/>
                <a:ea typeface="Adobe Gothic Std B" pitchFamily="34" charset="-128"/>
              </a:rPr>
              <a:t>}</a:t>
            </a:r>
          </a:p>
        </p:txBody>
      </p:sp>
      <p:grpSp>
        <p:nvGrpSpPr>
          <p:cNvPr id="7" name="6 Grupo"/>
          <p:cNvGrpSpPr/>
          <p:nvPr/>
        </p:nvGrpSpPr>
        <p:grpSpPr>
          <a:xfrm>
            <a:off x="3048879" y="1127671"/>
            <a:ext cx="694422" cy="954107"/>
            <a:chOff x="6253577" y="1556792"/>
            <a:chExt cx="694422" cy="954107"/>
          </a:xfrm>
        </p:grpSpPr>
        <p:sp>
          <p:nvSpPr>
            <p:cNvPr id="2" name="1 CuadroTexto"/>
            <p:cNvSpPr txBox="1"/>
            <p:nvPr/>
          </p:nvSpPr>
          <p:spPr>
            <a:xfrm>
              <a:off x="6253577" y="1556792"/>
              <a:ext cx="694422" cy="954107"/>
            </a:xfrm>
            <a:prstGeom prst="rect">
              <a:avLst/>
            </a:prstGeom>
            <a:noFill/>
          </p:spPr>
          <p:txBody>
            <a:bodyPr wrap="none" rtlCol="0">
              <a:spAutoFit/>
            </a:bodyPr>
            <a:lstStyle/>
            <a:p>
              <a:pPr algn="ctr"/>
              <a:r>
                <a:rPr lang="es-ES" sz="28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mn-lt"/>
                </a:rPr>
                <a:t>10</a:t>
              </a:r>
            </a:p>
            <a:p>
              <a:pPr algn="ctr"/>
              <a:r>
                <a:rPr lang="es-ES" sz="28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latin typeface="+mn-lt"/>
                </a:rPr>
                <a:t>3</a:t>
              </a:r>
            </a:p>
          </p:txBody>
        </p:sp>
        <p:cxnSp>
          <p:nvCxnSpPr>
            <p:cNvPr id="6" name="5 Conector recto"/>
            <p:cNvCxnSpPr>
              <a:stCxn id="2" idx="1"/>
              <a:endCxn id="2" idx="3"/>
            </p:cNvCxnSpPr>
            <p:nvPr/>
          </p:nvCxnSpPr>
          <p:spPr bwMode="auto">
            <a:xfrm>
              <a:off x="6253577" y="2033846"/>
              <a:ext cx="694422" cy="0"/>
            </a:xfrm>
            <a:prstGeom prst="line">
              <a:avLst/>
            </a:prstGeom>
            <a:solidFill>
              <a:schemeClr val="accent1"/>
            </a:solidFill>
            <a:ln w="57150" cap="flat" cmpd="sng" algn="ctr">
              <a:solidFill>
                <a:schemeClr val="tx1"/>
              </a:solidFill>
              <a:prstDash val="solid"/>
              <a:round/>
              <a:headEnd type="none" w="med" len="med"/>
              <a:tailEnd type="none" w="med" len="med"/>
            </a:ln>
            <a:effectLst/>
          </p:spPr>
        </p:cxnSp>
      </p:grpSp>
      <p:sp>
        <p:nvSpPr>
          <p:cNvPr id="8" name="7 CuadroTexto"/>
          <p:cNvSpPr txBox="1"/>
          <p:nvPr/>
        </p:nvSpPr>
        <p:spPr>
          <a:xfrm>
            <a:off x="2298452" y="2105102"/>
            <a:ext cx="1378904" cy="307777"/>
          </a:xfrm>
          <a:prstGeom prst="rect">
            <a:avLst/>
          </a:prstGeom>
          <a:noFill/>
        </p:spPr>
        <p:txBody>
          <a:bodyPr wrap="none" rtlCol="0">
            <a:spAutoFit/>
          </a:bodyPr>
          <a:lstStyle/>
          <a:p>
            <a:r>
              <a:rPr lang="es-ES" sz="1400" dirty="0" err="1">
                <a:solidFill>
                  <a:schemeClr val="bg1">
                    <a:lumMod val="65000"/>
                  </a:schemeClr>
                </a:solidFill>
              </a:rPr>
              <a:t>extends</a:t>
            </a:r>
            <a:r>
              <a:rPr lang="es-ES" sz="1400" dirty="0">
                <a:solidFill>
                  <a:schemeClr val="bg1">
                    <a:lumMod val="65000"/>
                  </a:schemeClr>
                </a:solidFill>
              </a:rPr>
              <a:t> </a:t>
            </a:r>
            <a:r>
              <a:rPr lang="es-ES" sz="1400" dirty="0" err="1">
                <a:solidFill>
                  <a:schemeClr val="bg1">
                    <a:lumMod val="65000"/>
                  </a:schemeClr>
                </a:solidFill>
              </a:rPr>
              <a:t>Object</a:t>
            </a:r>
            <a:endParaRPr lang="es-ES" sz="1400" dirty="0">
              <a:solidFill>
                <a:schemeClr val="bg1">
                  <a:lumMod val="65000"/>
                </a:schemeClr>
              </a:solidFill>
            </a:endParaRPr>
          </a:p>
        </p:txBody>
      </p:sp>
      <p:grpSp>
        <p:nvGrpSpPr>
          <p:cNvPr id="64" name="63 Grupo"/>
          <p:cNvGrpSpPr/>
          <p:nvPr/>
        </p:nvGrpSpPr>
        <p:grpSpPr>
          <a:xfrm>
            <a:off x="5860070" y="4293096"/>
            <a:ext cx="1727924" cy="1865858"/>
            <a:chOff x="7180409" y="3803965"/>
            <a:chExt cx="1727924" cy="1865858"/>
          </a:xfrm>
        </p:grpSpPr>
        <p:pic>
          <p:nvPicPr>
            <p:cNvPr id="65" name="Picture 2" descr="C:\Users\Raúl\Desktop\Objec2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80409" y="3803965"/>
              <a:ext cx="1727924" cy="1246494"/>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2" descr="C:\Users\Raúl\Desktop\Clas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27514" y="5013176"/>
              <a:ext cx="1527175" cy="656647"/>
            </a:xfrm>
            <a:prstGeom prst="rect">
              <a:avLst/>
            </a:prstGeom>
            <a:noFill/>
            <a:extLst>
              <a:ext uri="{909E8E84-426E-40DD-AFC4-6F175D3DCCD1}">
                <a14:hiddenFill xmlns:a14="http://schemas.microsoft.com/office/drawing/2010/main">
                  <a:solidFill>
                    <a:srgbClr val="FFFFFF"/>
                  </a:solidFill>
                </a14:hiddenFill>
              </a:ext>
            </a:extLst>
          </p:spPr>
        </p:pic>
        <p:sp>
          <p:nvSpPr>
            <p:cNvPr id="67" name="66 CuadroTexto"/>
            <p:cNvSpPr txBox="1"/>
            <p:nvPr/>
          </p:nvSpPr>
          <p:spPr>
            <a:xfrm>
              <a:off x="7340214" y="5085184"/>
              <a:ext cx="1527175" cy="384721"/>
            </a:xfrm>
            <a:prstGeom prst="rect">
              <a:avLst/>
            </a:prstGeom>
            <a:noFill/>
          </p:spPr>
          <p:txBody>
            <a:bodyPr wrap="square" rtlCol="0">
              <a:spAutoFit/>
            </a:bodyPr>
            <a:lstStyle/>
            <a:p>
              <a:pPr algn="ctr"/>
              <a:r>
                <a:rPr lang="es-ES" b="1" dirty="0">
                  <a:solidFill>
                    <a:schemeClr val="tx1">
                      <a:lumMod val="60000"/>
                      <a:lumOff val="40000"/>
                    </a:schemeClr>
                  </a:solidFill>
                </a:rPr>
                <a:t>Racional</a:t>
              </a:r>
              <a:endParaRPr lang="es-ES" b="1" dirty="0"/>
            </a:p>
          </p:txBody>
        </p:sp>
      </p:grpSp>
      <p:sp>
        <p:nvSpPr>
          <p:cNvPr id="68" name="67 CuadroTexto"/>
          <p:cNvSpPr txBox="1"/>
          <p:nvPr/>
        </p:nvSpPr>
        <p:spPr>
          <a:xfrm>
            <a:off x="4723387" y="4665074"/>
            <a:ext cx="4001291" cy="307777"/>
          </a:xfrm>
          <a:prstGeom prst="rect">
            <a:avLst/>
          </a:prstGeom>
          <a:noFill/>
        </p:spPr>
        <p:txBody>
          <a:bodyPr wrap="square" rtlCol="0">
            <a:spAutoFit/>
          </a:bodyPr>
          <a:lstStyle/>
          <a:p>
            <a:pPr algn="ctr"/>
            <a:r>
              <a:rPr lang="es-ES" sz="1400" dirty="0" err="1">
                <a:solidFill>
                  <a:srgbClr val="FF0000"/>
                </a:solidFill>
              </a:rPr>
              <a:t>getClass</a:t>
            </a:r>
            <a:r>
              <a:rPr lang="es-ES" sz="1400" dirty="0">
                <a:solidFill>
                  <a:srgbClr val="FF0000"/>
                </a:solidFill>
              </a:rPr>
              <a:t>()     </a:t>
            </a:r>
            <a:r>
              <a:rPr lang="es-ES" sz="1400" dirty="0" err="1">
                <a:solidFill>
                  <a:srgbClr val="FF0000"/>
                </a:solidFill>
              </a:rPr>
              <a:t>equals</a:t>
            </a:r>
            <a:r>
              <a:rPr lang="es-ES" sz="1400" dirty="0">
                <a:solidFill>
                  <a:srgbClr val="FF0000"/>
                </a:solidFill>
              </a:rPr>
              <a:t>()    </a:t>
            </a:r>
            <a:r>
              <a:rPr lang="es-ES" sz="1400" dirty="0" err="1">
                <a:solidFill>
                  <a:srgbClr val="FF0000"/>
                </a:solidFill>
              </a:rPr>
              <a:t>hashCode</a:t>
            </a:r>
            <a:r>
              <a:rPr lang="es-ES" sz="1400" dirty="0">
                <a:solidFill>
                  <a:srgbClr val="FF0000"/>
                </a:solidFill>
              </a:rPr>
              <a:t>()   </a:t>
            </a:r>
            <a:r>
              <a:rPr lang="es-ES" sz="1400" dirty="0" err="1">
                <a:solidFill>
                  <a:srgbClr val="FF0000"/>
                </a:solidFill>
              </a:rPr>
              <a:t>toString</a:t>
            </a:r>
            <a:r>
              <a:rPr lang="es-ES" sz="1400" dirty="0">
                <a:solidFill>
                  <a:srgbClr val="FF0000"/>
                </a:solidFill>
              </a:rPr>
              <a:t>()</a:t>
            </a:r>
          </a:p>
        </p:txBody>
      </p:sp>
      <p:sp>
        <p:nvSpPr>
          <p:cNvPr id="69" name="68 CuadroTexto"/>
          <p:cNvSpPr txBox="1"/>
          <p:nvPr/>
        </p:nvSpPr>
        <p:spPr>
          <a:xfrm>
            <a:off x="4572000" y="4668691"/>
            <a:ext cx="4304064" cy="307777"/>
          </a:xfrm>
          <a:prstGeom prst="rect">
            <a:avLst/>
          </a:prstGeom>
          <a:noFill/>
        </p:spPr>
        <p:txBody>
          <a:bodyPr wrap="square" rtlCol="0">
            <a:spAutoFit/>
          </a:bodyPr>
          <a:lstStyle/>
          <a:p>
            <a:pPr algn="ctr"/>
            <a:r>
              <a:rPr lang="es-ES" sz="1400" dirty="0" err="1">
                <a:solidFill>
                  <a:srgbClr val="FF0000"/>
                </a:solidFill>
              </a:rPr>
              <a:t>getClass</a:t>
            </a:r>
            <a:r>
              <a:rPr lang="es-ES" sz="1400" dirty="0">
                <a:solidFill>
                  <a:srgbClr val="FF0000"/>
                </a:solidFill>
              </a:rPr>
              <a:t>()     </a:t>
            </a:r>
            <a:r>
              <a:rPr lang="es-ES" sz="1400" dirty="0" err="1">
                <a:solidFill>
                  <a:srgbClr val="FF0000"/>
                </a:solidFill>
              </a:rPr>
              <a:t>equals</a:t>
            </a:r>
            <a:r>
              <a:rPr lang="es-ES" sz="1400" dirty="0">
                <a:solidFill>
                  <a:srgbClr val="FF0000"/>
                </a:solidFill>
              </a:rPr>
              <a:t>()    </a:t>
            </a:r>
            <a:r>
              <a:rPr lang="es-ES" sz="1400" dirty="0" err="1">
                <a:solidFill>
                  <a:srgbClr val="FF0000"/>
                </a:solidFill>
              </a:rPr>
              <a:t>hashCode</a:t>
            </a:r>
            <a:r>
              <a:rPr lang="es-ES" sz="1400" dirty="0">
                <a:solidFill>
                  <a:srgbClr val="FF0000"/>
                </a:solidFill>
              </a:rPr>
              <a:t>()   </a:t>
            </a:r>
            <a:r>
              <a:rPr lang="es-ES" sz="1400" dirty="0" err="1">
                <a:solidFill>
                  <a:srgbClr val="FF0000"/>
                </a:solidFill>
              </a:rPr>
              <a:t>toString</a:t>
            </a:r>
            <a:r>
              <a:rPr lang="es-ES" sz="1400" dirty="0">
                <a:solidFill>
                  <a:srgbClr val="FF0000"/>
                </a:solidFill>
              </a:rPr>
              <a:t>()</a:t>
            </a:r>
          </a:p>
        </p:txBody>
      </p:sp>
      <p:sp>
        <p:nvSpPr>
          <p:cNvPr id="75" name="Rectangle 3"/>
          <p:cNvSpPr txBox="1">
            <a:spLocks noChangeArrowheads="1"/>
          </p:cNvSpPr>
          <p:nvPr/>
        </p:nvSpPr>
        <p:spPr bwMode="auto">
          <a:xfrm>
            <a:off x="4673848" y="1607384"/>
            <a:ext cx="3498552" cy="2037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chemeClr val="bg2">
                    <a:lumMod val="50000"/>
                  </a:schemeClr>
                </a:solidFill>
                <a:latin typeface="Adobe Fan Heiti Std B" pitchFamily="34" charset="-128"/>
                <a:ea typeface="Adobe Fan Heiti Std B" pitchFamily="34" charset="-128"/>
              </a:rPr>
              <a:t>... </a:t>
            </a:r>
            <a:r>
              <a:rPr lang="en-US" sz="1400" kern="0" dirty="0">
                <a:latin typeface="Adobe Fan Heiti Std B" pitchFamily="34" charset="-128"/>
                <a:ea typeface="Adobe Fan Heiti Std B" pitchFamily="34" charset="-128"/>
              </a:rPr>
              <a:t>main {</a:t>
            </a:r>
          </a:p>
          <a:p>
            <a:pPr marL="0" indent="0">
              <a:buNone/>
            </a:pPr>
            <a:r>
              <a:rPr lang="en-US" sz="1400" kern="0" dirty="0">
                <a:latin typeface="Adobe Fan Heiti Std B" pitchFamily="34" charset="-128"/>
                <a:ea typeface="Adobe Fan Heiti Std B" pitchFamily="34" charset="-128"/>
              </a:rPr>
              <a:t>    </a:t>
            </a:r>
            <a:r>
              <a:rPr lang="en-US" sz="1400" kern="0" dirty="0" err="1">
                <a:latin typeface="Adobe Fan Heiti Std B" pitchFamily="34" charset="-128"/>
                <a:ea typeface="Adobe Fan Heiti Std B" pitchFamily="34" charset="-128"/>
              </a:rPr>
              <a:t>Racional</a:t>
            </a:r>
            <a:r>
              <a:rPr lang="en-US" sz="1400" kern="0" dirty="0">
                <a:latin typeface="Adobe Fan Heiti Std B" pitchFamily="34" charset="-128"/>
                <a:ea typeface="Adobe Fan Heiti Std B" pitchFamily="34" charset="-128"/>
              </a:rPr>
              <a:t> </a:t>
            </a:r>
            <a:r>
              <a:rPr lang="en-US" sz="1400" kern="0" dirty="0">
                <a:latin typeface="Adobe Gothic Std B" pitchFamily="34" charset="-128"/>
                <a:ea typeface="Adobe Gothic Std B" pitchFamily="34" charset="-128"/>
              </a:rPr>
              <a:t>r</a:t>
            </a:r>
            <a:r>
              <a:rPr lang="en-US" sz="1400" kern="0" dirty="0">
                <a:latin typeface="Adobe Fan Heiti Std B" pitchFamily="34" charset="-128"/>
                <a:ea typeface="Adobe Fan Heiti Std B" pitchFamily="34" charset="-128"/>
              </a:rPr>
              <a:t> = new </a:t>
            </a:r>
            <a:r>
              <a:rPr lang="en-US" sz="1400" kern="0" dirty="0" err="1">
                <a:solidFill>
                  <a:srgbClr val="FF0000"/>
                </a:solidFill>
                <a:latin typeface="Adobe Fan Heiti Std B" pitchFamily="34" charset="-128"/>
                <a:ea typeface="Adobe Fan Heiti Std B" pitchFamily="34" charset="-128"/>
              </a:rPr>
              <a:t>Racional</a:t>
            </a:r>
            <a:r>
              <a:rPr lang="en-US" sz="1400" kern="0" dirty="0">
                <a:solidFill>
                  <a:srgbClr val="FF0000"/>
                </a:solidFill>
                <a:latin typeface="Adobe Fan Heiti Std B" pitchFamily="34" charset="-128"/>
                <a:ea typeface="Adobe Fan Heiti Std B" pitchFamily="34" charset="-128"/>
              </a:rPr>
              <a:t>(</a:t>
            </a:r>
            <a:r>
              <a:rPr lang="en-US" sz="1400" kern="0" dirty="0">
                <a:solidFill>
                  <a:srgbClr val="009900"/>
                </a:solidFill>
                <a:latin typeface="Adobe Fan Heiti Std B" pitchFamily="34" charset="-128"/>
                <a:ea typeface="Adobe Fan Heiti Std B" pitchFamily="34" charset="-128"/>
              </a:rPr>
              <a:t>10, 3</a:t>
            </a:r>
            <a:r>
              <a:rPr lang="en-US" sz="1400" kern="0" dirty="0">
                <a:solidFill>
                  <a:srgbClr val="FF0000"/>
                </a:solidFill>
                <a:latin typeface="Adobe Fan Heiti Std B" pitchFamily="34" charset="-128"/>
                <a:ea typeface="Adobe Fan Heiti Std B" pitchFamily="34" charset="-128"/>
              </a:rPr>
              <a:t>)</a:t>
            </a:r>
            <a:r>
              <a:rPr lang="en-US" sz="1400" kern="0" dirty="0">
                <a:latin typeface="Adobe Fan Heiti Std B" pitchFamily="34" charset="-128"/>
                <a:ea typeface="Adobe Fan Heiti Std B" pitchFamily="34" charset="-128"/>
              </a:rPr>
              <a:t>;</a:t>
            </a:r>
          </a:p>
          <a:p>
            <a:pPr marL="0" indent="0">
              <a:buNone/>
            </a:pPr>
            <a:r>
              <a:rPr lang="en-US" sz="1400" kern="0" dirty="0">
                <a:latin typeface="Adobe Fan Heiti Std B" pitchFamily="34" charset="-128"/>
                <a:ea typeface="Adobe Fan Heiti Std B" pitchFamily="34" charset="-128"/>
              </a:rPr>
              <a:t>    </a:t>
            </a:r>
            <a:r>
              <a:rPr lang="en-US" sz="1400" kern="0" dirty="0" err="1">
                <a:latin typeface="Adobe Fan Heiti Std B" pitchFamily="34" charset="-128"/>
                <a:ea typeface="Adobe Fan Heiti Std B" pitchFamily="34" charset="-128"/>
              </a:rPr>
              <a:t>Racional</a:t>
            </a:r>
            <a:r>
              <a:rPr lang="en-US" sz="1400" kern="0" dirty="0">
                <a:latin typeface="Adobe Fan Heiti Std B" pitchFamily="34" charset="-128"/>
                <a:ea typeface="Adobe Fan Heiti Std B" pitchFamily="34" charset="-128"/>
              </a:rPr>
              <a:t> </a:t>
            </a:r>
            <a:r>
              <a:rPr lang="en-US" sz="1400" kern="0" dirty="0">
                <a:latin typeface="Adobe Gothic Std B" pitchFamily="34" charset="-128"/>
                <a:ea typeface="Adobe Gothic Std B" pitchFamily="34" charset="-128"/>
              </a:rPr>
              <a:t>r2</a:t>
            </a:r>
            <a:r>
              <a:rPr lang="en-US" sz="1400" kern="0" dirty="0">
                <a:latin typeface="Adobe Fan Heiti Std B" pitchFamily="34" charset="-128"/>
                <a:ea typeface="Adobe Fan Heiti Std B" pitchFamily="34" charset="-128"/>
              </a:rPr>
              <a:t> = new </a:t>
            </a:r>
            <a:r>
              <a:rPr lang="en-US" sz="1400" kern="0" dirty="0" err="1">
                <a:solidFill>
                  <a:srgbClr val="FF0000"/>
                </a:solidFill>
                <a:latin typeface="Adobe Fan Heiti Std B" pitchFamily="34" charset="-128"/>
                <a:ea typeface="Adobe Fan Heiti Std B" pitchFamily="34" charset="-128"/>
              </a:rPr>
              <a:t>Racional</a:t>
            </a:r>
            <a:r>
              <a:rPr lang="en-US" sz="1400" kern="0" dirty="0">
                <a:solidFill>
                  <a:srgbClr val="FF0000"/>
                </a:solidFill>
                <a:latin typeface="Adobe Fan Heiti Std B" pitchFamily="34" charset="-128"/>
                <a:ea typeface="Adobe Fan Heiti Std B" pitchFamily="34" charset="-128"/>
              </a:rPr>
              <a:t>(</a:t>
            </a:r>
            <a:r>
              <a:rPr lang="en-US" sz="1400" kern="0" dirty="0">
                <a:solidFill>
                  <a:srgbClr val="009900"/>
                </a:solidFill>
                <a:latin typeface="Adobe Fan Heiti Std B" pitchFamily="34" charset="-128"/>
                <a:ea typeface="Adobe Fan Heiti Std B" pitchFamily="34" charset="-128"/>
              </a:rPr>
              <a:t>20, 6</a:t>
            </a:r>
            <a:r>
              <a:rPr lang="en-US" sz="1400" kern="0" dirty="0">
                <a:solidFill>
                  <a:srgbClr val="FF0000"/>
                </a:solidFill>
                <a:latin typeface="Adobe Fan Heiti Std B" pitchFamily="34" charset="-128"/>
                <a:ea typeface="Adobe Fan Heiti Std B" pitchFamily="34" charset="-128"/>
              </a:rPr>
              <a:t>)</a:t>
            </a:r>
            <a:r>
              <a:rPr lang="en-US" sz="1400" kern="0" dirty="0">
                <a:latin typeface="Adobe Fan Heiti Std B" pitchFamily="34" charset="-128"/>
                <a:ea typeface="Adobe Fan Heiti Std B" pitchFamily="34" charset="-128"/>
              </a:rPr>
              <a:t>;</a:t>
            </a:r>
          </a:p>
          <a:p>
            <a:pPr marL="0" indent="0">
              <a:buNone/>
            </a:pPr>
            <a:r>
              <a:rPr lang="en-US" sz="1400" kern="0" dirty="0">
                <a:latin typeface="Adobe Fan Heiti Std B" pitchFamily="34" charset="-128"/>
                <a:ea typeface="Adobe Fan Heiti Std B" pitchFamily="34" charset="-128"/>
              </a:rPr>
              <a:t>    ...</a:t>
            </a:r>
            <a:r>
              <a:rPr lang="en-US" sz="1400" kern="0" dirty="0" err="1">
                <a:solidFill>
                  <a:srgbClr val="FFC000"/>
                </a:solidFill>
                <a:latin typeface="Adobe Fan Heiti Std B" pitchFamily="34" charset="-128"/>
                <a:ea typeface="Adobe Fan Heiti Std B" pitchFamily="34" charset="-128"/>
              </a:rPr>
              <a:t>println</a:t>
            </a:r>
            <a:r>
              <a:rPr lang="en-US" sz="1400" kern="0" dirty="0">
                <a:solidFill>
                  <a:srgbClr val="FFC000"/>
                </a:solidFill>
                <a:latin typeface="Adobe Fan Heiti Std B" pitchFamily="34" charset="-128"/>
                <a:ea typeface="Adobe Fan Heiti Std B" pitchFamily="34" charset="-128"/>
              </a:rPr>
              <a:t> ( </a:t>
            </a:r>
            <a:r>
              <a:rPr lang="en-US" sz="1400" b="0" kern="0" dirty="0" err="1">
                <a:latin typeface="Adobe Gothic Std B" pitchFamily="34" charset="-128"/>
                <a:ea typeface="Adobe Gothic Std B" pitchFamily="34" charset="-128"/>
              </a:rPr>
              <a:t>r.</a:t>
            </a:r>
            <a:r>
              <a:rPr lang="en-US" sz="1400" kern="0" dirty="0" err="1">
                <a:solidFill>
                  <a:srgbClr val="FF0000"/>
                </a:solidFill>
                <a:latin typeface="Adobe Fan Heiti Std B" pitchFamily="34" charset="-128"/>
                <a:ea typeface="Adobe Fan Heiti Std B" pitchFamily="34" charset="-128"/>
              </a:rPr>
              <a:t>getClass</a:t>
            </a:r>
            <a:r>
              <a:rPr lang="en-US" sz="1400" kern="0" dirty="0">
                <a:solidFill>
                  <a:srgbClr val="FF0000"/>
                </a:solidFill>
                <a:latin typeface="Adobe Fan Heiti Std B" pitchFamily="34" charset="-128"/>
                <a:ea typeface="Adobe Fan Heiti Std B" pitchFamily="34" charset="-128"/>
              </a:rPr>
              <a:t>() </a:t>
            </a:r>
            <a:r>
              <a:rPr lang="en-US" sz="1400" kern="0" dirty="0">
                <a:solidFill>
                  <a:srgbClr val="FFC000"/>
                </a:solidFill>
                <a:latin typeface="Adobe Fan Heiti Std B" pitchFamily="34" charset="-128"/>
                <a:ea typeface="Adobe Fan Heiti Std B" pitchFamily="34" charset="-128"/>
              </a:rPr>
              <a:t>)</a:t>
            </a:r>
            <a:r>
              <a:rPr lang="en-US" sz="1400" kern="0" dirty="0">
                <a:latin typeface="Adobe Fan Heiti Std B" pitchFamily="34" charset="-128"/>
                <a:ea typeface="Adobe Fan Heiti Std B" pitchFamily="34" charset="-128"/>
              </a:rPr>
              <a:t>;</a:t>
            </a:r>
          </a:p>
          <a:p>
            <a:pPr marL="0" indent="0">
              <a:buNone/>
            </a:pPr>
            <a:r>
              <a:rPr lang="en-US" sz="1400" kern="0" dirty="0">
                <a:latin typeface="Adobe Fan Heiti Std B" pitchFamily="34" charset="-128"/>
                <a:ea typeface="Adobe Fan Heiti Std B" pitchFamily="34" charset="-128"/>
              </a:rPr>
              <a:t>    ...</a:t>
            </a:r>
            <a:r>
              <a:rPr lang="en-US" sz="1400" kern="0" dirty="0" err="1">
                <a:solidFill>
                  <a:srgbClr val="FFC000"/>
                </a:solidFill>
                <a:latin typeface="Adobe Fan Heiti Std B" pitchFamily="34" charset="-128"/>
                <a:ea typeface="Adobe Fan Heiti Std B" pitchFamily="34" charset="-128"/>
              </a:rPr>
              <a:t>println</a:t>
            </a:r>
            <a:r>
              <a:rPr lang="en-US" sz="1400" kern="0" dirty="0">
                <a:latin typeface="Adobe Fan Heiti Std B" pitchFamily="34" charset="-128"/>
                <a:ea typeface="Adobe Fan Heiti Std B" pitchFamily="34" charset="-128"/>
              </a:rPr>
              <a:t> ( </a:t>
            </a:r>
            <a:r>
              <a:rPr lang="en-US" sz="1400" b="0" kern="0" dirty="0" err="1">
                <a:latin typeface="Adobe Gothic Std B" pitchFamily="34" charset="-128"/>
                <a:ea typeface="Adobe Gothic Std B" pitchFamily="34" charset="-128"/>
              </a:rPr>
              <a:t>r.</a:t>
            </a:r>
            <a:r>
              <a:rPr lang="en-US" sz="1400" kern="0" dirty="0" err="1">
                <a:solidFill>
                  <a:srgbClr val="FF0000"/>
                </a:solidFill>
                <a:latin typeface="Adobe Fan Heiti Std B" pitchFamily="34" charset="-128"/>
                <a:ea typeface="Adobe Fan Heiti Std B" pitchFamily="34" charset="-128"/>
              </a:rPr>
              <a:t>hashCode</a:t>
            </a:r>
            <a:r>
              <a:rPr lang="en-US" sz="1400" kern="0" dirty="0">
                <a:solidFill>
                  <a:srgbClr val="FF0000"/>
                </a:solidFill>
                <a:latin typeface="Adobe Fan Heiti Std B" pitchFamily="34" charset="-128"/>
                <a:ea typeface="Adobe Fan Heiti Std B" pitchFamily="34" charset="-128"/>
              </a:rPr>
              <a:t>() </a:t>
            </a:r>
            <a:r>
              <a:rPr lang="en-US" sz="1400" kern="0" dirty="0">
                <a:solidFill>
                  <a:srgbClr val="FFC000"/>
                </a:solidFill>
                <a:latin typeface="Adobe Fan Heiti Std B" pitchFamily="34" charset="-128"/>
                <a:ea typeface="Adobe Fan Heiti Std B" pitchFamily="34" charset="-128"/>
              </a:rPr>
              <a:t>)</a:t>
            </a:r>
            <a:r>
              <a:rPr lang="en-US" sz="1400" kern="0" dirty="0">
                <a:latin typeface="Adobe Fan Heiti Std B" pitchFamily="34" charset="-128"/>
                <a:ea typeface="Adobe Fan Heiti Std B" pitchFamily="34" charset="-128"/>
              </a:rPr>
              <a:t>;</a:t>
            </a:r>
          </a:p>
          <a:p>
            <a:pPr marL="0" indent="0">
              <a:buNone/>
            </a:pPr>
            <a:r>
              <a:rPr lang="en-US" sz="1400" kern="0" dirty="0">
                <a:latin typeface="Adobe Fan Heiti Std B" pitchFamily="34" charset="-128"/>
                <a:ea typeface="Adobe Fan Heiti Std B" pitchFamily="34" charset="-128"/>
              </a:rPr>
              <a:t>    ...</a:t>
            </a:r>
            <a:r>
              <a:rPr lang="en-US" sz="1400" kern="0" dirty="0" err="1">
                <a:solidFill>
                  <a:srgbClr val="FFC000"/>
                </a:solidFill>
                <a:latin typeface="Adobe Fan Heiti Std B" pitchFamily="34" charset="-128"/>
                <a:ea typeface="Adobe Fan Heiti Std B" pitchFamily="34" charset="-128"/>
              </a:rPr>
              <a:t>println</a:t>
            </a:r>
            <a:r>
              <a:rPr lang="en-US" sz="1400" kern="0" dirty="0">
                <a:latin typeface="Adobe Fan Heiti Std B" pitchFamily="34" charset="-128"/>
                <a:ea typeface="Adobe Fan Heiti Std B" pitchFamily="34" charset="-128"/>
              </a:rPr>
              <a:t> (                           </a:t>
            </a:r>
            <a:r>
              <a:rPr lang="en-US" sz="1400" kern="0" dirty="0">
                <a:solidFill>
                  <a:srgbClr val="FF0000"/>
                </a:solidFill>
                <a:latin typeface="Adobe Fan Heiti Std B" pitchFamily="34" charset="-128"/>
                <a:ea typeface="Adobe Fan Heiti Std B" pitchFamily="34" charset="-128"/>
              </a:rPr>
              <a:t> </a:t>
            </a:r>
            <a:r>
              <a:rPr lang="en-US" sz="1400" kern="0" dirty="0">
                <a:solidFill>
                  <a:srgbClr val="FFC000"/>
                </a:solidFill>
                <a:latin typeface="Adobe Fan Heiti Std B" pitchFamily="34" charset="-128"/>
                <a:ea typeface="Adobe Fan Heiti Std B" pitchFamily="34" charset="-128"/>
              </a:rPr>
              <a:t>)</a:t>
            </a:r>
            <a:r>
              <a:rPr lang="en-US" sz="1400" kern="0" dirty="0">
                <a:latin typeface="Adobe Fan Heiti Std B" pitchFamily="34" charset="-128"/>
                <a:ea typeface="Adobe Fan Heiti Std B" pitchFamily="34" charset="-128"/>
              </a:rPr>
              <a:t>;</a:t>
            </a:r>
          </a:p>
          <a:p>
            <a:pPr marL="0" indent="0">
              <a:buNone/>
            </a:pPr>
            <a:r>
              <a:rPr lang="en-US" sz="1400" kern="0" dirty="0">
                <a:latin typeface="Adobe Fan Heiti Std B" pitchFamily="34" charset="-128"/>
                <a:ea typeface="Adobe Fan Heiti Std B" pitchFamily="34" charset="-128"/>
              </a:rPr>
              <a:t>    ...</a:t>
            </a:r>
            <a:r>
              <a:rPr lang="en-US" sz="1400" kern="0" dirty="0" err="1">
                <a:solidFill>
                  <a:srgbClr val="FFC000"/>
                </a:solidFill>
                <a:latin typeface="Adobe Fan Heiti Std B" pitchFamily="34" charset="-128"/>
                <a:ea typeface="Adobe Fan Heiti Std B" pitchFamily="34" charset="-128"/>
              </a:rPr>
              <a:t>println</a:t>
            </a:r>
            <a:r>
              <a:rPr lang="en-US" sz="1400" kern="0" dirty="0">
                <a:latin typeface="Adobe Fan Heiti Std B" pitchFamily="34" charset="-128"/>
                <a:ea typeface="Adobe Fan Heiti Std B" pitchFamily="34" charset="-128"/>
              </a:rPr>
              <a:t> ( </a:t>
            </a:r>
            <a:r>
              <a:rPr lang="en-US" sz="1400" b="0" kern="0" dirty="0" err="1">
                <a:latin typeface="Adobe Gothic Std B" pitchFamily="34" charset="-128"/>
                <a:ea typeface="Adobe Gothic Std B" pitchFamily="34" charset="-128"/>
              </a:rPr>
              <a:t>r.</a:t>
            </a:r>
            <a:r>
              <a:rPr lang="en-US" sz="1400" kern="0" dirty="0" err="1">
                <a:solidFill>
                  <a:srgbClr val="FF0000"/>
                </a:solidFill>
                <a:latin typeface="Adobe Fan Heiti Std B" pitchFamily="34" charset="-128"/>
                <a:ea typeface="Adobe Fan Heiti Std B" pitchFamily="34" charset="-128"/>
              </a:rPr>
              <a:t>equals</a:t>
            </a:r>
            <a:r>
              <a:rPr lang="en-US" sz="1400" kern="0" dirty="0">
                <a:solidFill>
                  <a:srgbClr val="FF0000"/>
                </a:solidFill>
                <a:latin typeface="Adobe Fan Heiti Std B" pitchFamily="34" charset="-128"/>
                <a:ea typeface="Adobe Fan Heiti Std B" pitchFamily="34" charset="-128"/>
              </a:rPr>
              <a:t>( </a:t>
            </a:r>
            <a:r>
              <a:rPr lang="en-US" sz="1400" b="0" kern="0" dirty="0">
                <a:solidFill>
                  <a:schemeClr val="accent4"/>
                </a:solidFill>
                <a:latin typeface="Adobe Gothic Std B" pitchFamily="34" charset="-128"/>
                <a:ea typeface="Adobe Gothic Std B" pitchFamily="34" charset="-128"/>
              </a:rPr>
              <a:t>r2</a:t>
            </a:r>
            <a:r>
              <a:rPr lang="en-US" sz="1400" kern="0" dirty="0">
                <a:solidFill>
                  <a:srgbClr val="FF0000"/>
                </a:solidFill>
                <a:latin typeface="Adobe Fan Heiti Std B" pitchFamily="34" charset="-128"/>
                <a:ea typeface="Adobe Fan Heiti Std B" pitchFamily="34" charset="-128"/>
              </a:rPr>
              <a:t> ) </a:t>
            </a:r>
            <a:r>
              <a:rPr lang="en-US" sz="1400" kern="0" dirty="0">
                <a:solidFill>
                  <a:srgbClr val="FFC000"/>
                </a:solidFill>
                <a:latin typeface="Adobe Fan Heiti Std B" pitchFamily="34" charset="-128"/>
                <a:ea typeface="Adobe Fan Heiti Std B" pitchFamily="34" charset="-128"/>
              </a:rPr>
              <a:t>)</a:t>
            </a:r>
            <a:r>
              <a:rPr lang="en-US" sz="1400" kern="0" dirty="0">
                <a:latin typeface="Adobe Fan Heiti Std B" pitchFamily="34" charset="-128"/>
                <a:ea typeface="Adobe Fan Heiti Std B" pitchFamily="34" charset="-128"/>
              </a:rPr>
              <a:t>;</a:t>
            </a:r>
          </a:p>
          <a:p>
            <a:pPr marL="0" indent="0">
              <a:buNone/>
            </a:pPr>
            <a:r>
              <a:rPr lang="en-US" sz="1400" kern="0" dirty="0">
                <a:latin typeface="Adobe Fan Heiti Std B" pitchFamily="34" charset="-128"/>
                <a:ea typeface="Adobe Fan Heiti Std B" pitchFamily="34" charset="-128"/>
              </a:rPr>
              <a:t>}</a:t>
            </a:r>
          </a:p>
        </p:txBody>
      </p:sp>
      <p:sp>
        <p:nvSpPr>
          <p:cNvPr id="24" name="Rectangle 3"/>
          <p:cNvSpPr txBox="1">
            <a:spLocks noChangeArrowheads="1"/>
          </p:cNvSpPr>
          <p:nvPr/>
        </p:nvSpPr>
        <p:spPr bwMode="auto">
          <a:xfrm>
            <a:off x="5709994" y="2874688"/>
            <a:ext cx="1176831" cy="2535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b="0" kern="0" dirty="0" err="1">
                <a:latin typeface="Adobe Gothic Std B" pitchFamily="34" charset="-128"/>
                <a:ea typeface="Adobe Gothic Std B" pitchFamily="34" charset="-128"/>
              </a:rPr>
              <a:t>r.</a:t>
            </a:r>
            <a:r>
              <a:rPr lang="en-US" sz="1400" kern="0" dirty="0" err="1">
                <a:solidFill>
                  <a:srgbClr val="FF0000"/>
                </a:solidFill>
                <a:latin typeface="Adobe Fan Heiti Std B" pitchFamily="34" charset="-128"/>
                <a:ea typeface="Adobe Fan Heiti Std B" pitchFamily="34" charset="-128"/>
              </a:rPr>
              <a:t>toString</a:t>
            </a:r>
            <a:r>
              <a:rPr lang="en-US" sz="1400" kern="0" dirty="0">
                <a:solidFill>
                  <a:srgbClr val="FF0000"/>
                </a:solidFill>
                <a:latin typeface="Adobe Fan Heiti Std B" pitchFamily="34" charset="-128"/>
                <a:ea typeface="Adobe Fan Heiti Std B" pitchFamily="34" charset="-128"/>
              </a:rPr>
              <a:t>()</a:t>
            </a:r>
            <a:endParaRPr lang="en-US" sz="1400" kern="0" dirty="0">
              <a:latin typeface="Adobe Fan Heiti Std B" pitchFamily="34" charset="-128"/>
              <a:ea typeface="Adobe Fan Heiti Std B" pitchFamily="34" charset="-128"/>
            </a:endParaRPr>
          </a:p>
        </p:txBody>
      </p:sp>
      <p:sp>
        <p:nvSpPr>
          <p:cNvPr id="27" name="Rectangle 3"/>
          <p:cNvSpPr txBox="1">
            <a:spLocks noChangeArrowheads="1"/>
          </p:cNvSpPr>
          <p:nvPr/>
        </p:nvSpPr>
        <p:spPr bwMode="auto">
          <a:xfrm>
            <a:off x="498252" y="4637101"/>
            <a:ext cx="3467503" cy="1176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chemeClr val="bg2">
                    <a:lumMod val="50000"/>
                  </a:schemeClr>
                </a:solidFill>
                <a:latin typeface="Adobe Fan Heiti Std B" pitchFamily="34" charset="-128"/>
                <a:ea typeface="Adobe Fan Heiti Std B" pitchFamily="34" charset="-128"/>
              </a:rPr>
              <a:t>     public</a:t>
            </a:r>
            <a:r>
              <a:rPr lang="en-US" sz="1400" kern="0" dirty="0">
                <a:latin typeface="Adobe Fan Heiti Std B" pitchFamily="34" charset="-128"/>
                <a:ea typeface="Adobe Fan Heiti Std B" pitchFamily="34" charset="-128"/>
              </a:rPr>
              <a:t> </a:t>
            </a:r>
            <a:r>
              <a:rPr lang="en-US" sz="1400" kern="0" dirty="0">
                <a:solidFill>
                  <a:schemeClr val="accent1"/>
                </a:solidFill>
                <a:latin typeface="Adobe Fan Heiti Std B" pitchFamily="34" charset="-128"/>
                <a:ea typeface="Adobe Fan Heiti Std B" pitchFamily="34" charset="-128"/>
              </a:rPr>
              <a:t>String  </a:t>
            </a:r>
            <a:r>
              <a:rPr lang="en-US" sz="1400" kern="0" dirty="0" err="1">
                <a:solidFill>
                  <a:srgbClr val="FF0000"/>
                </a:solidFill>
                <a:latin typeface="Adobe Fan Heiti Std B" pitchFamily="34" charset="-128"/>
                <a:ea typeface="Adobe Fan Heiti Std B" pitchFamily="34" charset="-128"/>
              </a:rPr>
              <a:t>toString</a:t>
            </a:r>
            <a:r>
              <a:rPr lang="en-US" sz="1400" kern="0" dirty="0">
                <a:solidFill>
                  <a:srgbClr val="FF0000"/>
                </a:solidFill>
                <a:latin typeface="Adobe Fan Heiti Std B" pitchFamily="34" charset="-128"/>
                <a:ea typeface="Adobe Fan Heiti Std B" pitchFamily="34" charset="-128"/>
              </a:rPr>
              <a:t> ()</a:t>
            </a:r>
            <a:r>
              <a:rPr lang="en-US" sz="1400" kern="0" dirty="0">
                <a:solidFill>
                  <a:schemeClr val="accent4"/>
                </a:solidFill>
                <a:latin typeface="Adobe Fan Heiti Std B" pitchFamily="34" charset="-128"/>
                <a:ea typeface="Adobe Fan Heiti Std B" pitchFamily="34" charset="-128"/>
              </a:rPr>
              <a:t> {</a:t>
            </a:r>
          </a:p>
          <a:p>
            <a:pPr marL="0" indent="0">
              <a:buNone/>
            </a:pPr>
            <a:r>
              <a:rPr lang="en-US" sz="1400" kern="0" dirty="0">
                <a:latin typeface="Adobe Fan Heiti Std B" pitchFamily="34" charset="-128"/>
                <a:ea typeface="Adobe Fan Heiti Std B" pitchFamily="34" charset="-128"/>
              </a:rPr>
              <a:t>          return   </a:t>
            </a:r>
          </a:p>
          <a:p>
            <a:pPr marL="0" indent="0">
              <a:buNone/>
            </a:pPr>
            <a:r>
              <a:rPr lang="en-US" sz="1400" kern="0" dirty="0">
                <a:latin typeface="Adobe Fan Heiti Std B" pitchFamily="34" charset="-128"/>
                <a:ea typeface="Adobe Fan Heiti Std B" pitchFamily="34" charset="-128"/>
              </a:rPr>
              <a:t>                 </a:t>
            </a:r>
            <a:r>
              <a:rPr lang="en-US" sz="1400" kern="0" dirty="0" err="1">
                <a:latin typeface="Adobe Fan Heiti Std B" pitchFamily="34" charset="-128"/>
                <a:ea typeface="Adobe Fan Heiti Std B" pitchFamily="34" charset="-128"/>
              </a:rPr>
              <a:t>numerador</a:t>
            </a:r>
            <a:r>
              <a:rPr lang="en-US" sz="1400" kern="0" dirty="0">
                <a:solidFill>
                  <a:srgbClr val="FF0000"/>
                </a:solidFill>
                <a:latin typeface="Adobe Fan Heiti Std B" pitchFamily="34" charset="-128"/>
                <a:ea typeface="Adobe Fan Heiti Std B" pitchFamily="34" charset="-128"/>
              </a:rPr>
              <a:t>+</a:t>
            </a:r>
            <a:r>
              <a:rPr lang="en-US" sz="1400" kern="0" dirty="0">
                <a:latin typeface="Adobe Fan Heiti Std B" pitchFamily="34" charset="-128"/>
                <a:ea typeface="Adobe Fan Heiti Std B" pitchFamily="34" charset="-128"/>
              </a:rPr>
              <a:t>"/"</a:t>
            </a:r>
            <a:r>
              <a:rPr lang="en-US" sz="1400" kern="0" dirty="0">
                <a:solidFill>
                  <a:srgbClr val="FF0000"/>
                </a:solidFill>
                <a:latin typeface="Adobe Fan Heiti Std B" pitchFamily="34" charset="-128"/>
                <a:ea typeface="Adobe Fan Heiti Std B" pitchFamily="34" charset="-128"/>
              </a:rPr>
              <a:t>+</a:t>
            </a:r>
            <a:r>
              <a:rPr lang="en-US" sz="1400" kern="0" dirty="0" err="1">
                <a:latin typeface="Adobe Fan Heiti Std B" pitchFamily="34" charset="-128"/>
                <a:ea typeface="Adobe Fan Heiti Std B" pitchFamily="34" charset="-128"/>
              </a:rPr>
              <a:t>denominador</a:t>
            </a:r>
            <a:r>
              <a:rPr lang="en-US" sz="1400" kern="0" dirty="0">
                <a:latin typeface="Adobe Fan Heiti Std B" pitchFamily="34" charset="-128"/>
                <a:ea typeface="Adobe Fan Heiti Std B" pitchFamily="34" charset="-128"/>
              </a:rPr>
              <a:t>;</a:t>
            </a:r>
          </a:p>
          <a:p>
            <a:pPr marL="0" indent="0">
              <a:buNone/>
            </a:pPr>
            <a:r>
              <a:rPr lang="en-US" sz="1400" kern="0" dirty="0">
                <a:latin typeface="Adobe Fan Heiti Std B" pitchFamily="34" charset="-128"/>
                <a:ea typeface="Adobe Fan Heiti Std B" pitchFamily="34" charset="-128"/>
              </a:rPr>
              <a:t>     }</a:t>
            </a:r>
          </a:p>
        </p:txBody>
      </p:sp>
      <p:grpSp>
        <p:nvGrpSpPr>
          <p:cNvPr id="5" name="4 Grupo"/>
          <p:cNvGrpSpPr/>
          <p:nvPr/>
        </p:nvGrpSpPr>
        <p:grpSpPr>
          <a:xfrm>
            <a:off x="6978104" y="2345761"/>
            <a:ext cx="1546076" cy="307777"/>
            <a:chOff x="7236296" y="2345761"/>
            <a:chExt cx="1546076" cy="307777"/>
          </a:xfrm>
        </p:grpSpPr>
        <p:cxnSp>
          <p:nvCxnSpPr>
            <p:cNvPr id="4" name="3 Conector recto de flecha"/>
            <p:cNvCxnSpPr/>
            <p:nvPr/>
          </p:nvCxnSpPr>
          <p:spPr bwMode="auto">
            <a:xfrm>
              <a:off x="7236296" y="2518296"/>
              <a:ext cx="216024" cy="0"/>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sp>
          <p:nvSpPr>
            <p:cNvPr id="30" name="29 CuadroTexto"/>
            <p:cNvSpPr txBox="1"/>
            <p:nvPr/>
          </p:nvSpPr>
          <p:spPr>
            <a:xfrm>
              <a:off x="7453162" y="2345761"/>
              <a:ext cx="1329210" cy="307777"/>
            </a:xfrm>
            <a:prstGeom prst="rect">
              <a:avLst/>
            </a:prstGeom>
            <a:noFill/>
          </p:spPr>
          <p:txBody>
            <a:bodyPr wrap="none" rtlCol="0">
              <a:spAutoFit/>
            </a:bodyPr>
            <a:lstStyle/>
            <a:p>
              <a:r>
                <a:rPr lang="es-ES" sz="1400" dirty="0" err="1">
                  <a:solidFill>
                    <a:srgbClr val="00B050"/>
                  </a:solidFill>
                </a:rPr>
                <a:t>mate.Racional</a:t>
              </a:r>
              <a:endParaRPr lang="es-ES" sz="1400" dirty="0">
                <a:solidFill>
                  <a:srgbClr val="00B050"/>
                </a:solidFill>
              </a:endParaRPr>
            </a:p>
          </p:txBody>
        </p:sp>
      </p:grpSp>
      <p:grpSp>
        <p:nvGrpSpPr>
          <p:cNvPr id="32" name="31 Grupo"/>
          <p:cNvGrpSpPr/>
          <p:nvPr/>
        </p:nvGrpSpPr>
        <p:grpSpPr>
          <a:xfrm>
            <a:off x="6978104" y="2604467"/>
            <a:ext cx="1097235" cy="307777"/>
            <a:chOff x="7236296" y="2345761"/>
            <a:chExt cx="1097235" cy="307777"/>
          </a:xfrm>
        </p:grpSpPr>
        <p:cxnSp>
          <p:nvCxnSpPr>
            <p:cNvPr id="33" name="32 Conector recto de flecha"/>
            <p:cNvCxnSpPr/>
            <p:nvPr/>
          </p:nvCxnSpPr>
          <p:spPr bwMode="auto">
            <a:xfrm>
              <a:off x="7236296" y="2518296"/>
              <a:ext cx="216024" cy="0"/>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sp>
          <p:nvSpPr>
            <p:cNvPr id="34" name="33 CuadroTexto"/>
            <p:cNvSpPr txBox="1"/>
            <p:nvPr/>
          </p:nvSpPr>
          <p:spPr>
            <a:xfrm>
              <a:off x="7453162" y="2345761"/>
              <a:ext cx="880369" cy="307777"/>
            </a:xfrm>
            <a:prstGeom prst="rect">
              <a:avLst/>
            </a:prstGeom>
            <a:noFill/>
          </p:spPr>
          <p:txBody>
            <a:bodyPr wrap="none" rtlCol="0">
              <a:spAutoFit/>
            </a:bodyPr>
            <a:lstStyle/>
            <a:p>
              <a:r>
                <a:rPr lang="es-ES" sz="1400" dirty="0">
                  <a:solidFill>
                    <a:srgbClr val="00B050"/>
                  </a:solidFill>
                </a:rPr>
                <a:t>2279771</a:t>
              </a:r>
            </a:p>
          </p:txBody>
        </p:sp>
      </p:grpSp>
      <p:grpSp>
        <p:nvGrpSpPr>
          <p:cNvPr id="35" name="34 Grupo"/>
          <p:cNvGrpSpPr/>
          <p:nvPr/>
        </p:nvGrpSpPr>
        <p:grpSpPr>
          <a:xfrm>
            <a:off x="6948264" y="2852936"/>
            <a:ext cx="848770" cy="307777"/>
            <a:chOff x="7236296" y="2345761"/>
            <a:chExt cx="848770" cy="307777"/>
          </a:xfrm>
        </p:grpSpPr>
        <p:cxnSp>
          <p:nvCxnSpPr>
            <p:cNvPr id="36" name="35 Conector recto de flecha"/>
            <p:cNvCxnSpPr/>
            <p:nvPr/>
          </p:nvCxnSpPr>
          <p:spPr bwMode="auto">
            <a:xfrm>
              <a:off x="7236296" y="2518296"/>
              <a:ext cx="216024" cy="0"/>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sp>
          <p:nvSpPr>
            <p:cNvPr id="37" name="36 CuadroTexto"/>
            <p:cNvSpPr txBox="1"/>
            <p:nvPr/>
          </p:nvSpPr>
          <p:spPr>
            <a:xfrm>
              <a:off x="7453162" y="2345761"/>
              <a:ext cx="631904" cy="307777"/>
            </a:xfrm>
            <a:prstGeom prst="rect">
              <a:avLst/>
            </a:prstGeom>
            <a:noFill/>
          </p:spPr>
          <p:txBody>
            <a:bodyPr wrap="none" rtlCol="0">
              <a:spAutoFit/>
            </a:bodyPr>
            <a:lstStyle/>
            <a:p>
              <a:r>
                <a:rPr lang="es-ES" sz="1400" dirty="0">
                  <a:solidFill>
                    <a:srgbClr val="00B050"/>
                  </a:solidFill>
                </a:rPr>
                <a:t>10 / 3</a:t>
              </a:r>
            </a:p>
          </p:txBody>
        </p:sp>
      </p:grpSp>
      <p:grpSp>
        <p:nvGrpSpPr>
          <p:cNvPr id="41" name="40 Grupo"/>
          <p:cNvGrpSpPr/>
          <p:nvPr/>
        </p:nvGrpSpPr>
        <p:grpSpPr>
          <a:xfrm>
            <a:off x="6986364" y="3128827"/>
            <a:ext cx="779841" cy="307777"/>
            <a:chOff x="7236296" y="2345761"/>
            <a:chExt cx="779841" cy="307777"/>
          </a:xfrm>
        </p:grpSpPr>
        <p:cxnSp>
          <p:nvCxnSpPr>
            <p:cNvPr id="42" name="41 Conector recto de flecha"/>
            <p:cNvCxnSpPr/>
            <p:nvPr/>
          </p:nvCxnSpPr>
          <p:spPr bwMode="auto">
            <a:xfrm>
              <a:off x="7236296" y="2518296"/>
              <a:ext cx="216024" cy="0"/>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sp>
          <p:nvSpPr>
            <p:cNvPr id="43" name="42 CuadroTexto"/>
            <p:cNvSpPr txBox="1"/>
            <p:nvPr/>
          </p:nvSpPr>
          <p:spPr>
            <a:xfrm>
              <a:off x="7453162" y="2345761"/>
              <a:ext cx="562975" cy="307777"/>
            </a:xfrm>
            <a:prstGeom prst="rect">
              <a:avLst/>
            </a:prstGeom>
            <a:noFill/>
          </p:spPr>
          <p:txBody>
            <a:bodyPr wrap="none" rtlCol="0">
              <a:spAutoFit/>
            </a:bodyPr>
            <a:lstStyle/>
            <a:p>
              <a:r>
                <a:rPr lang="es-ES" sz="1400" dirty="0">
                  <a:solidFill>
                    <a:srgbClr val="00B050"/>
                  </a:solidFill>
                </a:rPr>
                <a:t>false</a:t>
              </a:r>
            </a:p>
          </p:txBody>
        </p:sp>
      </p:grpSp>
      <p:sp>
        <p:nvSpPr>
          <p:cNvPr id="44" name="Rectangle 3"/>
          <p:cNvSpPr txBox="1">
            <a:spLocks noChangeArrowheads="1"/>
          </p:cNvSpPr>
          <p:nvPr/>
        </p:nvSpPr>
        <p:spPr bwMode="auto">
          <a:xfrm>
            <a:off x="498252" y="4509120"/>
            <a:ext cx="3929732" cy="1370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chemeClr val="bg2">
                    <a:lumMod val="50000"/>
                  </a:schemeClr>
                </a:solidFill>
                <a:latin typeface="Adobe Fan Heiti Std B" pitchFamily="34" charset="-128"/>
                <a:ea typeface="Adobe Fan Heiti Std B" pitchFamily="34" charset="-128"/>
              </a:rPr>
              <a:t>     public</a:t>
            </a:r>
            <a:r>
              <a:rPr lang="en-US" sz="1400" kern="0" dirty="0">
                <a:latin typeface="Adobe Fan Heiti Std B" pitchFamily="34" charset="-128"/>
                <a:ea typeface="Adobe Fan Heiti Std B" pitchFamily="34" charset="-128"/>
              </a:rPr>
              <a:t> </a:t>
            </a:r>
            <a:r>
              <a:rPr lang="en-US" sz="1400" kern="0" dirty="0" err="1">
                <a:solidFill>
                  <a:schemeClr val="accent1"/>
                </a:solidFill>
                <a:latin typeface="Adobe Fan Heiti Std B" pitchFamily="34" charset="-128"/>
                <a:ea typeface="Adobe Fan Heiti Std B" pitchFamily="34" charset="-128"/>
              </a:rPr>
              <a:t>boolean</a:t>
            </a:r>
            <a:r>
              <a:rPr lang="en-US" sz="1400" kern="0" dirty="0">
                <a:solidFill>
                  <a:schemeClr val="accent1"/>
                </a:solidFill>
                <a:latin typeface="Adobe Fan Heiti Std B" pitchFamily="34" charset="-128"/>
                <a:ea typeface="Adobe Fan Heiti Std B" pitchFamily="34" charset="-128"/>
              </a:rPr>
              <a:t>  </a:t>
            </a:r>
            <a:r>
              <a:rPr lang="en-US" sz="1400" kern="0" dirty="0">
                <a:solidFill>
                  <a:srgbClr val="FF0000"/>
                </a:solidFill>
                <a:latin typeface="Adobe Fan Heiti Std B" pitchFamily="34" charset="-128"/>
                <a:ea typeface="Adobe Fan Heiti Std B" pitchFamily="34" charset="-128"/>
              </a:rPr>
              <a:t>equals (</a:t>
            </a:r>
            <a:r>
              <a:rPr lang="en-US" sz="1400" kern="0" dirty="0">
                <a:solidFill>
                  <a:schemeClr val="accent1"/>
                </a:solidFill>
                <a:latin typeface="Adobe Fan Heiti Std B" pitchFamily="34" charset="-128"/>
                <a:ea typeface="Adobe Fan Heiti Std B" pitchFamily="34" charset="-128"/>
              </a:rPr>
              <a:t> </a:t>
            </a:r>
            <a:r>
              <a:rPr lang="en-US" sz="1400" kern="0" dirty="0" err="1">
                <a:solidFill>
                  <a:schemeClr val="accent1"/>
                </a:solidFill>
                <a:latin typeface="Adobe Fan Heiti Std B" pitchFamily="34" charset="-128"/>
                <a:ea typeface="Adobe Fan Heiti Std B" pitchFamily="34" charset="-128"/>
              </a:rPr>
              <a:t>Racional</a:t>
            </a:r>
            <a:r>
              <a:rPr lang="en-US" sz="1400" kern="0" dirty="0">
                <a:solidFill>
                  <a:schemeClr val="accent1"/>
                </a:solidFill>
                <a:latin typeface="Adobe Fan Heiti Std B" pitchFamily="34" charset="-128"/>
                <a:ea typeface="Adobe Fan Heiti Std B" pitchFamily="34" charset="-128"/>
              </a:rPr>
              <a:t> </a:t>
            </a:r>
            <a:r>
              <a:rPr lang="en-US" sz="1400" kern="0" dirty="0" err="1">
                <a:solidFill>
                  <a:schemeClr val="accent1"/>
                </a:solidFill>
                <a:latin typeface="Adobe Fan Heiti Std B" pitchFamily="34" charset="-128"/>
                <a:ea typeface="Adobe Fan Heiti Std B" pitchFamily="34" charset="-128"/>
              </a:rPr>
              <a:t>rac</a:t>
            </a:r>
            <a:r>
              <a:rPr lang="en-US" sz="1400" kern="0" dirty="0">
                <a:solidFill>
                  <a:srgbClr val="FF0000"/>
                </a:solidFill>
                <a:latin typeface="Adobe Fan Heiti Std B" pitchFamily="34" charset="-128"/>
                <a:ea typeface="Adobe Fan Heiti Std B" pitchFamily="34" charset="-128"/>
              </a:rPr>
              <a:t> )</a:t>
            </a:r>
            <a:r>
              <a:rPr lang="en-US" sz="1400" kern="0" dirty="0">
                <a:solidFill>
                  <a:schemeClr val="accent4"/>
                </a:solidFill>
                <a:latin typeface="Adobe Fan Heiti Std B" pitchFamily="34" charset="-128"/>
                <a:ea typeface="Adobe Fan Heiti Std B" pitchFamily="34" charset="-128"/>
              </a:rPr>
              <a:t> {</a:t>
            </a:r>
          </a:p>
          <a:p>
            <a:pPr marL="0" indent="0">
              <a:buNone/>
            </a:pPr>
            <a:r>
              <a:rPr lang="en-US" sz="1400" kern="0" dirty="0">
                <a:latin typeface="Adobe Fan Heiti Std B" pitchFamily="34" charset="-128"/>
                <a:ea typeface="Adobe Fan Heiti Std B" pitchFamily="34" charset="-128"/>
              </a:rPr>
              <a:t>             if( </a:t>
            </a:r>
            <a:r>
              <a:rPr lang="en-US" sz="1400" kern="0" dirty="0" err="1">
                <a:latin typeface="Adobe Fan Heiti Std B" pitchFamily="34" charset="-128"/>
                <a:ea typeface="Adobe Fan Heiti Std B" pitchFamily="34" charset="-128"/>
              </a:rPr>
              <a:t>numerador</a:t>
            </a:r>
            <a:r>
              <a:rPr lang="en-US" sz="1400" kern="0" dirty="0">
                <a:latin typeface="Adobe Fan Heiti Std B" pitchFamily="34" charset="-128"/>
                <a:ea typeface="Adobe Fan Heiti Std B" pitchFamily="34" charset="-128"/>
              </a:rPr>
              <a:t>/</a:t>
            </a:r>
            <a:r>
              <a:rPr lang="en-US" sz="1400" kern="0" dirty="0" err="1">
                <a:latin typeface="Adobe Fan Heiti Std B" pitchFamily="34" charset="-128"/>
                <a:ea typeface="Adobe Fan Heiti Std B" pitchFamily="34" charset="-128"/>
              </a:rPr>
              <a:t>denominador</a:t>
            </a:r>
            <a:r>
              <a:rPr lang="en-US" sz="1400" kern="0" dirty="0">
                <a:latin typeface="Adobe Fan Heiti Std B" pitchFamily="34" charset="-128"/>
                <a:ea typeface="Adobe Fan Heiti Std B" pitchFamily="34" charset="-128"/>
              </a:rPr>
              <a:t> == </a:t>
            </a:r>
          </a:p>
          <a:p>
            <a:pPr marL="0" indent="0">
              <a:buNone/>
            </a:pPr>
            <a:r>
              <a:rPr lang="en-US" sz="1400" kern="0" dirty="0">
                <a:latin typeface="Adobe Fan Heiti Std B" pitchFamily="34" charset="-128"/>
                <a:ea typeface="Adobe Fan Heiti Std B" pitchFamily="34" charset="-128"/>
              </a:rPr>
              <a:t>                   </a:t>
            </a:r>
            <a:r>
              <a:rPr lang="en-US" sz="1400" kern="0" dirty="0" err="1">
                <a:solidFill>
                  <a:schemeClr val="accent1"/>
                </a:solidFill>
                <a:latin typeface="Adobe Fan Heiti Std B" pitchFamily="34" charset="-128"/>
                <a:ea typeface="Adobe Fan Heiti Std B" pitchFamily="34" charset="-128"/>
              </a:rPr>
              <a:t>rac</a:t>
            </a:r>
            <a:r>
              <a:rPr lang="en-US" sz="1400" kern="0" dirty="0" err="1">
                <a:latin typeface="Adobe Fan Heiti Std B" pitchFamily="34" charset="-128"/>
                <a:ea typeface="Adobe Fan Heiti Std B" pitchFamily="34" charset="-128"/>
              </a:rPr>
              <a:t>.numerador</a:t>
            </a:r>
            <a:r>
              <a:rPr lang="en-US" sz="1400" kern="0" dirty="0">
                <a:latin typeface="Adobe Fan Heiti Std B" pitchFamily="34" charset="-128"/>
                <a:ea typeface="Adobe Fan Heiti Std B" pitchFamily="34" charset="-128"/>
              </a:rPr>
              <a:t> / </a:t>
            </a:r>
            <a:r>
              <a:rPr lang="en-US" sz="1400" kern="0" dirty="0" err="1">
                <a:solidFill>
                  <a:schemeClr val="accent1"/>
                </a:solidFill>
                <a:latin typeface="Adobe Fan Heiti Std B" pitchFamily="34" charset="-128"/>
                <a:ea typeface="Adobe Fan Heiti Std B" pitchFamily="34" charset="-128"/>
              </a:rPr>
              <a:t>rac</a:t>
            </a:r>
            <a:r>
              <a:rPr lang="en-US" sz="1400" kern="0" dirty="0" err="1">
                <a:latin typeface="Adobe Fan Heiti Std B" pitchFamily="34" charset="-128"/>
                <a:ea typeface="Adobe Fan Heiti Std B" pitchFamily="34" charset="-128"/>
              </a:rPr>
              <a:t>.denominador</a:t>
            </a:r>
            <a:r>
              <a:rPr lang="en-US" sz="1400" kern="0" dirty="0">
                <a:latin typeface="Adobe Fan Heiti Std B" pitchFamily="34" charset="-128"/>
                <a:ea typeface="Adobe Fan Heiti Std B" pitchFamily="34" charset="-128"/>
              </a:rPr>
              <a:t>)   </a:t>
            </a:r>
          </a:p>
          <a:p>
            <a:pPr marL="0" indent="0">
              <a:buNone/>
            </a:pPr>
            <a:r>
              <a:rPr lang="en-US" sz="1400" kern="0" dirty="0">
                <a:latin typeface="Adobe Fan Heiti Std B" pitchFamily="34" charset="-128"/>
                <a:ea typeface="Adobe Fan Heiti Std B" pitchFamily="34" charset="-128"/>
              </a:rPr>
              <a:t>                       </a:t>
            </a:r>
            <a:r>
              <a:rPr lang="en-US" sz="1400" kern="0" dirty="0">
                <a:solidFill>
                  <a:srgbClr val="C00000"/>
                </a:solidFill>
                <a:latin typeface="Adobe Fan Heiti Std B" pitchFamily="34" charset="-128"/>
                <a:ea typeface="Adobe Fan Heiti Std B" pitchFamily="34" charset="-128"/>
              </a:rPr>
              <a:t>return true;</a:t>
            </a:r>
          </a:p>
          <a:p>
            <a:pPr marL="0" indent="0">
              <a:buNone/>
            </a:pPr>
            <a:r>
              <a:rPr lang="en-US" sz="1400" kern="0" dirty="0">
                <a:latin typeface="Adobe Fan Heiti Std B" pitchFamily="34" charset="-128"/>
                <a:ea typeface="Adobe Fan Heiti Std B" pitchFamily="34" charset="-128"/>
              </a:rPr>
              <a:t>            else </a:t>
            </a:r>
            <a:r>
              <a:rPr lang="en-US" sz="1400" kern="0" dirty="0">
                <a:solidFill>
                  <a:srgbClr val="C00000"/>
                </a:solidFill>
                <a:latin typeface="Adobe Fan Heiti Std B" pitchFamily="34" charset="-128"/>
                <a:ea typeface="Adobe Fan Heiti Std B" pitchFamily="34" charset="-128"/>
              </a:rPr>
              <a:t>return false</a:t>
            </a:r>
            <a:r>
              <a:rPr lang="en-US" sz="1400" kern="0" dirty="0">
                <a:latin typeface="Adobe Fan Heiti Std B" pitchFamily="34" charset="-128"/>
                <a:ea typeface="Adobe Fan Heiti Std B" pitchFamily="34" charset="-128"/>
              </a:rPr>
              <a:t>;</a:t>
            </a:r>
          </a:p>
          <a:p>
            <a:pPr marL="0" indent="0">
              <a:buNone/>
            </a:pPr>
            <a:r>
              <a:rPr lang="en-US" sz="1400" kern="0" dirty="0">
                <a:latin typeface="Adobe Fan Heiti Std B" pitchFamily="34" charset="-128"/>
                <a:ea typeface="Adobe Fan Heiti Std B" pitchFamily="34" charset="-128"/>
              </a:rPr>
              <a:t>     }</a:t>
            </a:r>
          </a:p>
        </p:txBody>
      </p:sp>
      <p:grpSp>
        <p:nvGrpSpPr>
          <p:cNvPr id="45" name="44 Grupo"/>
          <p:cNvGrpSpPr/>
          <p:nvPr/>
        </p:nvGrpSpPr>
        <p:grpSpPr>
          <a:xfrm>
            <a:off x="6986364" y="3128268"/>
            <a:ext cx="709309" cy="307777"/>
            <a:chOff x="7236296" y="2345761"/>
            <a:chExt cx="709309" cy="307777"/>
          </a:xfrm>
        </p:grpSpPr>
        <p:cxnSp>
          <p:nvCxnSpPr>
            <p:cNvPr id="46" name="45 Conector recto de flecha"/>
            <p:cNvCxnSpPr/>
            <p:nvPr/>
          </p:nvCxnSpPr>
          <p:spPr bwMode="auto">
            <a:xfrm>
              <a:off x="7236296" y="2518296"/>
              <a:ext cx="216024" cy="0"/>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sp>
          <p:nvSpPr>
            <p:cNvPr id="47" name="46 CuadroTexto"/>
            <p:cNvSpPr txBox="1"/>
            <p:nvPr/>
          </p:nvSpPr>
          <p:spPr>
            <a:xfrm>
              <a:off x="7453162" y="2345761"/>
              <a:ext cx="492443" cy="307777"/>
            </a:xfrm>
            <a:prstGeom prst="rect">
              <a:avLst/>
            </a:prstGeom>
            <a:noFill/>
          </p:spPr>
          <p:txBody>
            <a:bodyPr wrap="none" rtlCol="0">
              <a:spAutoFit/>
            </a:bodyPr>
            <a:lstStyle/>
            <a:p>
              <a:r>
                <a:rPr lang="es-ES" sz="1400" dirty="0">
                  <a:solidFill>
                    <a:srgbClr val="00B050"/>
                  </a:solidFill>
                </a:rPr>
                <a:t>true</a:t>
              </a:r>
            </a:p>
          </p:txBody>
        </p:sp>
      </p:grpSp>
    </p:spTree>
    <p:extLst>
      <p:ext uri="{BB962C8B-B14F-4D97-AF65-F5344CB8AC3E}">
        <p14:creationId xmlns:p14="http://schemas.microsoft.com/office/powerpoint/2010/main" val="255242369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70"/>
                                        </p:tgtEl>
                                        <p:attrNameLst>
                                          <p:attrName>style.visibility</p:attrName>
                                        </p:attrNameLst>
                                      </p:cBhvr>
                                      <p:to>
                                        <p:strVal val="visible"/>
                                      </p:to>
                                    </p:set>
                                    <p:animEffect transition="in" filter="fade">
                                      <p:cBhvr>
                                        <p:cTn id="14" dur="500"/>
                                        <p:tgtEl>
                                          <p:spTgt spid="70"/>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73">
                                            <p:txEl>
                                              <p:pRg st="2" end="2"/>
                                            </p:txEl>
                                          </p:spTgt>
                                        </p:tgtEl>
                                        <p:attrNameLst>
                                          <p:attrName>style.visibility</p:attrName>
                                        </p:attrNameLst>
                                      </p:cBhvr>
                                      <p:to>
                                        <p:strVal val="visible"/>
                                      </p:to>
                                    </p:set>
                                    <p:anim calcmode="lin" valueType="num">
                                      <p:cBhvr>
                                        <p:cTn id="19" dur="500" fill="hold"/>
                                        <p:tgtEl>
                                          <p:spTgt spid="73">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73">
                                            <p:txEl>
                                              <p:pRg st="2" end="2"/>
                                            </p:txEl>
                                          </p:spTgt>
                                        </p:tgtEl>
                                        <p:attrNameLst>
                                          <p:attrName>ppt_h</p:attrName>
                                        </p:attrNameLst>
                                      </p:cBhvr>
                                      <p:tavLst>
                                        <p:tav tm="0">
                                          <p:val>
                                            <p:fltVal val="0"/>
                                          </p:val>
                                        </p:tav>
                                        <p:tav tm="100000">
                                          <p:val>
                                            <p:strVal val="#ppt_h"/>
                                          </p:val>
                                        </p:tav>
                                      </p:tavLst>
                                    </p:anim>
                                    <p:animEffect transition="in" filter="fade">
                                      <p:cBhvr>
                                        <p:cTn id="21" dur="500"/>
                                        <p:tgtEl>
                                          <p:spTgt spid="73">
                                            <p:txEl>
                                              <p:pRg st="2" end="2"/>
                                            </p:txEl>
                                          </p:spTgt>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73">
                                            <p:txEl>
                                              <p:pRg st="3" end="3"/>
                                            </p:txEl>
                                          </p:spTgt>
                                        </p:tgtEl>
                                        <p:attrNameLst>
                                          <p:attrName>style.visibility</p:attrName>
                                        </p:attrNameLst>
                                      </p:cBhvr>
                                      <p:to>
                                        <p:strVal val="visible"/>
                                      </p:to>
                                    </p:set>
                                    <p:anim calcmode="lin" valueType="num">
                                      <p:cBhvr>
                                        <p:cTn id="24" dur="500" fill="hold"/>
                                        <p:tgtEl>
                                          <p:spTgt spid="73">
                                            <p:txEl>
                                              <p:pRg st="3" end="3"/>
                                            </p:txEl>
                                          </p:spTgt>
                                        </p:tgtEl>
                                        <p:attrNameLst>
                                          <p:attrName>ppt_w</p:attrName>
                                        </p:attrNameLst>
                                      </p:cBhvr>
                                      <p:tavLst>
                                        <p:tav tm="0">
                                          <p:val>
                                            <p:fltVal val="0"/>
                                          </p:val>
                                        </p:tav>
                                        <p:tav tm="100000">
                                          <p:val>
                                            <p:strVal val="#ppt_w"/>
                                          </p:val>
                                        </p:tav>
                                      </p:tavLst>
                                    </p:anim>
                                    <p:anim calcmode="lin" valueType="num">
                                      <p:cBhvr>
                                        <p:cTn id="25" dur="500" fill="hold"/>
                                        <p:tgtEl>
                                          <p:spTgt spid="73">
                                            <p:txEl>
                                              <p:pRg st="3" end="3"/>
                                            </p:txEl>
                                          </p:spTgt>
                                        </p:tgtEl>
                                        <p:attrNameLst>
                                          <p:attrName>ppt_h</p:attrName>
                                        </p:attrNameLst>
                                      </p:cBhvr>
                                      <p:tavLst>
                                        <p:tav tm="0">
                                          <p:val>
                                            <p:fltVal val="0"/>
                                          </p:val>
                                        </p:tav>
                                        <p:tav tm="100000">
                                          <p:val>
                                            <p:strVal val="#ppt_h"/>
                                          </p:val>
                                        </p:tav>
                                      </p:tavLst>
                                    </p:anim>
                                    <p:animEffect transition="in" filter="fade">
                                      <p:cBhvr>
                                        <p:cTn id="26" dur="500"/>
                                        <p:tgtEl>
                                          <p:spTgt spid="73">
                                            <p:txEl>
                                              <p:pRg st="3" end="3"/>
                                            </p:txEl>
                                          </p:spTgt>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73">
                                            <p:txEl>
                                              <p:pRg st="17" end="17"/>
                                            </p:txEl>
                                          </p:spTgt>
                                        </p:tgtEl>
                                        <p:attrNameLst>
                                          <p:attrName>style.visibility</p:attrName>
                                        </p:attrNameLst>
                                      </p:cBhvr>
                                      <p:to>
                                        <p:strVal val="visible"/>
                                      </p:to>
                                    </p:set>
                                    <p:anim calcmode="lin" valueType="num">
                                      <p:cBhvr>
                                        <p:cTn id="29" dur="500" fill="hold"/>
                                        <p:tgtEl>
                                          <p:spTgt spid="73">
                                            <p:txEl>
                                              <p:pRg st="17" end="17"/>
                                            </p:txEl>
                                          </p:spTgt>
                                        </p:tgtEl>
                                        <p:attrNameLst>
                                          <p:attrName>ppt_w</p:attrName>
                                        </p:attrNameLst>
                                      </p:cBhvr>
                                      <p:tavLst>
                                        <p:tav tm="0">
                                          <p:val>
                                            <p:fltVal val="0"/>
                                          </p:val>
                                        </p:tav>
                                        <p:tav tm="100000">
                                          <p:val>
                                            <p:strVal val="#ppt_w"/>
                                          </p:val>
                                        </p:tav>
                                      </p:tavLst>
                                    </p:anim>
                                    <p:anim calcmode="lin" valueType="num">
                                      <p:cBhvr>
                                        <p:cTn id="30" dur="500" fill="hold"/>
                                        <p:tgtEl>
                                          <p:spTgt spid="73">
                                            <p:txEl>
                                              <p:pRg st="17" end="17"/>
                                            </p:txEl>
                                          </p:spTgt>
                                        </p:tgtEl>
                                        <p:attrNameLst>
                                          <p:attrName>ppt_h</p:attrName>
                                        </p:attrNameLst>
                                      </p:cBhvr>
                                      <p:tavLst>
                                        <p:tav tm="0">
                                          <p:val>
                                            <p:fltVal val="0"/>
                                          </p:val>
                                        </p:tav>
                                        <p:tav tm="100000">
                                          <p:val>
                                            <p:strVal val="#ppt_h"/>
                                          </p:val>
                                        </p:tav>
                                      </p:tavLst>
                                    </p:anim>
                                    <p:animEffect transition="in" filter="fade">
                                      <p:cBhvr>
                                        <p:cTn id="31" dur="500"/>
                                        <p:tgtEl>
                                          <p:spTgt spid="73">
                                            <p:txEl>
                                              <p:pRg st="17" end="17"/>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73">
                                            <p:txEl>
                                              <p:pRg st="0" end="0"/>
                                            </p:txEl>
                                          </p:spTgt>
                                        </p:tgtEl>
                                        <p:attrNameLst>
                                          <p:attrName>style.visibility</p:attrName>
                                        </p:attrNameLst>
                                      </p:cBhvr>
                                      <p:to>
                                        <p:strVal val="visible"/>
                                      </p:to>
                                    </p:set>
                                    <p:anim calcmode="lin" valueType="num">
                                      <p:cBhvr>
                                        <p:cTn id="36" dur="500" fill="hold"/>
                                        <p:tgtEl>
                                          <p:spTgt spid="73">
                                            <p:txEl>
                                              <p:pRg st="0" end="0"/>
                                            </p:txEl>
                                          </p:spTgt>
                                        </p:tgtEl>
                                        <p:attrNameLst>
                                          <p:attrName>ppt_w</p:attrName>
                                        </p:attrNameLst>
                                      </p:cBhvr>
                                      <p:tavLst>
                                        <p:tav tm="0">
                                          <p:val>
                                            <p:fltVal val="0"/>
                                          </p:val>
                                        </p:tav>
                                        <p:tav tm="100000">
                                          <p:val>
                                            <p:strVal val="#ppt_w"/>
                                          </p:val>
                                        </p:tav>
                                      </p:tavLst>
                                    </p:anim>
                                    <p:anim calcmode="lin" valueType="num">
                                      <p:cBhvr>
                                        <p:cTn id="37" dur="500" fill="hold"/>
                                        <p:tgtEl>
                                          <p:spTgt spid="73">
                                            <p:txEl>
                                              <p:pRg st="0" end="0"/>
                                            </p:txEl>
                                          </p:spTgt>
                                        </p:tgtEl>
                                        <p:attrNameLst>
                                          <p:attrName>ppt_h</p:attrName>
                                        </p:attrNameLst>
                                      </p:cBhvr>
                                      <p:tavLst>
                                        <p:tav tm="0">
                                          <p:val>
                                            <p:fltVal val="0"/>
                                          </p:val>
                                        </p:tav>
                                        <p:tav tm="100000">
                                          <p:val>
                                            <p:strVal val="#ppt_h"/>
                                          </p:val>
                                        </p:tav>
                                      </p:tavLst>
                                    </p:anim>
                                    <p:animEffect transition="in" filter="fade">
                                      <p:cBhvr>
                                        <p:cTn id="38" dur="500"/>
                                        <p:tgtEl>
                                          <p:spTgt spid="73">
                                            <p:txEl>
                                              <p:pRg st="0" end="0"/>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73">
                                            <p:txEl>
                                              <p:pRg st="4" end="4"/>
                                            </p:txEl>
                                          </p:spTgt>
                                        </p:tgtEl>
                                        <p:attrNameLst>
                                          <p:attrName>style.visibility</p:attrName>
                                        </p:attrNameLst>
                                      </p:cBhvr>
                                      <p:to>
                                        <p:strVal val="visible"/>
                                      </p:to>
                                    </p:set>
                                    <p:anim calcmode="lin" valueType="num">
                                      <p:cBhvr>
                                        <p:cTn id="43" dur="500" fill="hold"/>
                                        <p:tgtEl>
                                          <p:spTgt spid="73">
                                            <p:txEl>
                                              <p:pRg st="4" end="4"/>
                                            </p:txEl>
                                          </p:spTgt>
                                        </p:tgtEl>
                                        <p:attrNameLst>
                                          <p:attrName>ppt_w</p:attrName>
                                        </p:attrNameLst>
                                      </p:cBhvr>
                                      <p:tavLst>
                                        <p:tav tm="0">
                                          <p:val>
                                            <p:fltVal val="0"/>
                                          </p:val>
                                        </p:tav>
                                        <p:tav tm="100000">
                                          <p:val>
                                            <p:strVal val="#ppt_w"/>
                                          </p:val>
                                        </p:tav>
                                      </p:tavLst>
                                    </p:anim>
                                    <p:anim calcmode="lin" valueType="num">
                                      <p:cBhvr>
                                        <p:cTn id="44" dur="500" fill="hold"/>
                                        <p:tgtEl>
                                          <p:spTgt spid="73">
                                            <p:txEl>
                                              <p:pRg st="4" end="4"/>
                                            </p:txEl>
                                          </p:spTgt>
                                        </p:tgtEl>
                                        <p:attrNameLst>
                                          <p:attrName>ppt_h</p:attrName>
                                        </p:attrNameLst>
                                      </p:cBhvr>
                                      <p:tavLst>
                                        <p:tav tm="0">
                                          <p:val>
                                            <p:fltVal val="0"/>
                                          </p:val>
                                        </p:tav>
                                        <p:tav tm="100000">
                                          <p:val>
                                            <p:strVal val="#ppt_h"/>
                                          </p:val>
                                        </p:tav>
                                      </p:tavLst>
                                    </p:anim>
                                    <p:animEffect transition="in" filter="fade">
                                      <p:cBhvr>
                                        <p:cTn id="45" dur="500"/>
                                        <p:tgtEl>
                                          <p:spTgt spid="73">
                                            <p:txEl>
                                              <p:pRg st="4" end="4"/>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73">
                                            <p:txEl>
                                              <p:pRg st="5" end="5"/>
                                            </p:txEl>
                                          </p:spTgt>
                                        </p:tgtEl>
                                        <p:attrNameLst>
                                          <p:attrName>style.visibility</p:attrName>
                                        </p:attrNameLst>
                                      </p:cBhvr>
                                      <p:to>
                                        <p:strVal val="visible"/>
                                      </p:to>
                                    </p:set>
                                    <p:anim calcmode="lin" valueType="num">
                                      <p:cBhvr>
                                        <p:cTn id="50" dur="500" fill="hold"/>
                                        <p:tgtEl>
                                          <p:spTgt spid="73">
                                            <p:txEl>
                                              <p:pRg st="5" end="5"/>
                                            </p:txEl>
                                          </p:spTgt>
                                        </p:tgtEl>
                                        <p:attrNameLst>
                                          <p:attrName>ppt_w</p:attrName>
                                        </p:attrNameLst>
                                      </p:cBhvr>
                                      <p:tavLst>
                                        <p:tav tm="0">
                                          <p:val>
                                            <p:fltVal val="0"/>
                                          </p:val>
                                        </p:tav>
                                        <p:tav tm="100000">
                                          <p:val>
                                            <p:strVal val="#ppt_w"/>
                                          </p:val>
                                        </p:tav>
                                      </p:tavLst>
                                    </p:anim>
                                    <p:anim calcmode="lin" valueType="num">
                                      <p:cBhvr>
                                        <p:cTn id="51" dur="500" fill="hold"/>
                                        <p:tgtEl>
                                          <p:spTgt spid="73">
                                            <p:txEl>
                                              <p:pRg st="5" end="5"/>
                                            </p:txEl>
                                          </p:spTgt>
                                        </p:tgtEl>
                                        <p:attrNameLst>
                                          <p:attrName>ppt_h</p:attrName>
                                        </p:attrNameLst>
                                      </p:cBhvr>
                                      <p:tavLst>
                                        <p:tav tm="0">
                                          <p:val>
                                            <p:fltVal val="0"/>
                                          </p:val>
                                        </p:tav>
                                        <p:tav tm="100000">
                                          <p:val>
                                            <p:strVal val="#ppt_h"/>
                                          </p:val>
                                        </p:tav>
                                      </p:tavLst>
                                    </p:anim>
                                    <p:animEffect transition="in" filter="fade">
                                      <p:cBhvr>
                                        <p:cTn id="52" dur="500"/>
                                        <p:tgtEl>
                                          <p:spTgt spid="73">
                                            <p:txEl>
                                              <p:pRg st="5" end="5"/>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grpId="0" nodeType="clickEffect">
                                  <p:stCondLst>
                                    <p:cond delay="0"/>
                                  </p:stCondLst>
                                  <p:childTnLst>
                                    <p:set>
                                      <p:cBhvr>
                                        <p:cTn id="56" dur="1" fill="hold">
                                          <p:stCondLst>
                                            <p:cond delay="0"/>
                                          </p:stCondLst>
                                        </p:cTn>
                                        <p:tgtEl>
                                          <p:spTgt spid="73">
                                            <p:txEl>
                                              <p:pRg st="7" end="7"/>
                                            </p:txEl>
                                          </p:spTgt>
                                        </p:tgtEl>
                                        <p:attrNameLst>
                                          <p:attrName>style.visibility</p:attrName>
                                        </p:attrNameLst>
                                      </p:cBhvr>
                                      <p:to>
                                        <p:strVal val="visible"/>
                                      </p:to>
                                    </p:set>
                                    <p:anim calcmode="lin" valueType="num">
                                      <p:cBhvr>
                                        <p:cTn id="57" dur="500" fill="hold"/>
                                        <p:tgtEl>
                                          <p:spTgt spid="73">
                                            <p:txEl>
                                              <p:pRg st="7" end="7"/>
                                            </p:txEl>
                                          </p:spTgt>
                                        </p:tgtEl>
                                        <p:attrNameLst>
                                          <p:attrName>ppt_w</p:attrName>
                                        </p:attrNameLst>
                                      </p:cBhvr>
                                      <p:tavLst>
                                        <p:tav tm="0">
                                          <p:val>
                                            <p:fltVal val="0"/>
                                          </p:val>
                                        </p:tav>
                                        <p:tav tm="100000">
                                          <p:val>
                                            <p:strVal val="#ppt_w"/>
                                          </p:val>
                                        </p:tav>
                                      </p:tavLst>
                                    </p:anim>
                                    <p:anim calcmode="lin" valueType="num">
                                      <p:cBhvr>
                                        <p:cTn id="58" dur="500" fill="hold"/>
                                        <p:tgtEl>
                                          <p:spTgt spid="73">
                                            <p:txEl>
                                              <p:pRg st="7" end="7"/>
                                            </p:txEl>
                                          </p:spTgt>
                                        </p:tgtEl>
                                        <p:attrNameLst>
                                          <p:attrName>ppt_h</p:attrName>
                                        </p:attrNameLst>
                                      </p:cBhvr>
                                      <p:tavLst>
                                        <p:tav tm="0">
                                          <p:val>
                                            <p:fltVal val="0"/>
                                          </p:val>
                                        </p:tav>
                                        <p:tav tm="100000">
                                          <p:val>
                                            <p:strVal val="#ppt_h"/>
                                          </p:val>
                                        </p:tav>
                                      </p:tavLst>
                                    </p:anim>
                                    <p:animEffect transition="in" filter="fade">
                                      <p:cBhvr>
                                        <p:cTn id="59" dur="500"/>
                                        <p:tgtEl>
                                          <p:spTgt spid="73">
                                            <p:txEl>
                                              <p:pRg st="7" end="7"/>
                                            </p:txEl>
                                          </p:spTgt>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73">
                                            <p:txEl>
                                              <p:pRg st="10" end="10"/>
                                            </p:txEl>
                                          </p:spTgt>
                                        </p:tgtEl>
                                        <p:attrNameLst>
                                          <p:attrName>style.visibility</p:attrName>
                                        </p:attrNameLst>
                                      </p:cBhvr>
                                      <p:to>
                                        <p:strVal val="visible"/>
                                      </p:to>
                                    </p:set>
                                    <p:anim calcmode="lin" valueType="num">
                                      <p:cBhvr>
                                        <p:cTn id="62" dur="500" fill="hold"/>
                                        <p:tgtEl>
                                          <p:spTgt spid="73">
                                            <p:txEl>
                                              <p:pRg st="10" end="10"/>
                                            </p:txEl>
                                          </p:spTgt>
                                        </p:tgtEl>
                                        <p:attrNameLst>
                                          <p:attrName>ppt_w</p:attrName>
                                        </p:attrNameLst>
                                      </p:cBhvr>
                                      <p:tavLst>
                                        <p:tav tm="0">
                                          <p:val>
                                            <p:fltVal val="0"/>
                                          </p:val>
                                        </p:tav>
                                        <p:tav tm="100000">
                                          <p:val>
                                            <p:strVal val="#ppt_w"/>
                                          </p:val>
                                        </p:tav>
                                      </p:tavLst>
                                    </p:anim>
                                    <p:anim calcmode="lin" valueType="num">
                                      <p:cBhvr>
                                        <p:cTn id="63" dur="500" fill="hold"/>
                                        <p:tgtEl>
                                          <p:spTgt spid="73">
                                            <p:txEl>
                                              <p:pRg st="10" end="10"/>
                                            </p:txEl>
                                          </p:spTgt>
                                        </p:tgtEl>
                                        <p:attrNameLst>
                                          <p:attrName>ppt_h</p:attrName>
                                        </p:attrNameLst>
                                      </p:cBhvr>
                                      <p:tavLst>
                                        <p:tav tm="0">
                                          <p:val>
                                            <p:fltVal val="0"/>
                                          </p:val>
                                        </p:tav>
                                        <p:tav tm="100000">
                                          <p:val>
                                            <p:strVal val="#ppt_h"/>
                                          </p:val>
                                        </p:tav>
                                      </p:tavLst>
                                    </p:anim>
                                    <p:animEffect transition="in" filter="fade">
                                      <p:cBhvr>
                                        <p:cTn id="64" dur="500"/>
                                        <p:tgtEl>
                                          <p:spTgt spid="73">
                                            <p:txEl>
                                              <p:pRg st="10" end="10"/>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53" presetClass="entr" presetSubtype="16" fill="hold" grpId="0" nodeType="clickEffect">
                                  <p:stCondLst>
                                    <p:cond delay="0"/>
                                  </p:stCondLst>
                                  <p:childTnLst>
                                    <p:set>
                                      <p:cBhvr>
                                        <p:cTn id="68" dur="1" fill="hold">
                                          <p:stCondLst>
                                            <p:cond delay="0"/>
                                          </p:stCondLst>
                                        </p:cTn>
                                        <p:tgtEl>
                                          <p:spTgt spid="73">
                                            <p:txEl>
                                              <p:pRg st="8" end="8"/>
                                            </p:txEl>
                                          </p:spTgt>
                                        </p:tgtEl>
                                        <p:attrNameLst>
                                          <p:attrName>style.visibility</p:attrName>
                                        </p:attrNameLst>
                                      </p:cBhvr>
                                      <p:to>
                                        <p:strVal val="visible"/>
                                      </p:to>
                                    </p:set>
                                    <p:anim calcmode="lin" valueType="num">
                                      <p:cBhvr>
                                        <p:cTn id="69" dur="500" fill="hold"/>
                                        <p:tgtEl>
                                          <p:spTgt spid="73">
                                            <p:txEl>
                                              <p:pRg st="8" end="8"/>
                                            </p:txEl>
                                          </p:spTgt>
                                        </p:tgtEl>
                                        <p:attrNameLst>
                                          <p:attrName>ppt_w</p:attrName>
                                        </p:attrNameLst>
                                      </p:cBhvr>
                                      <p:tavLst>
                                        <p:tav tm="0">
                                          <p:val>
                                            <p:fltVal val="0"/>
                                          </p:val>
                                        </p:tav>
                                        <p:tav tm="100000">
                                          <p:val>
                                            <p:strVal val="#ppt_w"/>
                                          </p:val>
                                        </p:tav>
                                      </p:tavLst>
                                    </p:anim>
                                    <p:anim calcmode="lin" valueType="num">
                                      <p:cBhvr>
                                        <p:cTn id="70" dur="500" fill="hold"/>
                                        <p:tgtEl>
                                          <p:spTgt spid="73">
                                            <p:txEl>
                                              <p:pRg st="8" end="8"/>
                                            </p:txEl>
                                          </p:spTgt>
                                        </p:tgtEl>
                                        <p:attrNameLst>
                                          <p:attrName>ppt_h</p:attrName>
                                        </p:attrNameLst>
                                      </p:cBhvr>
                                      <p:tavLst>
                                        <p:tav tm="0">
                                          <p:val>
                                            <p:fltVal val="0"/>
                                          </p:val>
                                        </p:tav>
                                        <p:tav tm="100000">
                                          <p:val>
                                            <p:strVal val="#ppt_h"/>
                                          </p:val>
                                        </p:tav>
                                      </p:tavLst>
                                    </p:anim>
                                    <p:animEffect transition="in" filter="fade">
                                      <p:cBhvr>
                                        <p:cTn id="71" dur="500"/>
                                        <p:tgtEl>
                                          <p:spTgt spid="73">
                                            <p:txEl>
                                              <p:pRg st="8" end="8"/>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53" presetClass="entr" presetSubtype="16" fill="hold" grpId="0" nodeType="clickEffect">
                                  <p:stCondLst>
                                    <p:cond delay="0"/>
                                  </p:stCondLst>
                                  <p:childTnLst>
                                    <p:set>
                                      <p:cBhvr>
                                        <p:cTn id="75" dur="1" fill="hold">
                                          <p:stCondLst>
                                            <p:cond delay="0"/>
                                          </p:stCondLst>
                                        </p:cTn>
                                        <p:tgtEl>
                                          <p:spTgt spid="73">
                                            <p:txEl>
                                              <p:pRg st="9" end="9"/>
                                            </p:txEl>
                                          </p:spTgt>
                                        </p:tgtEl>
                                        <p:attrNameLst>
                                          <p:attrName>style.visibility</p:attrName>
                                        </p:attrNameLst>
                                      </p:cBhvr>
                                      <p:to>
                                        <p:strVal val="visible"/>
                                      </p:to>
                                    </p:set>
                                    <p:anim calcmode="lin" valueType="num">
                                      <p:cBhvr>
                                        <p:cTn id="76" dur="500" fill="hold"/>
                                        <p:tgtEl>
                                          <p:spTgt spid="73">
                                            <p:txEl>
                                              <p:pRg st="9" end="9"/>
                                            </p:txEl>
                                          </p:spTgt>
                                        </p:tgtEl>
                                        <p:attrNameLst>
                                          <p:attrName>ppt_w</p:attrName>
                                        </p:attrNameLst>
                                      </p:cBhvr>
                                      <p:tavLst>
                                        <p:tav tm="0">
                                          <p:val>
                                            <p:fltVal val="0"/>
                                          </p:val>
                                        </p:tav>
                                        <p:tav tm="100000">
                                          <p:val>
                                            <p:strVal val="#ppt_w"/>
                                          </p:val>
                                        </p:tav>
                                      </p:tavLst>
                                    </p:anim>
                                    <p:anim calcmode="lin" valueType="num">
                                      <p:cBhvr>
                                        <p:cTn id="77" dur="500" fill="hold"/>
                                        <p:tgtEl>
                                          <p:spTgt spid="73">
                                            <p:txEl>
                                              <p:pRg st="9" end="9"/>
                                            </p:txEl>
                                          </p:spTgt>
                                        </p:tgtEl>
                                        <p:attrNameLst>
                                          <p:attrName>ppt_h</p:attrName>
                                        </p:attrNameLst>
                                      </p:cBhvr>
                                      <p:tavLst>
                                        <p:tav tm="0">
                                          <p:val>
                                            <p:fltVal val="0"/>
                                          </p:val>
                                        </p:tav>
                                        <p:tav tm="100000">
                                          <p:val>
                                            <p:strVal val="#ppt_h"/>
                                          </p:val>
                                        </p:tav>
                                      </p:tavLst>
                                    </p:anim>
                                    <p:animEffect transition="in" filter="fade">
                                      <p:cBhvr>
                                        <p:cTn id="78" dur="500"/>
                                        <p:tgtEl>
                                          <p:spTgt spid="73">
                                            <p:txEl>
                                              <p:pRg st="9" end="9"/>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53" presetClass="entr" presetSubtype="16" fill="hold" grpId="0" nodeType="clickEffect">
                                  <p:stCondLst>
                                    <p:cond delay="0"/>
                                  </p:stCondLst>
                                  <p:childTnLst>
                                    <p:set>
                                      <p:cBhvr>
                                        <p:cTn id="82" dur="1" fill="hold">
                                          <p:stCondLst>
                                            <p:cond delay="0"/>
                                          </p:stCondLst>
                                        </p:cTn>
                                        <p:tgtEl>
                                          <p:spTgt spid="73">
                                            <p:txEl>
                                              <p:pRg st="12" end="12"/>
                                            </p:txEl>
                                          </p:spTgt>
                                        </p:tgtEl>
                                        <p:attrNameLst>
                                          <p:attrName>style.visibility</p:attrName>
                                        </p:attrNameLst>
                                      </p:cBhvr>
                                      <p:to>
                                        <p:strVal val="visible"/>
                                      </p:to>
                                    </p:set>
                                    <p:anim calcmode="lin" valueType="num">
                                      <p:cBhvr>
                                        <p:cTn id="83" dur="500" fill="hold"/>
                                        <p:tgtEl>
                                          <p:spTgt spid="73">
                                            <p:txEl>
                                              <p:pRg st="12" end="12"/>
                                            </p:txEl>
                                          </p:spTgt>
                                        </p:tgtEl>
                                        <p:attrNameLst>
                                          <p:attrName>ppt_w</p:attrName>
                                        </p:attrNameLst>
                                      </p:cBhvr>
                                      <p:tavLst>
                                        <p:tav tm="0">
                                          <p:val>
                                            <p:fltVal val="0"/>
                                          </p:val>
                                        </p:tav>
                                        <p:tav tm="100000">
                                          <p:val>
                                            <p:strVal val="#ppt_w"/>
                                          </p:val>
                                        </p:tav>
                                      </p:tavLst>
                                    </p:anim>
                                    <p:anim calcmode="lin" valueType="num">
                                      <p:cBhvr>
                                        <p:cTn id="84" dur="500" fill="hold"/>
                                        <p:tgtEl>
                                          <p:spTgt spid="73">
                                            <p:txEl>
                                              <p:pRg st="12" end="12"/>
                                            </p:txEl>
                                          </p:spTgt>
                                        </p:tgtEl>
                                        <p:attrNameLst>
                                          <p:attrName>ppt_h</p:attrName>
                                        </p:attrNameLst>
                                      </p:cBhvr>
                                      <p:tavLst>
                                        <p:tav tm="0">
                                          <p:val>
                                            <p:fltVal val="0"/>
                                          </p:val>
                                        </p:tav>
                                        <p:tav tm="100000">
                                          <p:val>
                                            <p:strVal val="#ppt_h"/>
                                          </p:val>
                                        </p:tav>
                                      </p:tavLst>
                                    </p:anim>
                                    <p:animEffect transition="in" filter="fade">
                                      <p:cBhvr>
                                        <p:cTn id="85" dur="500"/>
                                        <p:tgtEl>
                                          <p:spTgt spid="73">
                                            <p:txEl>
                                              <p:pRg st="12" end="12"/>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61"/>
                                        </p:tgtEl>
                                        <p:attrNameLst>
                                          <p:attrName>style.visibility</p:attrName>
                                        </p:attrNameLst>
                                      </p:cBhvr>
                                      <p:to>
                                        <p:strVal val="visible"/>
                                      </p:to>
                                    </p:set>
                                    <p:animEffect transition="in" filter="fade">
                                      <p:cBhvr>
                                        <p:cTn id="90" dur="500"/>
                                        <p:tgtEl>
                                          <p:spTgt spid="61"/>
                                        </p:tgtEl>
                                      </p:cBhvr>
                                    </p:animEffect>
                                  </p:childTnLst>
                                </p:cTn>
                              </p:par>
                            </p:childTnLst>
                          </p:cTn>
                        </p:par>
                      </p:childTnLst>
                    </p:cTn>
                  </p:par>
                  <p:par>
                    <p:cTn id="91" fill="hold">
                      <p:stCondLst>
                        <p:cond delay="indefinite"/>
                      </p:stCondLst>
                      <p:childTnLst>
                        <p:par>
                          <p:cTn id="92" fill="hold">
                            <p:stCondLst>
                              <p:cond delay="0"/>
                            </p:stCondLst>
                            <p:childTnLst>
                              <p:par>
                                <p:cTn id="93" presetID="53" presetClass="entr" presetSubtype="16" fill="hold" grpId="0" nodeType="clickEffect">
                                  <p:stCondLst>
                                    <p:cond delay="0"/>
                                  </p:stCondLst>
                                  <p:childTnLst>
                                    <p:set>
                                      <p:cBhvr>
                                        <p:cTn id="94" dur="1" fill="hold">
                                          <p:stCondLst>
                                            <p:cond delay="0"/>
                                          </p:stCondLst>
                                        </p:cTn>
                                        <p:tgtEl>
                                          <p:spTgt spid="75">
                                            <p:txEl>
                                              <p:pRg st="0" end="0"/>
                                            </p:txEl>
                                          </p:spTgt>
                                        </p:tgtEl>
                                        <p:attrNameLst>
                                          <p:attrName>style.visibility</p:attrName>
                                        </p:attrNameLst>
                                      </p:cBhvr>
                                      <p:to>
                                        <p:strVal val="visible"/>
                                      </p:to>
                                    </p:set>
                                    <p:anim calcmode="lin" valueType="num">
                                      <p:cBhvr>
                                        <p:cTn id="95" dur="500" fill="hold"/>
                                        <p:tgtEl>
                                          <p:spTgt spid="75">
                                            <p:txEl>
                                              <p:pRg st="0" end="0"/>
                                            </p:txEl>
                                          </p:spTgt>
                                        </p:tgtEl>
                                        <p:attrNameLst>
                                          <p:attrName>ppt_w</p:attrName>
                                        </p:attrNameLst>
                                      </p:cBhvr>
                                      <p:tavLst>
                                        <p:tav tm="0">
                                          <p:val>
                                            <p:fltVal val="0"/>
                                          </p:val>
                                        </p:tav>
                                        <p:tav tm="100000">
                                          <p:val>
                                            <p:strVal val="#ppt_w"/>
                                          </p:val>
                                        </p:tav>
                                      </p:tavLst>
                                    </p:anim>
                                    <p:anim calcmode="lin" valueType="num">
                                      <p:cBhvr>
                                        <p:cTn id="96" dur="500" fill="hold"/>
                                        <p:tgtEl>
                                          <p:spTgt spid="75">
                                            <p:txEl>
                                              <p:pRg st="0" end="0"/>
                                            </p:txEl>
                                          </p:spTgt>
                                        </p:tgtEl>
                                        <p:attrNameLst>
                                          <p:attrName>ppt_h</p:attrName>
                                        </p:attrNameLst>
                                      </p:cBhvr>
                                      <p:tavLst>
                                        <p:tav tm="0">
                                          <p:val>
                                            <p:fltVal val="0"/>
                                          </p:val>
                                        </p:tav>
                                        <p:tav tm="100000">
                                          <p:val>
                                            <p:strVal val="#ppt_h"/>
                                          </p:val>
                                        </p:tav>
                                      </p:tavLst>
                                    </p:anim>
                                    <p:animEffect transition="in" filter="fade">
                                      <p:cBhvr>
                                        <p:cTn id="97" dur="500"/>
                                        <p:tgtEl>
                                          <p:spTgt spid="75">
                                            <p:txEl>
                                              <p:pRg st="0" end="0"/>
                                            </p:txEl>
                                          </p:spTgt>
                                        </p:tgtEl>
                                      </p:cBhvr>
                                    </p:animEffect>
                                  </p:childTnLst>
                                </p:cTn>
                              </p:par>
                              <p:par>
                                <p:cTn id="98" presetID="53" presetClass="entr" presetSubtype="16" fill="hold" grpId="0" nodeType="withEffect">
                                  <p:stCondLst>
                                    <p:cond delay="0"/>
                                  </p:stCondLst>
                                  <p:childTnLst>
                                    <p:set>
                                      <p:cBhvr>
                                        <p:cTn id="99" dur="1" fill="hold">
                                          <p:stCondLst>
                                            <p:cond delay="0"/>
                                          </p:stCondLst>
                                        </p:cTn>
                                        <p:tgtEl>
                                          <p:spTgt spid="75">
                                            <p:txEl>
                                              <p:pRg st="1" end="1"/>
                                            </p:txEl>
                                          </p:spTgt>
                                        </p:tgtEl>
                                        <p:attrNameLst>
                                          <p:attrName>style.visibility</p:attrName>
                                        </p:attrNameLst>
                                      </p:cBhvr>
                                      <p:to>
                                        <p:strVal val="visible"/>
                                      </p:to>
                                    </p:set>
                                    <p:anim calcmode="lin" valueType="num">
                                      <p:cBhvr>
                                        <p:cTn id="100" dur="500" fill="hold"/>
                                        <p:tgtEl>
                                          <p:spTgt spid="75">
                                            <p:txEl>
                                              <p:pRg st="1" end="1"/>
                                            </p:txEl>
                                          </p:spTgt>
                                        </p:tgtEl>
                                        <p:attrNameLst>
                                          <p:attrName>ppt_w</p:attrName>
                                        </p:attrNameLst>
                                      </p:cBhvr>
                                      <p:tavLst>
                                        <p:tav tm="0">
                                          <p:val>
                                            <p:fltVal val="0"/>
                                          </p:val>
                                        </p:tav>
                                        <p:tav tm="100000">
                                          <p:val>
                                            <p:strVal val="#ppt_w"/>
                                          </p:val>
                                        </p:tav>
                                      </p:tavLst>
                                    </p:anim>
                                    <p:anim calcmode="lin" valueType="num">
                                      <p:cBhvr>
                                        <p:cTn id="101" dur="500" fill="hold"/>
                                        <p:tgtEl>
                                          <p:spTgt spid="75">
                                            <p:txEl>
                                              <p:pRg st="1" end="1"/>
                                            </p:txEl>
                                          </p:spTgt>
                                        </p:tgtEl>
                                        <p:attrNameLst>
                                          <p:attrName>ppt_h</p:attrName>
                                        </p:attrNameLst>
                                      </p:cBhvr>
                                      <p:tavLst>
                                        <p:tav tm="0">
                                          <p:val>
                                            <p:fltVal val="0"/>
                                          </p:val>
                                        </p:tav>
                                        <p:tav tm="100000">
                                          <p:val>
                                            <p:strVal val="#ppt_h"/>
                                          </p:val>
                                        </p:tav>
                                      </p:tavLst>
                                    </p:anim>
                                    <p:animEffect transition="in" filter="fade">
                                      <p:cBhvr>
                                        <p:cTn id="102" dur="500"/>
                                        <p:tgtEl>
                                          <p:spTgt spid="75">
                                            <p:txEl>
                                              <p:pRg st="1" end="1"/>
                                            </p:txEl>
                                          </p:spTgt>
                                        </p:tgtEl>
                                      </p:cBhvr>
                                    </p:animEffect>
                                  </p:childTnLst>
                                </p:cTn>
                              </p:par>
                              <p:par>
                                <p:cTn id="103" presetID="53" presetClass="entr" presetSubtype="16" fill="hold" grpId="0" nodeType="withEffect">
                                  <p:stCondLst>
                                    <p:cond delay="0"/>
                                  </p:stCondLst>
                                  <p:childTnLst>
                                    <p:set>
                                      <p:cBhvr>
                                        <p:cTn id="104" dur="1" fill="hold">
                                          <p:stCondLst>
                                            <p:cond delay="0"/>
                                          </p:stCondLst>
                                        </p:cTn>
                                        <p:tgtEl>
                                          <p:spTgt spid="75">
                                            <p:txEl>
                                              <p:pRg st="7" end="7"/>
                                            </p:txEl>
                                          </p:spTgt>
                                        </p:tgtEl>
                                        <p:attrNameLst>
                                          <p:attrName>style.visibility</p:attrName>
                                        </p:attrNameLst>
                                      </p:cBhvr>
                                      <p:to>
                                        <p:strVal val="visible"/>
                                      </p:to>
                                    </p:set>
                                    <p:anim calcmode="lin" valueType="num">
                                      <p:cBhvr>
                                        <p:cTn id="105" dur="500" fill="hold"/>
                                        <p:tgtEl>
                                          <p:spTgt spid="75">
                                            <p:txEl>
                                              <p:pRg st="7" end="7"/>
                                            </p:txEl>
                                          </p:spTgt>
                                        </p:tgtEl>
                                        <p:attrNameLst>
                                          <p:attrName>ppt_w</p:attrName>
                                        </p:attrNameLst>
                                      </p:cBhvr>
                                      <p:tavLst>
                                        <p:tav tm="0">
                                          <p:val>
                                            <p:fltVal val="0"/>
                                          </p:val>
                                        </p:tav>
                                        <p:tav tm="100000">
                                          <p:val>
                                            <p:strVal val="#ppt_w"/>
                                          </p:val>
                                        </p:tav>
                                      </p:tavLst>
                                    </p:anim>
                                    <p:anim calcmode="lin" valueType="num">
                                      <p:cBhvr>
                                        <p:cTn id="106" dur="500" fill="hold"/>
                                        <p:tgtEl>
                                          <p:spTgt spid="75">
                                            <p:txEl>
                                              <p:pRg st="7" end="7"/>
                                            </p:txEl>
                                          </p:spTgt>
                                        </p:tgtEl>
                                        <p:attrNameLst>
                                          <p:attrName>ppt_h</p:attrName>
                                        </p:attrNameLst>
                                      </p:cBhvr>
                                      <p:tavLst>
                                        <p:tav tm="0">
                                          <p:val>
                                            <p:fltVal val="0"/>
                                          </p:val>
                                        </p:tav>
                                        <p:tav tm="100000">
                                          <p:val>
                                            <p:strVal val="#ppt_h"/>
                                          </p:val>
                                        </p:tav>
                                      </p:tavLst>
                                    </p:anim>
                                    <p:animEffect transition="in" filter="fade">
                                      <p:cBhvr>
                                        <p:cTn id="107" dur="500"/>
                                        <p:tgtEl>
                                          <p:spTgt spid="75">
                                            <p:txEl>
                                              <p:pRg st="7" end="7"/>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53" presetClass="entr" presetSubtype="16" fill="hold" grpId="0" nodeType="clickEffect">
                                  <p:stCondLst>
                                    <p:cond delay="0"/>
                                  </p:stCondLst>
                                  <p:childTnLst>
                                    <p:set>
                                      <p:cBhvr>
                                        <p:cTn id="111" dur="1" fill="hold">
                                          <p:stCondLst>
                                            <p:cond delay="0"/>
                                          </p:stCondLst>
                                        </p:cTn>
                                        <p:tgtEl>
                                          <p:spTgt spid="8"/>
                                        </p:tgtEl>
                                        <p:attrNameLst>
                                          <p:attrName>style.visibility</p:attrName>
                                        </p:attrNameLst>
                                      </p:cBhvr>
                                      <p:to>
                                        <p:strVal val="visible"/>
                                      </p:to>
                                    </p:set>
                                    <p:anim calcmode="lin" valueType="num">
                                      <p:cBhvr>
                                        <p:cTn id="112" dur="500" fill="hold"/>
                                        <p:tgtEl>
                                          <p:spTgt spid="8"/>
                                        </p:tgtEl>
                                        <p:attrNameLst>
                                          <p:attrName>ppt_w</p:attrName>
                                        </p:attrNameLst>
                                      </p:cBhvr>
                                      <p:tavLst>
                                        <p:tav tm="0">
                                          <p:val>
                                            <p:fltVal val="0"/>
                                          </p:val>
                                        </p:tav>
                                        <p:tav tm="100000">
                                          <p:val>
                                            <p:strVal val="#ppt_w"/>
                                          </p:val>
                                        </p:tav>
                                      </p:tavLst>
                                    </p:anim>
                                    <p:anim calcmode="lin" valueType="num">
                                      <p:cBhvr>
                                        <p:cTn id="113" dur="500" fill="hold"/>
                                        <p:tgtEl>
                                          <p:spTgt spid="8"/>
                                        </p:tgtEl>
                                        <p:attrNameLst>
                                          <p:attrName>ppt_h</p:attrName>
                                        </p:attrNameLst>
                                      </p:cBhvr>
                                      <p:tavLst>
                                        <p:tav tm="0">
                                          <p:val>
                                            <p:fltVal val="0"/>
                                          </p:val>
                                        </p:tav>
                                        <p:tav tm="100000">
                                          <p:val>
                                            <p:strVal val="#ppt_h"/>
                                          </p:val>
                                        </p:tav>
                                      </p:tavLst>
                                    </p:anim>
                                    <p:animEffect transition="in" filter="fade">
                                      <p:cBhvr>
                                        <p:cTn id="114" dur="500"/>
                                        <p:tgtEl>
                                          <p:spTgt spid="8"/>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4" fill="hold" nodeType="clickEffect">
                                  <p:stCondLst>
                                    <p:cond delay="0"/>
                                  </p:stCondLst>
                                  <p:childTnLst>
                                    <p:set>
                                      <p:cBhvr>
                                        <p:cTn id="118" dur="1" fill="hold">
                                          <p:stCondLst>
                                            <p:cond delay="0"/>
                                          </p:stCondLst>
                                        </p:cTn>
                                        <p:tgtEl>
                                          <p:spTgt spid="64"/>
                                        </p:tgtEl>
                                        <p:attrNameLst>
                                          <p:attrName>style.visibility</p:attrName>
                                        </p:attrNameLst>
                                      </p:cBhvr>
                                      <p:to>
                                        <p:strVal val="visible"/>
                                      </p:to>
                                    </p:set>
                                    <p:animEffect transition="in" filter="wipe(down)">
                                      <p:cBhvr>
                                        <p:cTn id="119" dur="500"/>
                                        <p:tgtEl>
                                          <p:spTgt spid="64"/>
                                        </p:tgtEl>
                                      </p:cBhvr>
                                    </p:animEffec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69"/>
                                        </p:tgtEl>
                                        <p:attrNameLst>
                                          <p:attrName>style.visibility</p:attrName>
                                        </p:attrNameLst>
                                      </p:cBhvr>
                                      <p:to>
                                        <p:strVal val="visible"/>
                                      </p:to>
                                    </p:set>
                                  </p:childTnLst>
                                </p:cTn>
                              </p:par>
                            </p:childTnLst>
                          </p:cTn>
                        </p:par>
                        <p:par>
                          <p:cTn id="124" fill="hold">
                            <p:stCondLst>
                              <p:cond delay="0"/>
                            </p:stCondLst>
                            <p:childTnLst>
                              <p:par>
                                <p:cTn id="125" presetID="1" presetClass="entr" presetSubtype="0" fill="hold" grpId="0" nodeType="afterEffect">
                                  <p:stCondLst>
                                    <p:cond delay="0"/>
                                  </p:stCondLst>
                                  <p:childTnLst>
                                    <p:set>
                                      <p:cBhvr>
                                        <p:cTn id="126" dur="1" fill="hold">
                                          <p:stCondLst>
                                            <p:cond delay="0"/>
                                          </p:stCondLst>
                                        </p:cTn>
                                        <p:tgtEl>
                                          <p:spTgt spid="68"/>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42" presetClass="path" presetSubtype="0" accel="50000" decel="50000" fill="hold" grpId="1" nodeType="clickEffect">
                                  <p:stCondLst>
                                    <p:cond delay="0"/>
                                  </p:stCondLst>
                                  <p:childTnLst>
                                    <p:animMotion origin="layout" path="M -2.5E-6 1.11022E-16 L -2.5E-6 0.16574 " pathEditMode="relative" rAng="0" ptsTypes="AA">
                                      <p:cBhvr>
                                        <p:cTn id="130" dur="2000" fill="hold"/>
                                        <p:tgtEl>
                                          <p:spTgt spid="68"/>
                                        </p:tgtEl>
                                        <p:attrNameLst>
                                          <p:attrName>ppt_x</p:attrName>
                                          <p:attrName>ppt_y</p:attrName>
                                        </p:attrNameLst>
                                      </p:cBhvr>
                                      <p:rCtr x="0" y="8287"/>
                                    </p:animMotion>
                                  </p:childTnLst>
                                </p:cTn>
                              </p:par>
                            </p:childTnLst>
                          </p:cTn>
                        </p:par>
                      </p:childTnLst>
                    </p:cTn>
                  </p:par>
                  <p:par>
                    <p:cTn id="131" fill="hold">
                      <p:stCondLst>
                        <p:cond delay="indefinite"/>
                      </p:stCondLst>
                      <p:childTnLst>
                        <p:par>
                          <p:cTn id="132" fill="hold">
                            <p:stCondLst>
                              <p:cond delay="0"/>
                            </p:stCondLst>
                            <p:childTnLst>
                              <p:par>
                                <p:cTn id="133" presetID="53" presetClass="entr" presetSubtype="16" fill="hold" grpId="0" nodeType="clickEffect">
                                  <p:stCondLst>
                                    <p:cond delay="0"/>
                                  </p:stCondLst>
                                  <p:childTnLst>
                                    <p:set>
                                      <p:cBhvr>
                                        <p:cTn id="134" dur="1" fill="hold">
                                          <p:stCondLst>
                                            <p:cond delay="0"/>
                                          </p:stCondLst>
                                        </p:cTn>
                                        <p:tgtEl>
                                          <p:spTgt spid="75">
                                            <p:txEl>
                                              <p:pRg st="3" end="3"/>
                                            </p:txEl>
                                          </p:spTgt>
                                        </p:tgtEl>
                                        <p:attrNameLst>
                                          <p:attrName>style.visibility</p:attrName>
                                        </p:attrNameLst>
                                      </p:cBhvr>
                                      <p:to>
                                        <p:strVal val="visible"/>
                                      </p:to>
                                    </p:set>
                                    <p:anim calcmode="lin" valueType="num">
                                      <p:cBhvr>
                                        <p:cTn id="135" dur="500" fill="hold"/>
                                        <p:tgtEl>
                                          <p:spTgt spid="75">
                                            <p:txEl>
                                              <p:pRg st="3" end="3"/>
                                            </p:txEl>
                                          </p:spTgt>
                                        </p:tgtEl>
                                        <p:attrNameLst>
                                          <p:attrName>ppt_w</p:attrName>
                                        </p:attrNameLst>
                                      </p:cBhvr>
                                      <p:tavLst>
                                        <p:tav tm="0">
                                          <p:val>
                                            <p:fltVal val="0"/>
                                          </p:val>
                                        </p:tav>
                                        <p:tav tm="100000">
                                          <p:val>
                                            <p:strVal val="#ppt_w"/>
                                          </p:val>
                                        </p:tav>
                                      </p:tavLst>
                                    </p:anim>
                                    <p:anim calcmode="lin" valueType="num">
                                      <p:cBhvr>
                                        <p:cTn id="136" dur="500" fill="hold"/>
                                        <p:tgtEl>
                                          <p:spTgt spid="75">
                                            <p:txEl>
                                              <p:pRg st="3" end="3"/>
                                            </p:txEl>
                                          </p:spTgt>
                                        </p:tgtEl>
                                        <p:attrNameLst>
                                          <p:attrName>ppt_h</p:attrName>
                                        </p:attrNameLst>
                                      </p:cBhvr>
                                      <p:tavLst>
                                        <p:tav tm="0">
                                          <p:val>
                                            <p:fltVal val="0"/>
                                          </p:val>
                                        </p:tav>
                                        <p:tav tm="100000">
                                          <p:val>
                                            <p:strVal val="#ppt_h"/>
                                          </p:val>
                                        </p:tav>
                                      </p:tavLst>
                                    </p:anim>
                                    <p:animEffect transition="in" filter="fade">
                                      <p:cBhvr>
                                        <p:cTn id="137" dur="500"/>
                                        <p:tgtEl>
                                          <p:spTgt spid="75">
                                            <p:txEl>
                                              <p:pRg st="3" end="3"/>
                                            </p:txEl>
                                          </p:spTgt>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8" fill="hold" nodeType="clickEffect">
                                  <p:stCondLst>
                                    <p:cond delay="0"/>
                                  </p:stCondLst>
                                  <p:childTnLst>
                                    <p:set>
                                      <p:cBhvr>
                                        <p:cTn id="141" dur="1" fill="hold">
                                          <p:stCondLst>
                                            <p:cond delay="0"/>
                                          </p:stCondLst>
                                        </p:cTn>
                                        <p:tgtEl>
                                          <p:spTgt spid="5"/>
                                        </p:tgtEl>
                                        <p:attrNameLst>
                                          <p:attrName>style.visibility</p:attrName>
                                        </p:attrNameLst>
                                      </p:cBhvr>
                                      <p:to>
                                        <p:strVal val="visible"/>
                                      </p:to>
                                    </p:set>
                                    <p:animEffect transition="in" filter="wipe(left)">
                                      <p:cBhvr>
                                        <p:cTn id="142" dur="500"/>
                                        <p:tgtEl>
                                          <p:spTgt spid="5"/>
                                        </p:tgtEl>
                                      </p:cBhvr>
                                    </p:animEffect>
                                  </p:childTnLst>
                                </p:cTn>
                              </p:par>
                            </p:childTnLst>
                          </p:cTn>
                        </p:par>
                      </p:childTnLst>
                    </p:cTn>
                  </p:par>
                  <p:par>
                    <p:cTn id="143" fill="hold">
                      <p:stCondLst>
                        <p:cond delay="indefinite"/>
                      </p:stCondLst>
                      <p:childTnLst>
                        <p:par>
                          <p:cTn id="144" fill="hold">
                            <p:stCondLst>
                              <p:cond delay="0"/>
                            </p:stCondLst>
                            <p:childTnLst>
                              <p:par>
                                <p:cTn id="145" presetID="53" presetClass="entr" presetSubtype="16" fill="hold" grpId="0" nodeType="clickEffect">
                                  <p:stCondLst>
                                    <p:cond delay="0"/>
                                  </p:stCondLst>
                                  <p:childTnLst>
                                    <p:set>
                                      <p:cBhvr>
                                        <p:cTn id="146" dur="1" fill="hold">
                                          <p:stCondLst>
                                            <p:cond delay="0"/>
                                          </p:stCondLst>
                                        </p:cTn>
                                        <p:tgtEl>
                                          <p:spTgt spid="75">
                                            <p:txEl>
                                              <p:pRg st="4" end="4"/>
                                            </p:txEl>
                                          </p:spTgt>
                                        </p:tgtEl>
                                        <p:attrNameLst>
                                          <p:attrName>style.visibility</p:attrName>
                                        </p:attrNameLst>
                                      </p:cBhvr>
                                      <p:to>
                                        <p:strVal val="visible"/>
                                      </p:to>
                                    </p:set>
                                    <p:anim calcmode="lin" valueType="num">
                                      <p:cBhvr>
                                        <p:cTn id="147" dur="500" fill="hold"/>
                                        <p:tgtEl>
                                          <p:spTgt spid="75">
                                            <p:txEl>
                                              <p:pRg st="4" end="4"/>
                                            </p:txEl>
                                          </p:spTgt>
                                        </p:tgtEl>
                                        <p:attrNameLst>
                                          <p:attrName>ppt_w</p:attrName>
                                        </p:attrNameLst>
                                      </p:cBhvr>
                                      <p:tavLst>
                                        <p:tav tm="0">
                                          <p:val>
                                            <p:fltVal val="0"/>
                                          </p:val>
                                        </p:tav>
                                        <p:tav tm="100000">
                                          <p:val>
                                            <p:strVal val="#ppt_w"/>
                                          </p:val>
                                        </p:tav>
                                      </p:tavLst>
                                    </p:anim>
                                    <p:anim calcmode="lin" valueType="num">
                                      <p:cBhvr>
                                        <p:cTn id="148" dur="500" fill="hold"/>
                                        <p:tgtEl>
                                          <p:spTgt spid="75">
                                            <p:txEl>
                                              <p:pRg st="4" end="4"/>
                                            </p:txEl>
                                          </p:spTgt>
                                        </p:tgtEl>
                                        <p:attrNameLst>
                                          <p:attrName>ppt_h</p:attrName>
                                        </p:attrNameLst>
                                      </p:cBhvr>
                                      <p:tavLst>
                                        <p:tav tm="0">
                                          <p:val>
                                            <p:fltVal val="0"/>
                                          </p:val>
                                        </p:tav>
                                        <p:tav tm="100000">
                                          <p:val>
                                            <p:strVal val="#ppt_h"/>
                                          </p:val>
                                        </p:tav>
                                      </p:tavLst>
                                    </p:anim>
                                    <p:animEffect transition="in" filter="fade">
                                      <p:cBhvr>
                                        <p:cTn id="149" dur="500"/>
                                        <p:tgtEl>
                                          <p:spTgt spid="75">
                                            <p:txEl>
                                              <p:pRg st="4" end="4"/>
                                            </p:txEl>
                                          </p:spTgt>
                                        </p:tgtEl>
                                      </p:cBhvr>
                                    </p:animEffect>
                                  </p:childTnLst>
                                </p:cTn>
                              </p:par>
                            </p:childTnLst>
                          </p:cTn>
                        </p:par>
                      </p:childTnLst>
                    </p:cTn>
                  </p:par>
                  <p:par>
                    <p:cTn id="150" fill="hold">
                      <p:stCondLst>
                        <p:cond delay="indefinite"/>
                      </p:stCondLst>
                      <p:childTnLst>
                        <p:par>
                          <p:cTn id="151" fill="hold">
                            <p:stCondLst>
                              <p:cond delay="0"/>
                            </p:stCondLst>
                            <p:childTnLst>
                              <p:par>
                                <p:cTn id="152" presetID="22" presetClass="entr" presetSubtype="8" fill="hold" nodeType="clickEffect">
                                  <p:stCondLst>
                                    <p:cond delay="0"/>
                                  </p:stCondLst>
                                  <p:childTnLst>
                                    <p:set>
                                      <p:cBhvr>
                                        <p:cTn id="153" dur="1" fill="hold">
                                          <p:stCondLst>
                                            <p:cond delay="0"/>
                                          </p:stCondLst>
                                        </p:cTn>
                                        <p:tgtEl>
                                          <p:spTgt spid="32"/>
                                        </p:tgtEl>
                                        <p:attrNameLst>
                                          <p:attrName>style.visibility</p:attrName>
                                        </p:attrNameLst>
                                      </p:cBhvr>
                                      <p:to>
                                        <p:strVal val="visible"/>
                                      </p:to>
                                    </p:set>
                                    <p:animEffect transition="in" filter="wipe(left)">
                                      <p:cBhvr>
                                        <p:cTn id="154" dur="500"/>
                                        <p:tgtEl>
                                          <p:spTgt spid="32"/>
                                        </p:tgtEl>
                                      </p:cBhvr>
                                    </p:animEffect>
                                  </p:childTnLst>
                                </p:cTn>
                              </p:par>
                            </p:childTnLst>
                          </p:cTn>
                        </p:par>
                      </p:childTnLst>
                    </p:cTn>
                  </p:par>
                  <p:par>
                    <p:cTn id="155" fill="hold">
                      <p:stCondLst>
                        <p:cond delay="indefinite"/>
                      </p:stCondLst>
                      <p:childTnLst>
                        <p:par>
                          <p:cTn id="156" fill="hold">
                            <p:stCondLst>
                              <p:cond delay="0"/>
                            </p:stCondLst>
                            <p:childTnLst>
                              <p:par>
                                <p:cTn id="157" presetID="53" presetClass="entr" presetSubtype="16" fill="hold" grpId="0" nodeType="clickEffect">
                                  <p:stCondLst>
                                    <p:cond delay="0"/>
                                  </p:stCondLst>
                                  <p:childTnLst>
                                    <p:set>
                                      <p:cBhvr>
                                        <p:cTn id="158" dur="1" fill="hold">
                                          <p:stCondLst>
                                            <p:cond delay="0"/>
                                          </p:stCondLst>
                                        </p:cTn>
                                        <p:tgtEl>
                                          <p:spTgt spid="75">
                                            <p:txEl>
                                              <p:pRg st="5" end="5"/>
                                            </p:txEl>
                                          </p:spTgt>
                                        </p:tgtEl>
                                        <p:attrNameLst>
                                          <p:attrName>style.visibility</p:attrName>
                                        </p:attrNameLst>
                                      </p:cBhvr>
                                      <p:to>
                                        <p:strVal val="visible"/>
                                      </p:to>
                                    </p:set>
                                    <p:anim calcmode="lin" valueType="num">
                                      <p:cBhvr>
                                        <p:cTn id="159" dur="500" fill="hold"/>
                                        <p:tgtEl>
                                          <p:spTgt spid="75">
                                            <p:txEl>
                                              <p:pRg st="5" end="5"/>
                                            </p:txEl>
                                          </p:spTgt>
                                        </p:tgtEl>
                                        <p:attrNameLst>
                                          <p:attrName>ppt_w</p:attrName>
                                        </p:attrNameLst>
                                      </p:cBhvr>
                                      <p:tavLst>
                                        <p:tav tm="0">
                                          <p:val>
                                            <p:fltVal val="0"/>
                                          </p:val>
                                        </p:tav>
                                        <p:tav tm="100000">
                                          <p:val>
                                            <p:strVal val="#ppt_w"/>
                                          </p:val>
                                        </p:tav>
                                      </p:tavLst>
                                    </p:anim>
                                    <p:anim calcmode="lin" valueType="num">
                                      <p:cBhvr>
                                        <p:cTn id="160" dur="500" fill="hold"/>
                                        <p:tgtEl>
                                          <p:spTgt spid="75">
                                            <p:txEl>
                                              <p:pRg st="5" end="5"/>
                                            </p:txEl>
                                          </p:spTgt>
                                        </p:tgtEl>
                                        <p:attrNameLst>
                                          <p:attrName>ppt_h</p:attrName>
                                        </p:attrNameLst>
                                      </p:cBhvr>
                                      <p:tavLst>
                                        <p:tav tm="0">
                                          <p:val>
                                            <p:fltVal val="0"/>
                                          </p:val>
                                        </p:tav>
                                        <p:tav tm="100000">
                                          <p:val>
                                            <p:strVal val="#ppt_h"/>
                                          </p:val>
                                        </p:tav>
                                      </p:tavLst>
                                    </p:anim>
                                    <p:animEffect transition="in" filter="fade">
                                      <p:cBhvr>
                                        <p:cTn id="161" dur="500"/>
                                        <p:tgtEl>
                                          <p:spTgt spid="75">
                                            <p:txEl>
                                              <p:pRg st="5" end="5"/>
                                            </p:txEl>
                                          </p:spTgt>
                                        </p:tgtEl>
                                      </p:cBhvr>
                                    </p:animEffect>
                                  </p:childTnLst>
                                </p:cTn>
                              </p:par>
                              <p:par>
                                <p:cTn id="162" presetID="53" presetClass="entr" presetSubtype="16" fill="hold" grpId="0" nodeType="withEffect">
                                  <p:stCondLst>
                                    <p:cond delay="0"/>
                                  </p:stCondLst>
                                  <p:childTnLst>
                                    <p:set>
                                      <p:cBhvr>
                                        <p:cTn id="163" dur="1" fill="hold">
                                          <p:stCondLst>
                                            <p:cond delay="0"/>
                                          </p:stCondLst>
                                        </p:cTn>
                                        <p:tgtEl>
                                          <p:spTgt spid="24">
                                            <p:txEl>
                                              <p:pRg st="0" end="0"/>
                                            </p:txEl>
                                          </p:spTgt>
                                        </p:tgtEl>
                                        <p:attrNameLst>
                                          <p:attrName>style.visibility</p:attrName>
                                        </p:attrNameLst>
                                      </p:cBhvr>
                                      <p:to>
                                        <p:strVal val="visible"/>
                                      </p:to>
                                    </p:set>
                                    <p:anim calcmode="lin" valueType="num">
                                      <p:cBhvr>
                                        <p:cTn id="164" dur="500" fill="hold"/>
                                        <p:tgtEl>
                                          <p:spTgt spid="24">
                                            <p:txEl>
                                              <p:pRg st="0" end="0"/>
                                            </p:txEl>
                                          </p:spTgt>
                                        </p:tgtEl>
                                        <p:attrNameLst>
                                          <p:attrName>ppt_w</p:attrName>
                                        </p:attrNameLst>
                                      </p:cBhvr>
                                      <p:tavLst>
                                        <p:tav tm="0">
                                          <p:val>
                                            <p:fltVal val="0"/>
                                          </p:val>
                                        </p:tav>
                                        <p:tav tm="100000">
                                          <p:val>
                                            <p:strVal val="#ppt_w"/>
                                          </p:val>
                                        </p:tav>
                                      </p:tavLst>
                                    </p:anim>
                                    <p:anim calcmode="lin" valueType="num">
                                      <p:cBhvr>
                                        <p:cTn id="165" dur="500" fill="hold"/>
                                        <p:tgtEl>
                                          <p:spTgt spid="24">
                                            <p:txEl>
                                              <p:pRg st="0" end="0"/>
                                            </p:txEl>
                                          </p:spTgt>
                                        </p:tgtEl>
                                        <p:attrNameLst>
                                          <p:attrName>ppt_h</p:attrName>
                                        </p:attrNameLst>
                                      </p:cBhvr>
                                      <p:tavLst>
                                        <p:tav tm="0">
                                          <p:val>
                                            <p:fltVal val="0"/>
                                          </p:val>
                                        </p:tav>
                                        <p:tav tm="100000">
                                          <p:val>
                                            <p:strVal val="#ppt_h"/>
                                          </p:val>
                                        </p:tav>
                                      </p:tavLst>
                                    </p:anim>
                                    <p:animEffect transition="in" filter="fade">
                                      <p:cBhvr>
                                        <p:cTn id="166" dur="500"/>
                                        <p:tgtEl>
                                          <p:spTgt spid="24">
                                            <p:txEl>
                                              <p:pRg st="0" end="0"/>
                                            </p:txEl>
                                          </p:spTgt>
                                        </p:tgtEl>
                                      </p:cBhvr>
                                    </p:animEffect>
                                  </p:childTnLst>
                                </p:cTn>
                              </p:par>
                            </p:childTnLst>
                          </p:cTn>
                        </p:par>
                      </p:childTnLst>
                    </p:cTn>
                  </p:par>
                  <p:par>
                    <p:cTn id="167" fill="hold">
                      <p:stCondLst>
                        <p:cond delay="indefinite"/>
                      </p:stCondLst>
                      <p:childTnLst>
                        <p:par>
                          <p:cTn id="168" fill="hold">
                            <p:stCondLst>
                              <p:cond delay="0"/>
                            </p:stCondLst>
                            <p:childTnLst>
                              <p:par>
                                <p:cTn id="169" presetID="22" presetClass="entr" presetSubtype="8" fill="hold" nodeType="clickEffect">
                                  <p:stCondLst>
                                    <p:cond delay="0"/>
                                  </p:stCondLst>
                                  <p:childTnLst>
                                    <p:set>
                                      <p:cBhvr>
                                        <p:cTn id="170" dur="1" fill="hold">
                                          <p:stCondLst>
                                            <p:cond delay="0"/>
                                          </p:stCondLst>
                                        </p:cTn>
                                        <p:tgtEl>
                                          <p:spTgt spid="38"/>
                                        </p:tgtEl>
                                        <p:attrNameLst>
                                          <p:attrName>style.visibility</p:attrName>
                                        </p:attrNameLst>
                                      </p:cBhvr>
                                      <p:to>
                                        <p:strVal val="visible"/>
                                      </p:to>
                                    </p:set>
                                    <p:animEffect transition="in" filter="wipe(left)">
                                      <p:cBhvr>
                                        <p:cTn id="171" dur="500"/>
                                        <p:tgtEl>
                                          <p:spTgt spid="38"/>
                                        </p:tgtEl>
                                      </p:cBhvr>
                                    </p:animEffect>
                                  </p:childTnLst>
                                </p:cTn>
                              </p:par>
                            </p:childTnLst>
                          </p:cTn>
                        </p:par>
                      </p:childTnLst>
                    </p:cTn>
                  </p:par>
                  <p:par>
                    <p:cTn id="172" fill="hold">
                      <p:stCondLst>
                        <p:cond delay="indefinite"/>
                      </p:stCondLst>
                      <p:childTnLst>
                        <p:par>
                          <p:cTn id="173" fill="hold">
                            <p:stCondLst>
                              <p:cond delay="0"/>
                            </p:stCondLst>
                            <p:childTnLst>
                              <p:par>
                                <p:cTn id="174" presetID="53" presetClass="entr" presetSubtype="16" fill="hold" grpId="0" nodeType="clickEffect">
                                  <p:stCondLst>
                                    <p:cond delay="0"/>
                                  </p:stCondLst>
                                  <p:childTnLst>
                                    <p:set>
                                      <p:cBhvr>
                                        <p:cTn id="175" dur="1" fill="hold">
                                          <p:stCondLst>
                                            <p:cond delay="0"/>
                                          </p:stCondLst>
                                        </p:cTn>
                                        <p:tgtEl>
                                          <p:spTgt spid="27"/>
                                        </p:tgtEl>
                                        <p:attrNameLst>
                                          <p:attrName>style.visibility</p:attrName>
                                        </p:attrNameLst>
                                      </p:cBhvr>
                                      <p:to>
                                        <p:strVal val="visible"/>
                                      </p:to>
                                    </p:set>
                                    <p:anim calcmode="lin" valueType="num">
                                      <p:cBhvr>
                                        <p:cTn id="176" dur="500" fill="hold"/>
                                        <p:tgtEl>
                                          <p:spTgt spid="27"/>
                                        </p:tgtEl>
                                        <p:attrNameLst>
                                          <p:attrName>ppt_w</p:attrName>
                                        </p:attrNameLst>
                                      </p:cBhvr>
                                      <p:tavLst>
                                        <p:tav tm="0">
                                          <p:val>
                                            <p:fltVal val="0"/>
                                          </p:val>
                                        </p:tav>
                                        <p:tav tm="100000">
                                          <p:val>
                                            <p:strVal val="#ppt_w"/>
                                          </p:val>
                                        </p:tav>
                                      </p:tavLst>
                                    </p:anim>
                                    <p:anim calcmode="lin" valueType="num">
                                      <p:cBhvr>
                                        <p:cTn id="177" dur="500" fill="hold"/>
                                        <p:tgtEl>
                                          <p:spTgt spid="27"/>
                                        </p:tgtEl>
                                        <p:attrNameLst>
                                          <p:attrName>ppt_h</p:attrName>
                                        </p:attrNameLst>
                                      </p:cBhvr>
                                      <p:tavLst>
                                        <p:tav tm="0">
                                          <p:val>
                                            <p:fltVal val="0"/>
                                          </p:val>
                                        </p:tav>
                                        <p:tav tm="100000">
                                          <p:val>
                                            <p:strVal val="#ppt_h"/>
                                          </p:val>
                                        </p:tav>
                                      </p:tavLst>
                                    </p:anim>
                                    <p:animEffect transition="in" filter="fade">
                                      <p:cBhvr>
                                        <p:cTn id="178" dur="500"/>
                                        <p:tgtEl>
                                          <p:spTgt spid="27"/>
                                        </p:tgtEl>
                                      </p:cBhvr>
                                    </p:animEffect>
                                  </p:childTnLst>
                                </p:cTn>
                              </p:par>
                            </p:childTnLst>
                          </p:cTn>
                        </p:par>
                      </p:childTnLst>
                    </p:cTn>
                  </p:par>
                  <p:par>
                    <p:cTn id="179" fill="hold">
                      <p:stCondLst>
                        <p:cond delay="indefinite"/>
                      </p:stCondLst>
                      <p:childTnLst>
                        <p:par>
                          <p:cTn id="180" fill="hold">
                            <p:stCondLst>
                              <p:cond delay="0"/>
                            </p:stCondLst>
                            <p:childTnLst>
                              <p:par>
                                <p:cTn id="181" presetID="10" presetClass="exit" presetSubtype="0" fill="hold" nodeType="clickEffect">
                                  <p:stCondLst>
                                    <p:cond delay="0"/>
                                  </p:stCondLst>
                                  <p:childTnLst>
                                    <p:animEffect transition="out" filter="fade">
                                      <p:cBhvr>
                                        <p:cTn id="182" dur="500"/>
                                        <p:tgtEl>
                                          <p:spTgt spid="38"/>
                                        </p:tgtEl>
                                      </p:cBhvr>
                                    </p:animEffect>
                                    <p:set>
                                      <p:cBhvr>
                                        <p:cTn id="183" dur="1" fill="hold">
                                          <p:stCondLst>
                                            <p:cond delay="499"/>
                                          </p:stCondLst>
                                        </p:cTn>
                                        <p:tgtEl>
                                          <p:spTgt spid="38"/>
                                        </p:tgtEl>
                                        <p:attrNameLst>
                                          <p:attrName>style.visibility</p:attrName>
                                        </p:attrNameLst>
                                      </p:cBhvr>
                                      <p:to>
                                        <p:strVal val="hidden"/>
                                      </p:to>
                                    </p:set>
                                  </p:childTnLst>
                                </p:cTn>
                              </p:par>
                              <p:par>
                                <p:cTn id="184" presetID="22" presetClass="entr" presetSubtype="8" fill="hold" nodeType="withEffect">
                                  <p:stCondLst>
                                    <p:cond delay="0"/>
                                  </p:stCondLst>
                                  <p:childTnLst>
                                    <p:set>
                                      <p:cBhvr>
                                        <p:cTn id="185" dur="1" fill="hold">
                                          <p:stCondLst>
                                            <p:cond delay="0"/>
                                          </p:stCondLst>
                                        </p:cTn>
                                        <p:tgtEl>
                                          <p:spTgt spid="35"/>
                                        </p:tgtEl>
                                        <p:attrNameLst>
                                          <p:attrName>style.visibility</p:attrName>
                                        </p:attrNameLst>
                                      </p:cBhvr>
                                      <p:to>
                                        <p:strVal val="visible"/>
                                      </p:to>
                                    </p:set>
                                    <p:animEffect transition="in" filter="wipe(left)">
                                      <p:cBhvr>
                                        <p:cTn id="186" dur="500"/>
                                        <p:tgtEl>
                                          <p:spTgt spid="35"/>
                                        </p:tgtEl>
                                      </p:cBhvr>
                                    </p:animEffect>
                                  </p:childTnLst>
                                </p:cTn>
                              </p:par>
                              <p:par>
                                <p:cTn id="187" presetID="10" presetClass="exit" presetSubtype="0" fill="hold" grpId="1" nodeType="withEffect">
                                  <p:stCondLst>
                                    <p:cond delay="0"/>
                                  </p:stCondLst>
                                  <p:childTnLst>
                                    <p:animEffect transition="out" filter="fade">
                                      <p:cBhvr>
                                        <p:cTn id="188" dur="500"/>
                                        <p:tgtEl>
                                          <p:spTgt spid="24">
                                            <p:txEl>
                                              <p:pRg st="0" end="0"/>
                                            </p:txEl>
                                          </p:spTgt>
                                        </p:tgtEl>
                                      </p:cBhvr>
                                    </p:animEffect>
                                    <p:set>
                                      <p:cBhvr>
                                        <p:cTn id="189" dur="1" fill="hold">
                                          <p:stCondLst>
                                            <p:cond delay="499"/>
                                          </p:stCondLst>
                                        </p:cTn>
                                        <p:tgtEl>
                                          <p:spTgt spid="24">
                                            <p:txEl>
                                              <p:pRg st="0" end="0"/>
                                            </p:txEl>
                                          </p:spTgt>
                                        </p:tgtEl>
                                        <p:attrNameLst>
                                          <p:attrName>style.visibility</p:attrName>
                                        </p:attrNameLst>
                                      </p:cBhvr>
                                      <p:to>
                                        <p:strVal val="hidden"/>
                                      </p:to>
                                    </p:set>
                                  </p:childTnLst>
                                </p:cTn>
                              </p:par>
                            </p:childTnLst>
                          </p:cTn>
                        </p:par>
                      </p:childTnLst>
                    </p:cTn>
                  </p:par>
                  <p:par>
                    <p:cTn id="190" fill="hold">
                      <p:stCondLst>
                        <p:cond delay="indefinite"/>
                      </p:stCondLst>
                      <p:childTnLst>
                        <p:par>
                          <p:cTn id="191" fill="hold">
                            <p:stCondLst>
                              <p:cond delay="0"/>
                            </p:stCondLst>
                            <p:childTnLst>
                              <p:par>
                                <p:cTn id="192" presetID="53" presetClass="entr" presetSubtype="16" fill="hold" grpId="0" nodeType="clickEffect">
                                  <p:stCondLst>
                                    <p:cond delay="0"/>
                                  </p:stCondLst>
                                  <p:childTnLst>
                                    <p:set>
                                      <p:cBhvr>
                                        <p:cTn id="193" dur="1" fill="hold">
                                          <p:stCondLst>
                                            <p:cond delay="0"/>
                                          </p:stCondLst>
                                        </p:cTn>
                                        <p:tgtEl>
                                          <p:spTgt spid="75">
                                            <p:txEl>
                                              <p:pRg st="2" end="2"/>
                                            </p:txEl>
                                          </p:spTgt>
                                        </p:tgtEl>
                                        <p:attrNameLst>
                                          <p:attrName>style.visibility</p:attrName>
                                        </p:attrNameLst>
                                      </p:cBhvr>
                                      <p:to>
                                        <p:strVal val="visible"/>
                                      </p:to>
                                    </p:set>
                                    <p:anim calcmode="lin" valueType="num">
                                      <p:cBhvr>
                                        <p:cTn id="194" dur="500" fill="hold"/>
                                        <p:tgtEl>
                                          <p:spTgt spid="75">
                                            <p:txEl>
                                              <p:pRg st="2" end="2"/>
                                            </p:txEl>
                                          </p:spTgt>
                                        </p:tgtEl>
                                        <p:attrNameLst>
                                          <p:attrName>ppt_w</p:attrName>
                                        </p:attrNameLst>
                                      </p:cBhvr>
                                      <p:tavLst>
                                        <p:tav tm="0">
                                          <p:val>
                                            <p:fltVal val="0"/>
                                          </p:val>
                                        </p:tav>
                                        <p:tav tm="100000">
                                          <p:val>
                                            <p:strVal val="#ppt_w"/>
                                          </p:val>
                                        </p:tav>
                                      </p:tavLst>
                                    </p:anim>
                                    <p:anim calcmode="lin" valueType="num">
                                      <p:cBhvr>
                                        <p:cTn id="195" dur="500" fill="hold"/>
                                        <p:tgtEl>
                                          <p:spTgt spid="75">
                                            <p:txEl>
                                              <p:pRg st="2" end="2"/>
                                            </p:txEl>
                                          </p:spTgt>
                                        </p:tgtEl>
                                        <p:attrNameLst>
                                          <p:attrName>ppt_h</p:attrName>
                                        </p:attrNameLst>
                                      </p:cBhvr>
                                      <p:tavLst>
                                        <p:tav tm="0">
                                          <p:val>
                                            <p:fltVal val="0"/>
                                          </p:val>
                                        </p:tav>
                                        <p:tav tm="100000">
                                          <p:val>
                                            <p:strVal val="#ppt_h"/>
                                          </p:val>
                                        </p:tav>
                                      </p:tavLst>
                                    </p:anim>
                                    <p:animEffect transition="in" filter="fade">
                                      <p:cBhvr>
                                        <p:cTn id="196" dur="500"/>
                                        <p:tgtEl>
                                          <p:spTgt spid="75">
                                            <p:txEl>
                                              <p:pRg st="2" end="2"/>
                                            </p:txEl>
                                          </p:spTgt>
                                        </p:tgtEl>
                                      </p:cBhvr>
                                    </p:animEffect>
                                  </p:childTnLst>
                                </p:cTn>
                              </p:par>
                            </p:childTnLst>
                          </p:cTn>
                        </p:par>
                      </p:childTnLst>
                    </p:cTn>
                  </p:par>
                  <p:par>
                    <p:cTn id="197" fill="hold">
                      <p:stCondLst>
                        <p:cond delay="indefinite"/>
                      </p:stCondLst>
                      <p:childTnLst>
                        <p:par>
                          <p:cTn id="198" fill="hold">
                            <p:stCondLst>
                              <p:cond delay="0"/>
                            </p:stCondLst>
                            <p:childTnLst>
                              <p:par>
                                <p:cTn id="199" presetID="53" presetClass="entr" presetSubtype="16" fill="hold" grpId="0" nodeType="clickEffect">
                                  <p:stCondLst>
                                    <p:cond delay="0"/>
                                  </p:stCondLst>
                                  <p:childTnLst>
                                    <p:set>
                                      <p:cBhvr>
                                        <p:cTn id="200" dur="1" fill="hold">
                                          <p:stCondLst>
                                            <p:cond delay="0"/>
                                          </p:stCondLst>
                                        </p:cTn>
                                        <p:tgtEl>
                                          <p:spTgt spid="75">
                                            <p:txEl>
                                              <p:pRg st="6" end="6"/>
                                            </p:txEl>
                                          </p:spTgt>
                                        </p:tgtEl>
                                        <p:attrNameLst>
                                          <p:attrName>style.visibility</p:attrName>
                                        </p:attrNameLst>
                                      </p:cBhvr>
                                      <p:to>
                                        <p:strVal val="visible"/>
                                      </p:to>
                                    </p:set>
                                    <p:anim calcmode="lin" valueType="num">
                                      <p:cBhvr>
                                        <p:cTn id="201" dur="500" fill="hold"/>
                                        <p:tgtEl>
                                          <p:spTgt spid="75">
                                            <p:txEl>
                                              <p:pRg st="6" end="6"/>
                                            </p:txEl>
                                          </p:spTgt>
                                        </p:tgtEl>
                                        <p:attrNameLst>
                                          <p:attrName>ppt_w</p:attrName>
                                        </p:attrNameLst>
                                      </p:cBhvr>
                                      <p:tavLst>
                                        <p:tav tm="0">
                                          <p:val>
                                            <p:fltVal val="0"/>
                                          </p:val>
                                        </p:tav>
                                        <p:tav tm="100000">
                                          <p:val>
                                            <p:strVal val="#ppt_w"/>
                                          </p:val>
                                        </p:tav>
                                      </p:tavLst>
                                    </p:anim>
                                    <p:anim calcmode="lin" valueType="num">
                                      <p:cBhvr>
                                        <p:cTn id="202" dur="500" fill="hold"/>
                                        <p:tgtEl>
                                          <p:spTgt spid="75">
                                            <p:txEl>
                                              <p:pRg st="6" end="6"/>
                                            </p:txEl>
                                          </p:spTgt>
                                        </p:tgtEl>
                                        <p:attrNameLst>
                                          <p:attrName>ppt_h</p:attrName>
                                        </p:attrNameLst>
                                      </p:cBhvr>
                                      <p:tavLst>
                                        <p:tav tm="0">
                                          <p:val>
                                            <p:fltVal val="0"/>
                                          </p:val>
                                        </p:tav>
                                        <p:tav tm="100000">
                                          <p:val>
                                            <p:strVal val="#ppt_h"/>
                                          </p:val>
                                        </p:tav>
                                      </p:tavLst>
                                    </p:anim>
                                    <p:animEffect transition="in" filter="fade">
                                      <p:cBhvr>
                                        <p:cTn id="203" dur="500"/>
                                        <p:tgtEl>
                                          <p:spTgt spid="75">
                                            <p:txEl>
                                              <p:pRg st="6" end="6"/>
                                            </p:txEl>
                                          </p:spTgt>
                                        </p:tgtEl>
                                      </p:cBhvr>
                                    </p:animEffect>
                                  </p:childTnLst>
                                </p:cTn>
                              </p:par>
                            </p:childTnLst>
                          </p:cTn>
                        </p:par>
                      </p:childTnLst>
                    </p:cTn>
                  </p:par>
                  <p:par>
                    <p:cTn id="204" fill="hold">
                      <p:stCondLst>
                        <p:cond delay="indefinite"/>
                      </p:stCondLst>
                      <p:childTnLst>
                        <p:par>
                          <p:cTn id="205" fill="hold">
                            <p:stCondLst>
                              <p:cond delay="0"/>
                            </p:stCondLst>
                            <p:childTnLst>
                              <p:par>
                                <p:cTn id="206" presetID="22" presetClass="entr" presetSubtype="8" fill="hold" nodeType="clickEffect">
                                  <p:stCondLst>
                                    <p:cond delay="0"/>
                                  </p:stCondLst>
                                  <p:childTnLst>
                                    <p:set>
                                      <p:cBhvr>
                                        <p:cTn id="207" dur="1" fill="hold">
                                          <p:stCondLst>
                                            <p:cond delay="0"/>
                                          </p:stCondLst>
                                        </p:cTn>
                                        <p:tgtEl>
                                          <p:spTgt spid="41"/>
                                        </p:tgtEl>
                                        <p:attrNameLst>
                                          <p:attrName>style.visibility</p:attrName>
                                        </p:attrNameLst>
                                      </p:cBhvr>
                                      <p:to>
                                        <p:strVal val="visible"/>
                                      </p:to>
                                    </p:set>
                                    <p:animEffect transition="in" filter="wipe(left)">
                                      <p:cBhvr>
                                        <p:cTn id="208" dur="500"/>
                                        <p:tgtEl>
                                          <p:spTgt spid="41"/>
                                        </p:tgtEl>
                                      </p:cBhvr>
                                    </p:animEffect>
                                  </p:childTnLst>
                                </p:cTn>
                              </p:par>
                            </p:childTnLst>
                          </p:cTn>
                        </p:par>
                      </p:childTnLst>
                    </p:cTn>
                  </p:par>
                  <p:par>
                    <p:cTn id="209" fill="hold">
                      <p:stCondLst>
                        <p:cond delay="indefinite"/>
                      </p:stCondLst>
                      <p:childTnLst>
                        <p:par>
                          <p:cTn id="210" fill="hold">
                            <p:stCondLst>
                              <p:cond delay="0"/>
                            </p:stCondLst>
                            <p:childTnLst>
                              <p:par>
                                <p:cTn id="211" presetID="10" presetClass="exit" presetSubtype="0" fill="hold" grpId="1" nodeType="clickEffect">
                                  <p:stCondLst>
                                    <p:cond delay="0"/>
                                  </p:stCondLst>
                                  <p:childTnLst>
                                    <p:animEffect transition="out" filter="fade">
                                      <p:cBhvr>
                                        <p:cTn id="212" dur="500"/>
                                        <p:tgtEl>
                                          <p:spTgt spid="27"/>
                                        </p:tgtEl>
                                      </p:cBhvr>
                                    </p:animEffect>
                                    <p:set>
                                      <p:cBhvr>
                                        <p:cTn id="213" dur="1" fill="hold">
                                          <p:stCondLst>
                                            <p:cond delay="499"/>
                                          </p:stCondLst>
                                        </p:cTn>
                                        <p:tgtEl>
                                          <p:spTgt spid="27"/>
                                        </p:tgtEl>
                                        <p:attrNameLst>
                                          <p:attrName>style.visibility</p:attrName>
                                        </p:attrNameLst>
                                      </p:cBhvr>
                                      <p:to>
                                        <p:strVal val="hidden"/>
                                      </p:to>
                                    </p:set>
                                  </p:childTnLst>
                                </p:cTn>
                              </p:par>
                              <p:par>
                                <p:cTn id="214" presetID="53" presetClass="entr" presetSubtype="16" fill="hold" grpId="0" nodeType="withEffect">
                                  <p:stCondLst>
                                    <p:cond delay="0"/>
                                  </p:stCondLst>
                                  <p:childTnLst>
                                    <p:set>
                                      <p:cBhvr>
                                        <p:cTn id="215" dur="1" fill="hold">
                                          <p:stCondLst>
                                            <p:cond delay="0"/>
                                          </p:stCondLst>
                                        </p:cTn>
                                        <p:tgtEl>
                                          <p:spTgt spid="44"/>
                                        </p:tgtEl>
                                        <p:attrNameLst>
                                          <p:attrName>style.visibility</p:attrName>
                                        </p:attrNameLst>
                                      </p:cBhvr>
                                      <p:to>
                                        <p:strVal val="visible"/>
                                      </p:to>
                                    </p:set>
                                    <p:anim calcmode="lin" valueType="num">
                                      <p:cBhvr>
                                        <p:cTn id="216" dur="500" fill="hold"/>
                                        <p:tgtEl>
                                          <p:spTgt spid="44"/>
                                        </p:tgtEl>
                                        <p:attrNameLst>
                                          <p:attrName>ppt_w</p:attrName>
                                        </p:attrNameLst>
                                      </p:cBhvr>
                                      <p:tavLst>
                                        <p:tav tm="0">
                                          <p:val>
                                            <p:fltVal val="0"/>
                                          </p:val>
                                        </p:tav>
                                        <p:tav tm="100000">
                                          <p:val>
                                            <p:strVal val="#ppt_w"/>
                                          </p:val>
                                        </p:tav>
                                      </p:tavLst>
                                    </p:anim>
                                    <p:anim calcmode="lin" valueType="num">
                                      <p:cBhvr>
                                        <p:cTn id="217" dur="500" fill="hold"/>
                                        <p:tgtEl>
                                          <p:spTgt spid="44"/>
                                        </p:tgtEl>
                                        <p:attrNameLst>
                                          <p:attrName>ppt_h</p:attrName>
                                        </p:attrNameLst>
                                      </p:cBhvr>
                                      <p:tavLst>
                                        <p:tav tm="0">
                                          <p:val>
                                            <p:fltVal val="0"/>
                                          </p:val>
                                        </p:tav>
                                        <p:tav tm="100000">
                                          <p:val>
                                            <p:strVal val="#ppt_h"/>
                                          </p:val>
                                        </p:tav>
                                      </p:tavLst>
                                    </p:anim>
                                    <p:animEffect transition="in" filter="fade">
                                      <p:cBhvr>
                                        <p:cTn id="218" dur="500"/>
                                        <p:tgtEl>
                                          <p:spTgt spid="44"/>
                                        </p:tgtEl>
                                      </p:cBhvr>
                                    </p:animEffect>
                                  </p:childTnLst>
                                </p:cTn>
                              </p:par>
                            </p:childTnLst>
                          </p:cTn>
                        </p:par>
                      </p:childTnLst>
                    </p:cTn>
                  </p:par>
                  <p:par>
                    <p:cTn id="219" fill="hold">
                      <p:stCondLst>
                        <p:cond delay="indefinite"/>
                      </p:stCondLst>
                      <p:childTnLst>
                        <p:par>
                          <p:cTn id="220" fill="hold">
                            <p:stCondLst>
                              <p:cond delay="0"/>
                            </p:stCondLst>
                            <p:childTnLst>
                              <p:par>
                                <p:cTn id="221" presetID="10" presetClass="exit" presetSubtype="0" fill="hold" nodeType="clickEffect">
                                  <p:stCondLst>
                                    <p:cond delay="0"/>
                                  </p:stCondLst>
                                  <p:childTnLst>
                                    <p:animEffect transition="out" filter="fade">
                                      <p:cBhvr>
                                        <p:cTn id="222" dur="500"/>
                                        <p:tgtEl>
                                          <p:spTgt spid="41"/>
                                        </p:tgtEl>
                                      </p:cBhvr>
                                    </p:animEffect>
                                    <p:set>
                                      <p:cBhvr>
                                        <p:cTn id="223" dur="1" fill="hold">
                                          <p:stCondLst>
                                            <p:cond delay="499"/>
                                          </p:stCondLst>
                                        </p:cTn>
                                        <p:tgtEl>
                                          <p:spTgt spid="41"/>
                                        </p:tgtEl>
                                        <p:attrNameLst>
                                          <p:attrName>style.visibility</p:attrName>
                                        </p:attrNameLst>
                                      </p:cBhvr>
                                      <p:to>
                                        <p:strVal val="hidden"/>
                                      </p:to>
                                    </p:set>
                                  </p:childTnLst>
                                </p:cTn>
                              </p:par>
                              <p:par>
                                <p:cTn id="224" presetID="22" presetClass="entr" presetSubtype="8" fill="hold" nodeType="withEffect">
                                  <p:stCondLst>
                                    <p:cond delay="0"/>
                                  </p:stCondLst>
                                  <p:childTnLst>
                                    <p:set>
                                      <p:cBhvr>
                                        <p:cTn id="225" dur="1" fill="hold">
                                          <p:stCondLst>
                                            <p:cond delay="0"/>
                                          </p:stCondLst>
                                        </p:cTn>
                                        <p:tgtEl>
                                          <p:spTgt spid="45"/>
                                        </p:tgtEl>
                                        <p:attrNameLst>
                                          <p:attrName>style.visibility</p:attrName>
                                        </p:attrNameLst>
                                      </p:cBhvr>
                                      <p:to>
                                        <p:strVal val="visible"/>
                                      </p:to>
                                    </p:set>
                                    <p:animEffect transition="in" filter="wipe(left)">
                                      <p:cBhvr>
                                        <p:cTn id="226"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uiExpand="1" build="p"/>
      <p:bldP spid="8" grpId="0"/>
      <p:bldP spid="68" grpId="0"/>
      <p:bldP spid="68" grpId="1"/>
      <p:bldP spid="69" grpId="0"/>
      <p:bldP spid="75" grpId="0" uiExpand="1" build="p"/>
      <p:bldP spid="24" grpId="0" build="p"/>
      <p:bldP spid="24" grpId="1" build="allAtOnce"/>
      <p:bldP spid="27" grpId="0"/>
      <p:bldP spid="27" grpId="1"/>
      <p:bldP spid="4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95536" y="2852936"/>
            <a:ext cx="8229600" cy="696491"/>
          </a:xfrm>
        </p:spPr>
        <p:txBody>
          <a:bodyPr/>
          <a:lstStyle/>
          <a:p>
            <a:pPr algn="ctr">
              <a:buNone/>
            </a:pPr>
            <a:r>
              <a:rPr lang="es-ES" sz="3200" dirty="0"/>
              <a:t>POLIMORFISMO</a:t>
            </a:r>
          </a:p>
        </p:txBody>
      </p:sp>
    </p:spTree>
    <p:extLst>
      <p:ext uri="{BB962C8B-B14F-4D97-AF65-F5344CB8AC3E}">
        <p14:creationId xmlns:p14="http://schemas.microsoft.com/office/powerpoint/2010/main" val="13215912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1 Título"/>
          <p:cNvSpPr>
            <a:spLocks noGrp="1"/>
          </p:cNvSpPr>
          <p:nvPr>
            <p:ph type="title"/>
          </p:nvPr>
        </p:nvSpPr>
        <p:spPr>
          <a:xfrm>
            <a:off x="542924" y="53975"/>
            <a:ext cx="7989515" cy="563563"/>
          </a:xfrm>
        </p:spPr>
        <p:txBody>
          <a:bodyPr/>
          <a:lstStyle/>
          <a:p>
            <a:r>
              <a:rPr lang="es-ES" dirty="0"/>
              <a:t>Polimorfismo</a:t>
            </a:r>
          </a:p>
        </p:txBody>
      </p:sp>
      <p:sp>
        <p:nvSpPr>
          <p:cNvPr id="47" name="46 CuadroTexto"/>
          <p:cNvSpPr txBox="1"/>
          <p:nvPr/>
        </p:nvSpPr>
        <p:spPr>
          <a:xfrm>
            <a:off x="611560" y="1484784"/>
            <a:ext cx="8136904" cy="3708708"/>
          </a:xfrm>
          <a:prstGeom prst="rect">
            <a:avLst/>
          </a:prstGeom>
          <a:noFill/>
        </p:spPr>
        <p:txBody>
          <a:bodyPr wrap="square" rtlCol="0">
            <a:spAutoFit/>
          </a:bodyPr>
          <a:lstStyle/>
          <a:p>
            <a:r>
              <a:rPr lang="es-ES" sz="1800" dirty="0"/>
              <a:t>El </a:t>
            </a:r>
            <a:r>
              <a:rPr lang="es-ES" sz="1800" b="1" dirty="0"/>
              <a:t>polimorfismo</a:t>
            </a:r>
            <a:r>
              <a:rPr lang="es-ES" sz="1800" dirty="0"/>
              <a:t> nos permite “programar en forma general”, en vez de “programar en forma específica.” En particular, nos permite escribir</a:t>
            </a:r>
          </a:p>
          <a:p>
            <a:r>
              <a:rPr lang="es-ES" sz="1800" dirty="0"/>
              <a:t>programas que procesen objetos que compartan la misma superclase (ya sea de manera directa o indirecta) como si todos fueran objetos de la superclase; esto, como veremos, puede simplificar la programación.</a:t>
            </a:r>
          </a:p>
          <a:p>
            <a:endParaRPr lang="es-ES" sz="1800" dirty="0"/>
          </a:p>
          <a:p>
            <a:r>
              <a:rPr lang="es-ES" sz="1800" dirty="0"/>
              <a:t>El polimorfismo nos permite tratar con las generalidades y dejar que el </a:t>
            </a:r>
            <a:r>
              <a:rPr lang="es-ES" sz="1800" b="1" dirty="0"/>
              <a:t>entorno en tiempo de ejecución </a:t>
            </a:r>
            <a:r>
              <a:rPr lang="es-ES" sz="1800" dirty="0"/>
              <a:t>se encargue de los detalles específicos. Podemos ordenar a los objetos que se comporten en formas apropiadas para ellos, sin necesidad de conocer los tipos de los objetos (siempre y cuando éstos pertenezcan a la misma jerarquía de herencia).</a:t>
            </a:r>
          </a:p>
          <a:p>
            <a:endParaRPr lang="es-ES" sz="1800" dirty="0"/>
          </a:p>
          <a:p>
            <a:endParaRPr lang="es-ES" dirty="0"/>
          </a:p>
        </p:txBody>
      </p:sp>
    </p:spTree>
    <p:extLst>
      <p:ext uri="{BB962C8B-B14F-4D97-AF65-F5344CB8AC3E}">
        <p14:creationId xmlns:p14="http://schemas.microsoft.com/office/powerpoint/2010/main" val="87612010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22 Grupo"/>
          <p:cNvGrpSpPr/>
          <p:nvPr/>
        </p:nvGrpSpPr>
        <p:grpSpPr>
          <a:xfrm>
            <a:off x="3174194" y="620688"/>
            <a:ext cx="2659921" cy="2075532"/>
            <a:chOff x="3174194" y="620688"/>
            <a:chExt cx="2659921" cy="2075532"/>
          </a:xfrm>
        </p:grpSpPr>
        <p:sp>
          <p:nvSpPr>
            <p:cNvPr id="26" name="25 Rectángulo redondeado"/>
            <p:cNvSpPr/>
            <p:nvPr/>
          </p:nvSpPr>
          <p:spPr bwMode="auto">
            <a:xfrm>
              <a:off x="3174194" y="980728"/>
              <a:ext cx="2448272" cy="1715492"/>
            </a:xfrm>
            <a:prstGeom prst="roundRect">
              <a:avLst/>
            </a:prstGeom>
            <a:ln>
              <a:headEnd type="none" w="med" len="med"/>
              <a:tailEnd type="none" w="med" len="me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0" name="Rectangle 3"/>
            <p:cNvSpPr txBox="1">
              <a:spLocks noChangeArrowheads="1"/>
            </p:cNvSpPr>
            <p:nvPr/>
          </p:nvSpPr>
          <p:spPr bwMode="auto">
            <a:xfrm>
              <a:off x="3174194" y="620688"/>
              <a:ext cx="2448272"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a:t>Ave</a:t>
              </a:r>
            </a:p>
          </p:txBody>
        </p:sp>
        <p:cxnSp>
          <p:nvCxnSpPr>
            <p:cNvPr id="18" name="17 Conector recto"/>
            <p:cNvCxnSpPr/>
            <p:nvPr/>
          </p:nvCxnSpPr>
          <p:spPr bwMode="auto">
            <a:xfrm>
              <a:off x="3174195" y="1676722"/>
              <a:ext cx="2448271" cy="0"/>
            </a:xfrm>
            <a:prstGeom prst="line">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pic>
          <p:nvPicPr>
            <p:cNvPr id="1032" name="Picture 8" descr="C:\Users\Raúl\Desktop\Pollito\ave.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20179">
              <a:off x="4818423" y="662743"/>
              <a:ext cx="1015692" cy="982481"/>
            </a:xfrm>
            <a:prstGeom prst="rect">
              <a:avLst/>
            </a:prstGeom>
            <a:noFill/>
            <a:extLst>
              <a:ext uri="{909E8E84-426E-40DD-AFC4-6F175D3DCCD1}">
                <a14:hiddenFill xmlns:a14="http://schemas.microsoft.com/office/drawing/2010/main">
                  <a:solidFill>
                    <a:srgbClr val="FFFFFF"/>
                  </a:solidFill>
                </a14:hiddenFill>
              </a:ext>
            </a:extLst>
          </p:spPr>
        </p:pic>
      </p:grpSp>
      <p:sp>
        <p:nvSpPr>
          <p:cNvPr id="117" name="1 Título"/>
          <p:cNvSpPr>
            <a:spLocks noGrp="1"/>
          </p:cNvSpPr>
          <p:nvPr>
            <p:ph type="title"/>
          </p:nvPr>
        </p:nvSpPr>
        <p:spPr>
          <a:xfrm>
            <a:off x="542924" y="53975"/>
            <a:ext cx="7989515" cy="563563"/>
          </a:xfrm>
        </p:spPr>
        <p:txBody>
          <a:bodyPr/>
          <a:lstStyle/>
          <a:p>
            <a:r>
              <a:rPr lang="es-ES" dirty="0"/>
              <a:t>Jerarquía de Aves</a:t>
            </a:r>
          </a:p>
        </p:txBody>
      </p:sp>
      <p:sp>
        <p:nvSpPr>
          <p:cNvPr id="46" name="Rectangle 3"/>
          <p:cNvSpPr txBox="1">
            <a:spLocks noChangeArrowheads="1"/>
          </p:cNvSpPr>
          <p:nvPr/>
        </p:nvSpPr>
        <p:spPr bwMode="auto">
          <a:xfrm>
            <a:off x="3174195" y="1998718"/>
            <a:ext cx="2448271"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2">
                    <a:lumMod val="20000"/>
                    <a:lumOff val="80000"/>
                  </a:schemeClr>
                </a:solidFill>
                <a:latin typeface="Adobe Fan Heiti Std B" pitchFamily="34" charset="-128"/>
                <a:ea typeface="Adobe Fan Heiti Std B" pitchFamily="34" charset="-128"/>
              </a:rPr>
              <a:t>hablar</a:t>
            </a:r>
            <a:r>
              <a:rPr lang="en-US" sz="1600" kern="0" dirty="0">
                <a:solidFill>
                  <a:schemeClr val="accent2">
                    <a:lumMod val="20000"/>
                    <a:lumOff val="80000"/>
                  </a:schemeClr>
                </a:solidFill>
                <a:latin typeface="Adobe Fan Heiti Std B" pitchFamily="34" charset="-128"/>
                <a:ea typeface="Adobe Fan Heiti Std B" pitchFamily="34" charset="-128"/>
              </a:rPr>
              <a:t>( )</a:t>
            </a:r>
          </a:p>
        </p:txBody>
      </p:sp>
      <p:sp>
        <p:nvSpPr>
          <p:cNvPr id="36" name="Rectangle 3"/>
          <p:cNvSpPr txBox="1">
            <a:spLocks noChangeArrowheads="1"/>
          </p:cNvSpPr>
          <p:nvPr/>
        </p:nvSpPr>
        <p:spPr bwMode="auto">
          <a:xfrm>
            <a:off x="3174194" y="2240142"/>
            <a:ext cx="2448272"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i="1" kern="0" dirty="0">
                <a:solidFill>
                  <a:srgbClr val="0070C0"/>
                </a:solidFill>
                <a:ea typeface="Adobe Fan Heiti Std B" pitchFamily="34" charset="-128"/>
              </a:rPr>
              <a:t>"No </a:t>
            </a:r>
            <a:r>
              <a:rPr lang="en-US" sz="1600" i="1" kern="0" dirty="0" err="1">
                <a:solidFill>
                  <a:srgbClr val="0070C0"/>
                </a:solidFill>
                <a:ea typeface="Adobe Fan Heiti Std B" pitchFamily="34" charset="-128"/>
              </a:rPr>
              <a:t>sé</a:t>
            </a:r>
            <a:r>
              <a:rPr lang="en-US" sz="1600" i="1" kern="0" dirty="0">
                <a:solidFill>
                  <a:srgbClr val="0070C0"/>
                </a:solidFill>
                <a:ea typeface="Adobe Fan Heiti Std B" pitchFamily="34" charset="-128"/>
              </a:rPr>
              <a:t> </a:t>
            </a:r>
            <a:r>
              <a:rPr lang="en-US" sz="1600" i="1" kern="0" dirty="0" err="1">
                <a:solidFill>
                  <a:srgbClr val="0070C0"/>
                </a:solidFill>
                <a:ea typeface="Adobe Fan Heiti Std B" pitchFamily="34" charset="-128"/>
              </a:rPr>
              <a:t>qué</a:t>
            </a:r>
            <a:r>
              <a:rPr lang="en-US" sz="1600" i="1" kern="0" dirty="0">
                <a:solidFill>
                  <a:srgbClr val="0070C0"/>
                </a:solidFill>
                <a:ea typeface="Adobe Fan Heiti Std B" pitchFamily="34" charset="-128"/>
              </a:rPr>
              <a:t> </a:t>
            </a:r>
            <a:r>
              <a:rPr lang="en-US" sz="1600" i="1" kern="0" dirty="0" err="1">
                <a:solidFill>
                  <a:srgbClr val="0070C0"/>
                </a:solidFill>
                <a:ea typeface="Adobe Fan Heiti Std B" pitchFamily="34" charset="-128"/>
              </a:rPr>
              <a:t>decir</a:t>
            </a:r>
            <a:r>
              <a:rPr lang="en-US" sz="1600" i="1" kern="0" dirty="0">
                <a:solidFill>
                  <a:srgbClr val="0070C0"/>
                </a:solidFill>
                <a:ea typeface="Adobe Fan Heiti Std B" pitchFamily="34" charset="-128"/>
              </a:rPr>
              <a:t>"</a:t>
            </a:r>
          </a:p>
        </p:txBody>
      </p:sp>
      <p:grpSp>
        <p:nvGrpSpPr>
          <p:cNvPr id="5" name="7 Grupo"/>
          <p:cNvGrpSpPr/>
          <p:nvPr/>
        </p:nvGrpSpPr>
        <p:grpSpPr>
          <a:xfrm>
            <a:off x="539552" y="3283520"/>
            <a:ext cx="1728193" cy="1369616"/>
            <a:chOff x="539552" y="2923480"/>
            <a:chExt cx="1728193" cy="1369616"/>
          </a:xfrm>
        </p:grpSpPr>
        <p:sp>
          <p:nvSpPr>
            <p:cNvPr id="37" name="36 Rectángulo redondeado"/>
            <p:cNvSpPr/>
            <p:nvPr/>
          </p:nvSpPr>
          <p:spPr bwMode="auto">
            <a:xfrm>
              <a:off x="539552" y="3358455"/>
              <a:ext cx="1728192" cy="934641"/>
            </a:xfrm>
            <a:prstGeom prst="roundRect">
              <a:avLst/>
            </a:prstGeom>
            <a:ln>
              <a:headEnd type="none" w="med" len="med"/>
              <a:tailEnd type="none" w="med" len="me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8" name="Rectangle 3"/>
            <p:cNvSpPr txBox="1">
              <a:spLocks noChangeArrowheads="1"/>
            </p:cNvSpPr>
            <p:nvPr/>
          </p:nvSpPr>
          <p:spPr bwMode="auto">
            <a:xfrm>
              <a:off x="539553" y="2923480"/>
              <a:ext cx="1728192"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err="1"/>
                <a:t>Pollito</a:t>
              </a:r>
              <a:endParaRPr lang="en-US" sz="1800" kern="0" dirty="0"/>
            </a:p>
          </p:txBody>
        </p:sp>
        <p:sp>
          <p:nvSpPr>
            <p:cNvPr id="39" name="Rectangle 3"/>
            <p:cNvSpPr txBox="1">
              <a:spLocks noChangeArrowheads="1"/>
            </p:cNvSpPr>
            <p:nvPr/>
          </p:nvSpPr>
          <p:spPr bwMode="auto">
            <a:xfrm>
              <a:off x="539553" y="3464278"/>
              <a:ext cx="1728192"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2">
                      <a:lumMod val="20000"/>
                      <a:lumOff val="80000"/>
                    </a:schemeClr>
                  </a:solidFill>
                  <a:latin typeface="Adobe Fan Heiti Std B" pitchFamily="34" charset="-128"/>
                  <a:ea typeface="Adobe Fan Heiti Std B" pitchFamily="34" charset="-128"/>
                </a:rPr>
                <a:t>hablar</a:t>
              </a:r>
              <a:r>
                <a:rPr lang="en-US" sz="1600" kern="0" dirty="0">
                  <a:solidFill>
                    <a:schemeClr val="accent2">
                      <a:lumMod val="20000"/>
                      <a:lumOff val="80000"/>
                    </a:schemeClr>
                  </a:solidFill>
                  <a:latin typeface="Adobe Fan Heiti Std B" pitchFamily="34" charset="-128"/>
                  <a:ea typeface="Adobe Fan Heiti Std B" pitchFamily="34" charset="-128"/>
                </a:rPr>
                <a:t>( )</a:t>
              </a:r>
            </a:p>
          </p:txBody>
        </p:sp>
        <p:sp>
          <p:nvSpPr>
            <p:cNvPr id="43" name="Rectangle 3"/>
            <p:cNvSpPr txBox="1">
              <a:spLocks noChangeArrowheads="1"/>
            </p:cNvSpPr>
            <p:nvPr/>
          </p:nvSpPr>
          <p:spPr bwMode="auto">
            <a:xfrm>
              <a:off x="539552" y="3810210"/>
              <a:ext cx="1728193"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i="1" kern="0" dirty="0">
                  <a:solidFill>
                    <a:srgbClr val="0070C0"/>
                  </a:solidFill>
                  <a:ea typeface="Adobe Fan Heiti Std B" pitchFamily="34" charset="-128"/>
                </a:rPr>
                <a:t>"</a:t>
              </a:r>
              <a:r>
                <a:rPr lang="en-US" sz="1600" i="1" kern="0" dirty="0" err="1">
                  <a:solidFill>
                    <a:srgbClr val="0070C0"/>
                  </a:solidFill>
                  <a:ea typeface="Adobe Fan Heiti Std B" pitchFamily="34" charset="-128"/>
                </a:rPr>
                <a:t>pio</a:t>
              </a:r>
              <a:r>
                <a:rPr lang="en-US" sz="1600" i="1" kern="0" dirty="0">
                  <a:solidFill>
                    <a:srgbClr val="0070C0"/>
                  </a:solidFill>
                  <a:ea typeface="Adobe Fan Heiti Std B" pitchFamily="34" charset="-128"/>
                </a:rPr>
                <a:t>"</a:t>
              </a:r>
            </a:p>
          </p:txBody>
        </p:sp>
      </p:grpSp>
      <p:grpSp>
        <p:nvGrpSpPr>
          <p:cNvPr id="6" name="8 Grupo"/>
          <p:cNvGrpSpPr/>
          <p:nvPr/>
        </p:nvGrpSpPr>
        <p:grpSpPr>
          <a:xfrm>
            <a:off x="2555776" y="3284984"/>
            <a:ext cx="1728193" cy="1368152"/>
            <a:chOff x="2555776" y="2924944"/>
            <a:chExt cx="1728193" cy="1368152"/>
          </a:xfrm>
        </p:grpSpPr>
        <p:sp>
          <p:nvSpPr>
            <p:cNvPr id="44" name="43 Rectángulo redondeado"/>
            <p:cNvSpPr/>
            <p:nvPr/>
          </p:nvSpPr>
          <p:spPr bwMode="auto">
            <a:xfrm>
              <a:off x="2555776" y="3359919"/>
              <a:ext cx="1728192" cy="933177"/>
            </a:xfrm>
            <a:prstGeom prst="roundRect">
              <a:avLst/>
            </a:prstGeom>
            <a:ln>
              <a:headEnd type="none" w="med" len="med"/>
              <a:tailEnd type="none" w="med" len="me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4" name="Rectangle 3"/>
            <p:cNvSpPr txBox="1">
              <a:spLocks noChangeArrowheads="1"/>
            </p:cNvSpPr>
            <p:nvPr/>
          </p:nvSpPr>
          <p:spPr bwMode="auto">
            <a:xfrm>
              <a:off x="2555776" y="2924944"/>
              <a:ext cx="1728192"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err="1"/>
                <a:t>Gallina</a:t>
              </a:r>
              <a:endParaRPr lang="en-US" sz="1800" kern="0" dirty="0"/>
            </a:p>
          </p:txBody>
        </p:sp>
        <p:sp>
          <p:nvSpPr>
            <p:cNvPr id="55" name="Rectangle 3"/>
            <p:cNvSpPr txBox="1">
              <a:spLocks noChangeArrowheads="1"/>
            </p:cNvSpPr>
            <p:nvPr/>
          </p:nvSpPr>
          <p:spPr bwMode="auto">
            <a:xfrm>
              <a:off x="2555776" y="3464278"/>
              <a:ext cx="1728192"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2">
                      <a:lumMod val="20000"/>
                      <a:lumOff val="80000"/>
                    </a:schemeClr>
                  </a:solidFill>
                  <a:latin typeface="Adobe Fan Heiti Std B" pitchFamily="34" charset="-128"/>
                  <a:ea typeface="Adobe Fan Heiti Std B" pitchFamily="34" charset="-128"/>
                </a:rPr>
                <a:t>hablar</a:t>
              </a:r>
              <a:r>
                <a:rPr lang="en-US" sz="1600" kern="0" dirty="0">
                  <a:solidFill>
                    <a:schemeClr val="accent2">
                      <a:lumMod val="20000"/>
                      <a:lumOff val="80000"/>
                    </a:schemeClr>
                  </a:solidFill>
                  <a:latin typeface="Adobe Fan Heiti Std B" pitchFamily="34" charset="-128"/>
                  <a:ea typeface="Adobe Fan Heiti Std B" pitchFamily="34" charset="-128"/>
                </a:rPr>
                <a:t>( )</a:t>
              </a:r>
            </a:p>
          </p:txBody>
        </p:sp>
        <p:sp>
          <p:nvSpPr>
            <p:cNvPr id="56" name="Rectangle 3"/>
            <p:cNvSpPr txBox="1">
              <a:spLocks noChangeArrowheads="1"/>
            </p:cNvSpPr>
            <p:nvPr/>
          </p:nvSpPr>
          <p:spPr bwMode="auto">
            <a:xfrm>
              <a:off x="2555776" y="3811674"/>
              <a:ext cx="1728193"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i="1" kern="0" dirty="0">
                  <a:solidFill>
                    <a:srgbClr val="0070C0"/>
                  </a:solidFill>
                  <a:ea typeface="Adobe Fan Heiti Std B" pitchFamily="34" charset="-128"/>
                </a:rPr>
                <a:t>"</a:t>
              </a:r>
              <a:r>
                <a:rPr lang="en-US" sz="1600" i="1" kern="0" dirty="0" err="1">
                  <a:solidFill>
                    <a:srgbClr val="0070C0"/>
                  </a:solidFill>
                  <a:ea typeface="Adobe Fan Heiti Std B" pitchFamily="34" charset="-128"/>
                </a:rPr>
                <a:t>coc</a:t>
              </a:r>
              <a:r>
                <a:rPr lang="en-US" sz="1600" i="1" kern="0" dirty="0">
                  <a:solidFill>
                    <a:srgbClr val="0070C0"/>
                  </a:solidFill>
                  <a:ea typeface="Adobe Fan Heiti Std B" pitchFamily="34" charset="-128"/>
                </a:rPr>
                <a:t>"</a:t>
              </a:r>
            </a:p>
          </p:txBody>
        </p:sp>
      </p:grpSp>
      <p:grpSp>
        <p:nvGrpSpPr>
          <p:cNvPr id="7" name="9 Grupo"/>
          <p:cNvGrpSpPr/>
          <p:nvPr/>
        </p:nvGrpSpPr>
        <p:grpSpPr>
          <a:xfrm>
            <a:off x="4499992" y="3283520"/>
            <a:ext cx="1728193" cy="1369616"/>
            <a:chOff x="4499992" y="2923480"/>
            <a:chExt cx="1728193" cy="1369616"/>
          </a:xfrm>
        </p:grpSpPr>
        <p:sp>
          <p:nvSpPr>
            <p:cNvPr id="57" name="56 Rectángulo redondeado"/>
            <p:cNvSpPr/>
            <p:nvPr/>
          </p:nvSpPr>
          <p:spPr bwMode="auto">
            <a:xfrm>
              <a:off x="4499992" y="3358455"/>
              <a:ext cx="1728192" cy="934641"/>
            </a:xfrm>
            <a:prstGeom prst="roundRect">
              <a:avLst/>
            </a:prstGeom>
            <a:ln>
              <a:headEnd type="none" w="med" len="med"/>
              <a:tailEnd type="none" w="med" len="me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8" name="Rectangle 3"/>
            <p:cNvSpPr txBox="1">
              <a:spLocks noChangeArrowheads="1"/>
            </p:cNvSpPr>
            <p:nvPr/>
          </p:nvSpPr>
          <p:spPr bwMode="auto">
            <a:xfrm>
              <a:off x="4499992" y="2923480"/>
              <a:ext cx="1728192"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a:t>Gallo</a:t>
              </a:r>
            </a:p>
          </p:txBody>
        </p:sp>
        <p:sp>
          <p:nvSpPr>
            <p:cNvPr id="59" name="Rectangle 3"/>
            <p:cNvSpPr txBox="1">
              <a:spLocks noChangeArrowheads="1"/>
            </p:cNvSpPr>
            <p:nvPr/>
          </p:nvSpPr>
          <p:spPr bwMode="auto">
            <a:xfrm>
              <a:off x="4499992" y="3464278"/>
              <a:ext cx="1728192"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2">
                      <a:lumMod val="20000"/>
                      <a:lumOff val="80000"/>
                    </a:schemeClr>
                  </a:solidFill>
                  <a:latin typeface="Adobe Fan Heiti Std B" pitchFamily="34" charset="-128"/>
                  <a:ea typeface="Adobe Fan Heiti Std B" pitchFamily="34" charset="-128"/>
                </a:rPr>
                <a:t>hablar</a:t>
              </a:r>
              <a:r>
                <a:rPr lang="en-US" sz="1600" kern="0" dirty="0">
                  <a:solidFill>
                    <a:schemeClr val="accent2">
                      <a:lumMod val="20000"/>
                      <a:lumOff val="80000"/>
                    </a:schemeClr>
                  </a:solidFill>
                  <a:latin typeface="Adobe Fan Heiti Std B" pitchFamily="34" charset="-128"/>
                  <a:ea typeface="Adobe Fan Heiti Std B" pitchFamily="34" charset="-128"/>
                </a:rPr>
                <a:t>( )</a:t>
              </a:r>
            </a:p>
          </p:txBody>
        </p:sp>
        <p:sp>
          <p:nvSpPr>
            <p:cNvPr id="60" name="Rectangle 3"/>
            <p:cNvSpPr txBox="1">
              <a:spLocks noChangeArrowheads="1"/>
            </p:cNvSpPr>
            <p:nvPr/>
          </p:nvSpPr>
          <p:spPr bwMode="auto">
            <a:xfrm>
              <a:off x="4499992" y="3810210"/>
              <a:ext cx="1728193"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i="1" kern="0" dirty="0">
                  <a:solidFill>
                    <a:srgbClr val="0070C0"/>
                  </a:solidFill>
                  <a:ea typeface="Adobe Fan Heiti Std B" pitchFamily="34" charset="-128"/>
                </a:rPr>
                <a:t>"</a:t>
              </a:r>
              <a:r>
                <a:rPr lang="en-US" sz="1600" i="1" kern="0" dirty="0" err="1">
                  <a:solidFill>
                    <a:srgbClr val="0070C0"/>
                  </a:solidFill>
                  <a:ea typeface="Adobe Fan Heiti Std B" pitchFamily="34" charset="-128"/>
                </a:rPr>
                <a:t>cocoroco</a:t>
              </a:r>
              <a:r>
                <a:rPr lang="en-US" sz="1600" i="1" kern="0" dirty="0">
                  <a:solidFill>
                    <a:srgbClr val="0070C0"/>
                  </a:solidFill>
                  <a:ea typeface="Adobe Fan Heiti Std B" pitchFamily="34" charset="-128"/>
                </a:rPr>
                <a:t>"</a:t>
              </a:r>
            </a:p>
          </p:txBody>
        </p:sp>
      </p:grpSp>
      <p:grpSp>
        <p:nvGrpSpPr>
          <p:cNvPr id="8" name="10 Grupo"/>
          <p:cNvGrpSpPr/>
          <p:nvPr/>
        </p:nvGrpSpPr>
        <p:grpSpPr>
          <a:xfrm>
            <a:off x="6516215" y="3284984"/>
            <a:ext cx="1728193" cy="1368152"/>
            <a:chOff x="6516215" y="2924944"/>
            <a:chExt cx="1728193" cy="1368152"/>
          </a:xfrm>
        </p:grpSpPr>
        <p:sp>
          <p:nvSpPr>
            <p:cNvPr id="61" name="60 Rectángulo redondeado"/>
            <p:cNvSpPr/>
            <p:nvPr/>
          </p:nvSpPr>
          <p:spPr bwMode="auto">
            <a:xfrm>
              <a:off x="6516215" y="3359919"/>
              <a:ext cx="1728192" cy="933177"/>
            </a:xfrm>
            <a:prstGeom prst="roundRect">
              <a:avLst/>
            </a:prstGeom>
            <a:ln>
              <a:headEnd type="none" w="med" len="med"/>
              <a:tailEnd type="none" w="med" len="me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2" name="Rectangle 3"/>
            <p:cNvSpPr txBox="1">
              <a:spLocks noChangeArrowheads="1"/>
            </p:cNvSpPr>
            <p:nvPr/>
          </p:nvSpPr>
          <p:spPr bwMode="auto">
            <a:xfrm>
              <a:off x="6516215" y="2924944"/>
              <a:ext cx="1728192"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err="1"/>
                <a:t>Pavo</a:t>
              </a:r>
              <a:endParaRPr lang="en-US" sz="1800" kern="0" dirty="0"/>
            </a:p>
          </p:txBody>
        </p:sp>
        <p:sp>
          <p:nvSpPr>
            <p:cNvPr id="63" name="Rectangle 3"/>
            <p:cNvSpPr txBox="1">
              <a:spLocks noChangeArrowheads="1"/>
            </p:cNvSpPr>
            <p:nvPr/>
          </p:nvSpPr>
          <p:spPr bwMode="auto">
            <a:xfrm>
              <a:off x="6516215" y="3464278"/>
              <a:ext cx="1728192"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2">
                      <a:lumMod val="20000"/>
                      <a:lumOff val="80000"/>
                    </a:schemeClr>
                  </a:solidFill>
                  <a:latin typeface="Adobe Fan Heiti Std B" pitchFamily="34" charset="-128"/>
                  <a:ea typeface="Adobe Fan Heiti Std B" pitchFamily="34" charset="-128"/>
                </a:rPr>
                <a:t>hablar</a:t>
              </a:r>
              <a:r>
                <a:rPr lang="en-US" sz="1600" kern="0" dirty="0">
                  <a:solidFill>
                    <a:schemeClr val="accent2">
                      <a:lumMod val="20000"/>
                      <a:lumOff val="80000"/>
                    </a:schemeClr>
                  </a:solidFill>
                  <a:latin typeface="Adobe Fan Heiti Std B" pitchFamily="34" charset="-128"/>
                  <a:ea typeface="Adobe Fan Heiti Std B" pitchFamily="34" charset="-128"/>
                </a:rPr>
                <a:t>( )</a:t>
              </a:r>
            </a:p>
          </p:txBody>
        </p:sp>
        <p:sp>
          <p:nvSpPr>
            <p:cNvPr id="65" name="Rectangle 3"/>
            <p:cNvSpPr txBox="1">
              <a:spLocks noChangeArrowheads="1"/>
            </p:cNvSpPr>
            <p:nvPr/>
          </p:nvSpPr>
          <p:spPr bwMode="auto">
            <a:xfrm>
              <a:off x="6516215" y="3811674"/>
              <a:ext cx="1728193"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i="1" kern="0" dirty="0">
                  <a:solidFill>
                    <a:srgbClr val="0070C0"/>
                  </a:solidFill>
                  <a:ea typeface="Adobe Fan Heiti Std B" pitchFamily="34" charset="-128"/>
                </a:rPr>
                <a:t>"</a:t>
              </a:r>
              <a:r>
                <a:rPr lang="en-US" sz="1600" i="1" kern="0" dirty="0" err="1">
                  <a:solidFill>
                    <a:srgbClr val="0070C0"/>
                  </a:solidFill>
                  <a:ea typeface="Adobe Fan Heiti Std B" pitchFamily="34" charset="-128"/>
                </a:rPr>
                <a:t>glu</a:t>
              </a:r>
              <a:r>
                <a:rPr lang="en-US" sz="1600" i="1" kern="0" dirty="0">
                  <a:solidFill>
                    <a:srgbClr val="0070C0"/>
                  </a:solidFill>
                  <a:ea typeface="Adobe Fan Heiti Std B" pitchFamily="34" charset="-128"/>
                </a:rPr>
                <a:t> </a:t>
              </a:r>
              <a:r>
                <a:rPr lang="en-US" sz="1600" i="1" kern="0" dirty="0" err="1">
                  <a:solidFill>
                    <a:srgbClr val="0070C0"/>
                  </a:solidFill>
                  <a:ea typeface="Adobe Fan Heiti Std B" pitchFamily="34" charset="-128"/>
                </a:rPr>
                <a:t>glu</a:t>
              </a:r>
              <a:r>
                <a:rPr lang="en-US" sz="1600" i="1" kern="0" dirty="0">
                  <a:solidFill>
                    <a:srgbClr val="0070C0"/>
                  </a:solidFill>
                  <a:ea typeface="Adobe Fan Heiti Std B" pitchFamily="34" charset="-128"/>
                </a:rPr>
                <a:t> </a:t>
              </a:r>
              <a:r>
                <a:rPr lang="en-US" sz="1600" i="1" kern="0" dirty="0" err="1">
                  <a:solidFill>
                    <a:srgbClr val="0070C0"/>
                  </a:solidFill>
                  <a:ea typeface="Adobe Fan Heiti Std B" pitchFamily="34" charset="-128"/>
                </a:rPr>
                <a:t>glu</a:t>
              </a:r>
              <a:r>
                <a:rPr lang="en-US" sz="1600" i="1" kern="0" dirty="0">
                  <a:solidFill>
                    <a:srgbClr val="0070C0"/>
                  </a:solidFill>
                  <a:ea typeface="Adobe Fan Heiti Std B" pitchFamily="34" charset="-128"/>
                </a:rPr>
                <a:t>"</a:t>
              </a:r>
            </a:p>
          </p:txBody>
        </p:sp>
      </p:grpSp>
      <p:pic>
        <p:nvPicPr>
          <p:cNvPr id="1026" name="Picture 2" descr="C:\Users\Raúl\Desktop\Pollito\pollito.png">
            <a:hlinkClick r:id="" action="ppaction://noaction">
              <a:snd r:embed="rId3" name="pio.wav"/>
            </a:hlinkClick>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58899" y="5195370"/>
            <a:ext cx="991047" cy="1299944"/>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Raúl\Desktop\Pollito\gallina.png">
            <a:hlinkClick r:id="" action="ppaction://noaction">
              <a:snd r:embed="rId5" name="gallina.WAV"/>
            </a:hlinkClick>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797206" y="4782535"/>
            <a:ext cx="1245333" cy="171277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Raúl\Desktop\Pollito\gallo.png">
            <a:hlinkClick r:id="" action="ppaction://noaction">
              <a:snd r:embed="rId7" name="gallo.WAV"/>
            </a:hlinkClick>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432338" y="4751409"/>
            <a:ext cx="2007518" cy="1743905"/>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C:\Users\Raúl\Desktop\Pollito\pavo.png">
            <a:hlinkClick r:id="" action="ppaction://noaction">
              <a:snd r:embed="rId9" name="Pavito.wav"/>
            </a:hlinkClick>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552840" y="4941168"/>
            <a:ext cx="1839056" cy="1584176"/>
          </a:xfrm>
          <a:prstGeom prst="rect">
            <a:avLst/>
          </a:prstGeom>
          <a:noFill/>
          <a:extLst>
            <a:ext uri="{909E8E84-426E-40DD-AFC4-6F175D3DCCD1}">
              <a14:hiddenFill xmlns:a14="http://schemas.microsoft.com/office/drawing/2010/main">
                <a:solidFill>
                  <a:srgbClr val="FFFFFF"/>
                </a:solidFill>
              </a14:hiddenFill>
            </a:ext>
          </a:extLst>
        </p:spPr>
      </p:pic>
      <p:cxnSp>
        <p:nvCxnSpPr>
          <p:cNvPr id="4" name="3 Conector recto de flecha"/>
          <p:cNvCxnSpPr/>
          <p:nvPr/>
        </p:nvCxnSpPr>
        <p:spPr bwMode="auto">
          <a:xfrm flipV="1">
            <a:off x="1619672" y="2708920"/>
            <a:ext cx="1440160" cy="576064"/>
          </a:xfrm>
          <a:prstGeom prst="straightConnector1">
            <a:avLst/>
          </a:prstGeom>
          <a:ln>
            <a:headEnd type="none" w="med" len="med"/>
            <a:tailEnd type="arrow" w="lg" len="lg"/>
          </a:ln>
        </p:spPr>
        <p:style>
          <a:lnRef idx="3">
            <a:schemeClr val="accent1"/>
          </a:lnRef>
          <a:fillRef idx="0">
            <a:schemeClr val="accent1"/>
          </a:fillRef>
          <a:effectRef idx="2">
            <a:schemeClr val="accent1"/>
          </a:effectRef>
          <a:fontRef idx="minor">
            <a:schemeClr val="tx1"/>
          </a:fontRef>
        </p:style>
      </p:cxnSp>
      <p:cxnSp>
        <p:nvCxnSpPr>
          <p:cNvPr id="66" name="65 Conector recto de flecha"/>
          <p:cNvCxnSpPr/>
          <p:nvPr/>
        </p:nvCxnSpPr>
        <p:spPr bwMode="auto">
          <a:xfrm flipH="1" flipV="1">
            <a:off x="5711428" y="2696220"/>
            <a:ext cx="1440160" cy="576064"/>
          </a:xfrm>
          <a:prstGeom prst="straightConnector1">
            <a:avLst/>
          </a:prstGeom>
          <a:ln>
            <a:headEnd type="none" w="med" len="med"/>
            <a:tailEnd type="arrow" w="lg" len="lg"/>
          </a:ln>
        </p:spPr>
        <p:style>
          <a:lnRef idx="3">
            <a:schemeClr val="accent1"/>
          </a:lnRef>
          <a:fillRef idx="0">
            <a:schemeClr val="accent1"/>
          </a:fillRef>
          <a:effectRef idx="2">
            <a:schemeClr val="accent1"/>
          </a:effectRef>
          <a:fontRef idx="minor">
            <a:schemeClr val="tx1"/>
          </a:fontRef>
        </p:style>
      </p:cxnSp>
      <p:cxnSp>
        <p:nvCxnSpPr>
          <p:cNvPr id="68" name="67 Conector recto de flecha"/>
          <p:cNvCxnSpPr>
            <a:stCxn id="54" idx="0"/>
          </p:cNvCxnSpPr>
          <p:nvPr/>
        </p:nvCxnSpPr>
        <p:spPr bwMode="auto">
          <a:xfrm flipV="1">
            <a:off x="3419872" y="2861320"/>
            <a:ext cx="504056" cy="423664"/>
          </a:xfrm>
          <a:prstGeom prst="straightConnector1">
            <a:avLst/>
          </a:prstGeom>
          <a:ln>
            <a:headEnd type="none" w="med" len="med"/>
            <a:tailEnd type="arrow" w="lg" len="lg"/>
          </a:ln>
        </p:spPr>
        <p:style>
          <a:lnRef idx="3">
            <a:schemeClr val="accent1"/>
          </a:lnRef>
          <a:fillRef idx="0">
            <a:schemeClr val="accent1"/>
          </a:fillRef>
          <a:effectRef idx="2">
            <a:schemeClr val="accent1"/>
          </a:effectRef>
          <a:fontRef idx="minor">
            <a:schemeClr val="tx1"/>
          </a:fontRef>
        </p:style>
      </p:cxnSp>
      <p:cxnSp>
        <p:nvCxnSpPr>
          <p:cNvPr id="69" name="68 Conector recto de flecha"/>
          <p:cNvCxnSpPr>
            <a:stCxn id="58" idx="0"/>
          </p:cNvCxnSpPr>
          <p:nvPr/>
        </p:nvCxnSpPr>
        <p:spPr bwMode="auto">
          <a:xfrm flipH="1" flipV="1">
            <a:off x="4936394" y="2861320"/>
            <a:ext cx="427694" cy="422200"/>
          </a:xfrm>
          <a:prstGeom prst="straightConnector1">
            <a:avLst/>
          </a:prstGeom>
          <a:ln>
            <a:headEnd type="none" w="med" len="med"/>
            <a:tailEnd type="arrow" w="lg" len="lg"/>
          </a:ln>
        </p:spPr>
        <p:style>
          <a:lnRef idx="3">
            <a:schemeClr val="accent1"/>
          </a:lnRef>
          <a:fillRef idx="0">
            <a:schemeClr val="accent1"/>
          </a:fillRef>
          <a:effectRef idx="2">
            <a:schemeClr val="accent1"/>
          </a:effectRef>
          <a:fontRef idx="minor">
            <a:schemeClr val="tx1"/>
          </a:fontRef>
        </p:style>
      </p:cxnSp>
      <p:sp>
        <p:nvSpPr>
          <p:cNvPr id="71" name="Rectangle 3"/>
          <p:cNvSpPr txBox="1">
            <a:spLocks noChangeArrowheads="1"/>
          </p:cNvSpPr>
          <p:nvPr/>
        </p:nvSpPr>
        <p:spPr bwMode="auto">
          <a:xfrm>
            <a:off x="3390218" y="1039289"/>
            <a:ext cx="2016225" cy="198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3"/>
                </a:solidFill>
                <a:latin typeface="Adobe Fan Heiti Std B" pitchFamily="34" charset="-128"/>
                <a:ea typeface="Adobe Fan Heiti Std B" pitchFamily="34" charset="-128"/>
              </a:rPr>
              <a:t>nombre</a:t>
            </a:r>
            <a:endParaRPr lang="en-US" sz="1600" kern="0" dirty="0">
              <a:solidFill>
                <a:schemeClr val="accent3"/>
              </a:solidFill>
              <a:latin typeface="Adobe Fan Heiti Std B" pitchFamily="34" charset="-128"/>
              <a:ea typeface="Adobe Fan Heiti Std B" pitchFamily="34" charset="-128"/>
            </a:endParaRPr>
          </a:p>
        </p:txBody>
      </p:sp>
      <p:sp>
        <p:nvSpPr>
          <p:cNvPr id="80" name="Rectangle 3"/>
          <p:cNvSpPr txBox="1">
            <a:spLocks noChangeArrowheads="1"/>
          </p:cNvSpPr>
          <p:nvPr/>
        </p:nvSpPr>
        <p:spPr bwMode="auto">
          <a:xfrm>
            <a:off x="3390218" y="1307741"/>
            <a:ext cx="2016225" cy="244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3"/>
                </a:solidFill>
                <a:latin typeface="Adobe Fan Heiti Std B" pitchFamily="34" charset="-128"/>
                <a:ea typeface="Adobe Fan Heiti Std B" pitchFamily="34" charset="-128"/>
              </a:rPr>
              <a:t>edad</a:t>
            </a:r>
            <a:endParaRPr lang="en-US" sz="1600" kern="0" dirty="0">
              <a:solidFill>
                <a:schemeClr val="accent3"/>
              </a:solidFill>
              <a:latin typeface="Adobe Fan Heiti Std B" pitchFamily="34" charset="-128"/>
              <a:ea typeface="Adobe Fan Heiti Std B" pitchFamily="34" charset="-128"/>
            </a:endParaRPr>
          </a:p>
        </p:txBody>
      </p:sp>
      <p:sp>
        <p:nvSpPr>
          <p:cNvPr id="42" name="Rectangle 3"/>
          <p:cNvSpPr txBox="1">
            <a:spLocks noChangeArrowheads="1"/>
          </p:cNvSpPr>
          <p:nvPr/>
        </p:nvSpPr>
        <p:spPr bwMode="auto">
          <a:xfrm>
            <a:off x="3174821" y="1714760"/>
            <a:ext cx="2448271"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2">
                    <a:lumMod val="20000"/>
                    <a:lumOff val="80000"/>
                  </a:schemeClr>
                </a:solidFill>
                <a:latin typeface="Adobe Fan Heiti Std B" pitchFamily="34" charset="-128"/>
                <a:ea typeface="Adobe Fan Heiti Std B" pitchFamily="34" charset="-128"/>
              </a:rPr>
              <a:t>toString</a:t>
            </a:r>
            <a:r>
              <a:rPr lang="en-US" sz="1600" kern="0" dirty="0">
                <a:solidFill>
                  <a:schemeClr val="accent2">
                    <a:lumMod val="20000"/>
                    <a:lumOff val="80000"/>
                  </a:schemeClr>
                </a:solidFill>
                <a:latin typeface="Adobe Fan Heiti Std B" pitchFamily="34" charset="-128"/>
                <a:ea typeface="Adobe Fan Heiti Std B" pitchFamily="34" charset="-128"/>
              </a:rPr>
              <a:t>( )</a:t>
            </a:r>
          </a:p>
        </p:txBody>
      </p:sp>
      <p:grpSp>
        <p:nvGrpSpPr>
          <p:cNvPr id="9" name="4 Grupo"/>
          <p:cNvGrpSpPr/>
          <p:nvPr/>
        </p:nvGrpSpPr>
        <p:grpSpPr>
          <a:xfrm>
            <a:off x="4936394" y="1706381"/>
            <a:ext cx="3798118" cy="396770"/>
            <a:chOff x="4936394" y="1706381"/>
            <a:chExt cx="3798118" cy="396770"/>
          </a:xfrm>
        </p:grpSpPr>
        <p:sp>
          <p:nvSpPr>
            <p:cNvPr id="45" name="Rectangle 3"/>
            <p:cNvSpPr txBox="1">
              <a:spLocks noChangeArrowheads="1"/>
            </p:cNvSpPr>
            <p:nvPr/>
          </p:nvSpPr>
          <p:spPr bwMode="auto">
            <a:xfrm>
              <a:off x="5753156" y="1706381"/>
              <a:ext cx="2981356"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i="1" kern="0" dirty="0" err="1">
                  <a:solidFill>
                    <a:srgbClr val="0070C0"/>
                  </a:solidFill>
                  <a:ea typeface="Adobe Fan Heiti Std B" pitchFamily="34" charset="-128"/>
                </a:rPr>
                <a:t>Raimunda</a:t>
              </a:r>
              <a:r>
                <a:rPr lang="en-US" sz="1600" i="1" kern="0" dirty="0">
                  <a:solidFill>
                    <a:srgbClr val="0070C0"/>
                  </a:solidFill>
                  <a:ea typeface="Adobe Fan Heiti Std B" pitchFamily="34" charset="-128"/>
                </a:rPr>
                <a:t>, 2 </a:t>
              </a:r>
              <a:r>
                <a:rPr lang="en-US" sz="1600" i="1" kern="0" dirty="0" err="1">
                  <a:solidFill>
                    <a:srgbClr val="0070C0"/>
                  </a:solidFill>
                  <a:ea typeface="Adobe Fan Heiti Std B" pitchFamily="34" charset="-128"/>
                </a:rPr>
                <a:t>años</a:t>
              </a:r>
              <a:r>
                <a:rPr lang="en-US" sz="1600" i="1" kern="0" dirty="0">
                  <a:solidFill>
                    <a:srgbClr val="0070C0"/>
                  </a:solidFill>
                  <a:ea typeface="Adobe Fan Heiti Std B" pitchFamily="34" charset="-128"/>
                </a:rPr>
                <a:t>, Ave</a:t>
              </a:r>
            </a:p>
          </p:txBody>
        </p:sp>
        <p:cxnSp>
          <p:nvCxnSpPr>
            <p:cNvPr id="3" name="2 Conector recto de flecha"/>
            <p:cNvCxnSpPr/>
            <p:nvPr/>
          </p:nvCxnSpPr>
          <p:spPr bwMode="auto">
            <a:xfrm>
              <a:off x="4936394" y="1890252"/>
              <a:ext cx="928121" cy="0"/>
            </a:xfrm>
            <a:prstGeom prst="straightConnector1">
              <a:avLst/>
            </a:prstGeom>
            <a:ln>
              <a:headEnd type="none" w="med" len="med"/>
              <a:tailEnd type="arrow"/>
            </a:ln>
          </p:spPr>
          <p:style>
            <a:lnRef idx="2">
              <a:schemeClr val="accent3"/>
            </a:lnRef>
            <a:fillRef idx="0">
              <a:schemeClr val="accent3"/>
            </a:fillRef>
            <a:effectRef idx="1">
              <a:schemeClr val="accent3"/>
            </a:effectRef>
            <a:fontRef idx="minor">
              <a:schemeClr val="tx1"/>
            </a:fontRef>
          </p:style>
        </p:cxnSp>
      </p:grpSp>
    </p:spTree>
    <p:extLst>
      <p:ext uri="{BB962C8B-B14F-4D97-AF65-F5344CB8AC3E}">
        <p14:creationId xmlns:p14="http://schemas.microsoft.com/office/powerpoint/2010/main" val="369425751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71"/>
                                        </p:tgtEl>
                                        <p:attrNameLst>
                                          <p:attrName>style.visibility</p:attrName>
                                        </p:attrNameLst>
                                      </p:cBhvr>
                                      <p:to>
                                        <p:strVal val="visible"/>
                                      </p:to>
                                    </p:set>
                                    <p:anim calcmode="lin" valueType="num">
                                      <p:cBhvr>
                                        <p:cTn id="12" dur="500" fill="hold"/>
                                        <p:tgtEl>
                                          <p:spTgt spid="71"/>
                                        </p:tgtEl>
                                        <p:attrNameLst>
                                          <p:attrName>ppt_w</p:attrName>
                                        </p:attrNameLst>
                                      </p:cBhvr>
                                      <p:tavLst>
                                        <p:tav tm="0">
                                          <p:val>
                                            <p:fltVal val="0"/>
                                          </p:val>
                                        </p:tav>
                                        <p:tav tm="100000">
                                          <p:val>
                                            <p:strVal val="#ppt_w"/>
                                          </p:val>
                                        </p:tav>
                                      </p:tavLst>
                                    </p:anim>
                                    <p:anim calcmode="lin" valueType="num">
                                      <p:cBhvr>
                                        <p:cTn id="13" dur="500" fill="hold"/>
                                        <p:tgtEl>
                                          <p:spTgt spid="71"/>
                                        </p:tgtEl>
                                        <p:attrNameLst>
                                          <p:attrName>ppt_h</p:attrName>
                                        </p:attrNameLst>
                                      </p:cBhvr>
                                      <p:tavLst>
                                        <p:tav tm="0">
                                          <p:val>
                                            <p:fltVal val="0"/>
                                          </p:val>
                                        </p:tav>
                                        <p:tav tm="100000">
                                          <p:val>
                                            <p:strVal val="#ppt_h"/>
                                          </p:val>
                                        </p:tav>
                                      </p:tavLst>
                                    </p:anim>
                                    <p:animEffect transition="in" filter="fade">
                                      <p:cBhvr>
                                        <p:cTn id="14" dur="500"/>
                                        <p:tgtEl>
                                          <p:spTgt spid="71"/>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80"/>
                                        </p:tgtEl>
                                        <p:attrNameLst>
                                          <p:attrName>style.visibility</p:attrName>
                                        </p:attrNameLst>
                                      </p:cBhvr>
                                      <p:to>
                                        <p:strVal val="visible"/>
                                      </p:to>
                                    </p:set>
                                    <p:anim calcmode="lin" valueType="num">
                                      <p:cBhvr>
                                        <p:cTn id="19" dur="500" fill="hold"/>
                                        <p:tgtEl>
                                          <p:spTgt spid="80"/>
                                        </p:tgtEl>
                                        <p:attrNameLst>
                                          <p:attrName>ppt_w</p:attrName>
                                        </p:attrNameLst>
                                      </p:cBhvr>
                                      <p:tavLst>
                                        <p:tav tm="0">
                                          <p:val>
                                            <p:fltVal val="0"/>
                                          </p:val>
                                        </p:tav>
                                        <p:tav tm="100000">
                                          <p:val>
                                            <p:strVal val="#ppt_w"/>
                                          </p:val>
                                        </p:tav>
                                      </p:tavLst>
                                    </p:anim>
                                    <p:anim calcmode="lin" valueType="num">
                                      <p:cBhvr>
                                        <p:cTn id="20" dur="500" fill="hold"/>
                                        <p:tgtEl>
                                          <p:spTgt spid="80"/>
                                        </p:tgtEl>
                                        <p:attrNameLst>
                                          <p:attrName>ppt_h</p:attrName>
                                        </p:attrNameLst>
                                      </p:cBhvr>
                                      <p:tavLst>
                                        <p:tav tm="0">
                                          <p:val>
                                            <p:fltVal val="0"/>
                                          </p:val>
                                        </p:tav>
                                        <p:tav tm="100000">
                                          <p:val>
                                            <p:strVal val="#ppt_h"/>
                                          </p:val>
                                        </p:tav>
                                      </p:tavLst>
                                    </p:anim>
                                    <p:animEffect transition="in" filter="fade">
                                      <p:cBhvr>
                                        <p:cTn id="21" dur="500"/>
                                        <p:tgtEl>
                                          <p:spTgt spid="80"/>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42"/>
                                        </p:tgtEl>
                                        <p:attrNameLst>
                                          <p:attrName>style.visibility</p:attrName>
                                        </p:attrNameLst>
                                      </p:cBhvr>
                                      <p:to>
                                        <p:strVal val="visible"/>
                                      </p:to>
                                    </p:set>
                                    <p:anim calcmode="lin" valueType="num">
                                      <p:cBhvr>
                                        <p:cTn id="26" dur="500" fill="hold"/>
                                        <p:tgtEl>
                                          <p:spTgt spid="42"/>
                                        </p:tgtEl>
                                        <p:attrNameLst>
                                          <p:attrName>ppt_w</p:attrName>
                                        </p:attrNameLst>
                                      </p:cBhvr>
                                      <p:tavLst>
                                        <p:tav tm="0">
                                          <p:val>
                                            <p:fltVal val="0"/>
                                          </p:val>
                                        </p:tav>
                                        <p:tav tm="100000">
                                          <p:val>
                                            <p:strVal val="#ppt_w"/>
                                          </p:val>
                                        </p:tav>
                                      </p:tavLst>
                                    </p:anim>
                                    <p:anim calcmode="lin" valueType="num">
                                      <p:cBhvr>
                                        <p:cTn id="27" dur="500" fill="hold"/>
                                        <p:tgtEl>
                                          <p:spTgt spid="42"/>
                                        </p:tgtEl>
                                        <p:attrNameLst>
                                          <p:attrName>ppt_h</p:attrName>
                                        </p:attrNameLst>
                                      </p:cBhvr>
                                      <p:tavLst>
                                        <p:tav tm="0">
                                          <p:val>
                                            <p:fltVal val="0"/>
                                          </p:val>
                                        </p:tav>
                                        <p:tav tm="100000">
                                          <p:val>
                                            <p:strVal val="#ppt_h"/>
                                          </p:val>
                                        </p:tav>
                                      </p:tavLst>
                                    </p:anim>
                                    <p:animEffect transition="in" filter="fade">
                                      <p:cBhvr>
                                        <p:cTn id="28" dur="500"/>
                                        <p:tgtEl>
                                          <p:spTgt spid="42"/>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left)">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53" presetClass="entr" presetSubtype="16" fill="hold" grpId="0" nodeType="clickEffect">
                                  <p:stCondLst>
                                    <p:cond delay="0"/>
                                  </p:stCondLst>
                                  <p:childTnLst>
                                    <p:set>
                                      <p:cBhvr>
                                        <p:cTn id="37" dur="1" fill="hold">
                                          <p:stCondLst>
                                            <p:cond delay="0"/>
                                          </p:stCondLst>
                                        </p:cTn>
                                        <p:tgtEl>
                                          <p:spTgt spid="46"/>
                                        </p:tgtEl>
                                        <p:attrNameLst>
                                          <p:attrName>style.visibility</p:attrName>
                                        </p:attrNameLst>
                                      </p:cBhvr>
                                      <p:to>
                                        <p:strVal val="visible"/>
                                      </p:to>
                                    </p:set>
                                    <p:anim calcmode="lin" valueType="num">
                                      <p:cBhvr>
                                        <p:cTn id="38" dur="500" fill="hold"/>
                                        <p:tgtEl>
                                          <p:spTgt spid="46"/>
                                        </p:tgtEl>
                                        <p:attrNameLst>
                                          <p:attrName>ppt_w</p:attrName>
                                        </p:attrNameLst>
                                      </p:cBhvr>
                                      <p:tavLst>
                                        <p:tav tm="0">
                                          <p:val>
                                            <p:fltVal val="0"/>
                                          </p:val>
                                        </p:tav>
                                        <p:tav tm="100000">
                                          <p:val>
                                            <p:strVal val="#ppt_w"/>
                                          </p:val>
                                        </p:tav>
                                      </p:tavLst>
                                    </p:anim>
                                    <p:anim calcmode="lin" valueType="num">
                                      <p:cBhvr>
                                        <p:cTn id="39" dur="500" fill="hold"/>
                                        <p:tgtEl>
                                          <p:spTgt spid="46"/>
                                        </p:tgtEl>
                                        <p:attrNameLst>
                                          <p:attrName>ppt_h</p:attrName>
                                        </p:attrNameLst>
                                      </p:cBhvr>
                                      <p:tavLst>
                                        <p:tav tm="0">
                                          <p:val>
                                            <p:fltVal val="0"/>
                                          </p:val>
                                        </p:tav>
                                        <p:tav tm="100000">
                                          <p:val>
                                            <p:strVal val="#ppt_h"/>
                                          </p:val>
                                        </p:tav>
                                      </p:tavLst>
                                    </p:anim>
                                    <p:animEffect transition="in" filter="fade">
                                      <p:cBhvr>
                                        <p:cTn id="40" dur="500"/>
                                        <p:tgtEl>
                                          <p:spTgt spid="46"/>
                                        </p:tgtEl>
                                      </p:cBhvr>
                                    </p:animEffect>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36"/>
                                        </p:tgtEl>
                                        <p:attrNameLst>
                                          <p:attrName>style.visibility</p:attrName>
                                        </p:attrNameLst>
                                      </p:cBhvr>
                                      <p:to>
                                        <p:strVal val="visible"/>
                                      </p:to>
                                    </p:set>
                                    <p:anim calcmode="lin" valueType="num">
                                      <p:cBhvr>
                                        <p:cTn id="45" dur="500" fill="hold"/>
                                        <p:tgtEl>
                                          <p:spTgt spid="36"/>
                                        </p:tgtEl>
                                        <p:attrNameLst>
                                          <p:attrName>ppt_w</p:attrName>
                                        </p:attrNameLst>
                                      </p:cBhvr>
                                      <p:tavLst>
                                        <p:tav tm="0">
                                          <p:val>
                                            <p:fltVal val="0"/>
                                          </p:val>
                                        </p:tav>
                                        <p:tav tm="100000">
                                          <p:val>
                                            <p:strVal val="#ppt_w"/>
                                          </p:val>
                                        </p:tav>
                                      </p:tavLst>
                                    </p:anim>
                                    <p:anim calcmode="lin" valueType="num">
                                      <p:cBhvr>
                                        <p:cTn id="46" dur="500" fill="hold"/>
                                        <p:tgtEl>
                                          <p:spTgt spid="36"/>
                                        </p:tgtEl>
                                        <p:attrNameLst>
                                          <p:attrName>ppt_h</p:attrName>
                                        </p:attrNameLst>
                                      </p:cBhvr>
                                      <p:tavLst>
                                        <p:tav tm="0">
                                          <p:val>
                                            <p:fltVal val="0"/>
                                          </p:val>
                                        </p:tav>
                                        <p:tav tm="100000">
                                          <p:val>
                                            <p:strVal val="#ppt_h"/>
                                          </p:val>
                                        </p:tav>
                                      </p:tavLst>
                                    </p:anim>
                                    <p:animEffect transition="in" filter="fade">
                                      <p:cBhvr>
                                        <p:cTn id="47" dur="500"/>
                                        <p:tgtEl>
                                          <p:spTgt spid="3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fade">
                                      <p:cBhvr>
                                        <p:cTn id="52" dur="500"/>
                                        <p:tgtEl>
                                          <p:spTgt spid="5"/>
                                        </p:tgtEl>
                                      </p:cBhvr>
                                    </p:animEffect>
                                  </p:childTnLst>
                                </p:cTn>
                              </p:par>
                              <p:par>
                                <p:cTn id="53" presetID="10" presetClass="entr" presetSubtype="0" fill="hold" nodeType="withEffect">
                                  <p:stCondLst>
                                    <p:cond delay="0"/>
                                  </p:stCondLst>
                                  <p:childTnLst>
                                    <p:set>
                                      <p:cBhvr>
                                        <p:cTn id="54" dur="1" fill="hold">
                                          <p:stCondLst>
                                            <p:cond delay="0"/>
                                          </p:stCondLst>
                                        </p:cTn>
                                        <p:tgtEl>
                                          <p:spTgt spid="1026"/>
                                        </p:tgtEl>
                                        <p:attrNameLst>
                                          <p:attrName>style.visibility</p:attrName>
                                        </p:attrNameLst>
                                      </p:cBhvr>
                                      <p:to>
                                        <p:strVal val="visible"/>
                                      </p:to>
                                    </p:set>
                                    <p:animEffect transition="in" filter="fade">
                                      <p:cBhvr>
                                        <p:cTn id="55" dur="500"/>
                                        <p:tgtEl>
                                          <p:spTgt spid="1026"/>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nodeType="clickEffect">
                                  <p:stCondLst>
                                    <p:cond delay="0"/>
                                  </p:stCondLst>
                                  <p:childTnLst>
                                    <p:set>
                                      <p:cBhvr>
                                        <p:cTn id="59" dur="1" fill="hold">
                                          <p:stCondLst>
                                            <p:cond delay="0"/>
                                          </p:stCondLst>
                                        </p:cTn>
                                        <p:tgtEl>
                                          <p:spTgt spid="4"/>
                                        </p:tgtEl>
                                        <p:attrNameLst>
                                          <p:attrName>style.visibility</p:attrName>
                                        </p:attrNameLst>
                                      </p:cBhvr>
                                      <p:to>
                                        <p:strVal val="visible"/>
                                      </p:to>
                                    </p:set>
                                    <p:animEffect transition="in" filter="wipe(down)">
                                      <p:cBhvr>
                                        <p:cTn id="60" dur="500"/>
                                        <p:tgtEl>
                                          <p:spTgt spid="4"/>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6"/>
                                        </p:tgtEl>
                                        <p:attrNameLst>
                                          <p:attrName>style.visibility</p:attrName>
                                        </p:attrNameLst>
                                      </p:cBhvr>
                                      <p:to>
                                        <p:strVal val="visible"/>
                                      </p:to>
                                    </p:set>
                                    <p:animEffect transition="in" filter="fade">
                                      <p:cBhvr>
                                        <p:cTn id="65" dur="500"/>
                                        <p:tgtEl>
                                          <p:spTgt spid="6"/>
                                        </p:tgtEl>
                                      </p:cBhvr>
                                    </p:animEffect>
                                  </p:childTnLst>
                                </p:cTn>
                              </p:par>
                              <p:par>
                                <p:cTn id="66" presetID="10" presetClass="entr" presetSubtype="0" fill="hold" nodeType="withEffect">
                                  <p:stCondLst>
                                    <p:cond delay="0"/>
                                  </p:stCondLst>
                                  <p:childTnLst>
                                    <p:set>
                                      <p:cBhvr>
                                        <p:cTn id="67" dur="1" fill="hold">
                                          <p:stCondLst>
                                            <p:cond delay="0"/>
                                          </p:stCondLst>
                                        </p:cTn>
                                        <p:tgtEl>
                                          <p:spTgt spid="1027"/>
                                        </p:tgtEl>
                                        <p:attrNameLst>
                                          <p:attrName>style.visibility</p:attrName>
                                        </p:attrNameLst>
                                      </p:cBhvr>
                                      <p:to>
                                        <p:strVal val="visible"/>
                                      </p:to>
                                    </p:set>
                                    <p:animEffect transition="in" filter="fade">
                                      <p:cBhvr>
                                        <p:cTn id="68" dur="500"/>
                                        <p:tgtEl>
                                          <p:spTgt spid="1027"/>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nodeType="clickEffect">
                                  <p:stCondLst>
                                    <p:cond delay="0"/>
                                  </p:stCondLst>
                                  <p:childTnLst>
                                    <p:set>
                                      <p:cBhvr>
                                        <p:cTn id="72" dur="1" fill="hold">
                                          <p:stCondLst>
                                            <p:cond delay="0"/>
                                          </p:stCondLst>
                                        </p:cTn>
                                        <p:tgtEl>
                                          <p:spTgt spid="68"/>
                                        </p:tgtEl>
                                        <p:attrNameLst>
                                          <p:attrName>style.visibility</p:attrName>
                                        </p:attrNameLst>
                                      </p:cBhvr>
                                      <p:to>
                                        <p:strVal val="visible"/>
                                      </p:to>
                                    </p:set>
                                    <p:animEffect transition="in" filter="wipe(down)">
                                      <p:cBhvr>
                                        <p:cTn id="73" dur="500"/>
                                        <p:tgtEl>
                                          <p:spTgt spid="68"/>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7"/>
                                        </p:tgtEl>
                                        <p:attrNameLst>
                                          <p:attrName>style.visibility</p:attrName>
                                        </p:attrNameLst>
                                      </p:cBhvr>
                                      <p:to>
                                        <p:strVal val="visible"/>
                                      </p:to>
                                    </p:set>
                                    <p:animEffect transition="in" filter="fade">
                                      <p:cBhvr>
                                        <p:cTn id="78" dur="500"/>
                                        <p:tgtEl>
                                          <p:spTgt spid="7"/>
                                        </p:tgtEl>
                                      </p:cBhvr>
                                    </p:animEffect>
                                  </p:childTnLst>
                                </p:cTn>
                              </p:par>
                              <p:par>
                                <p:cTn id="79" presetID="10" presetClass="entr" presetSubtype="0" fill="hold" nodeType="withEffect">
                                  <p:stCondLst>
                                    <p:cond delay="0"/>
                                  </p:stCondLst>
                                  <p:childTnLst>
                                    <p:set>
                                      <p:cBhvr>
                                        <p:cTn id="80" dur="1" fill="hold">
                                          <p:stCondLst>
                                            <p:cond delay="0"/>
                                          </p:stCondLst>
                                        </p:cTn>
                                        <p:tgtEl>
                                          <p:spTgt spid="1028"/>
                                        </p:tgtEl>
                                        <p:attrNameLst>
                                          <p:attrName>style.visibility</p:attrName>
                                        </p:attrNameLst>
                                      </p:cBhvr>
                                      <p:to>
                                        <p:strVal val="visible"/>
                                      </p:to>
                                    </p:set>
                                    <p:animEffect transition="in" filter="fade">
                                      <p:cBhvr>
                                        <p:cTn id="81" dur="500"/>
                                        <p:tgtEl>
                                          <p:spTgt spid="1028"/>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4" fill="hold" nodeType="clickEffect">
                                  <p:stCondLst>
                                    <p:cond delay="0"/>
                                  </p:stCondLst>
                                  <p:childTnLst>
                                    <p:set>
                                      <p:cBhvr>
                                        <p:cTn id="85" dur="1" fill="hold">
                                          <p:stCondLst>
                                            <p:cond delay="0"/>
                                          </p:stCondLst>
                                        </p:cTn>
                                        <p:tgtEl>
                                          <p:spTgt spid="69"/>
                                        </p:tgtEl>
                                        <p:attrNameLst>
                                          <p:attrName>style.visibility</p:attrName>
                                        </p:attrNameLst>
                                      </p:cBhvr>
                                      <p:to>
                                        <p:strVal val="visible"/>
                                      </p:to>
                                    </p:set>
                                    <p:animEffect transition="in" filter="wipe(down)">
                                      <p:cBhvr>
                                        <p:cTn id="86" dur="500"/>
                                        <p:tgtEl>
                                          <p:spTgt spid="69"/>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1029"/>
                                        </p:tgtEl>
                                        <p:attrNameLst>
                                          <p:attrName>style.visibility</p:attrName>
                                        </p:attrNameLst>
                                      </p:cBhvr>
                                      <p:to>
                                        <p:strVal val="visible"/>
                                      </p:to>
                                    </p:set>
                                    <p:animEffect transition="in" filter="fade">
                                      <p:cBhvr>
                                        <p:cTn id="91" dur="500"/>
                                        <p:tgtEl>
                                          <p:spTgt spid="1029"/>
                                        </p:tgtEl>
                                      </p:cBhvr>
                                    </p:animEffect>
                                  </p:childTnLst>
                                </p:cTn>
                              </p:par>
                              <p:par>
                                <p:cTn id="92" presetID="10" presetClass="entr" presetSubtype="0" fill="hold" nodeType="withEffect">
                                  <p:stCondLst>
                                    <p:cond delay="0"/>
                                  </p:stCondLst>
                                  <p:childTnLst>
                                    <p:set>
                                      <p:cBhvr>
                                        <p:cTn id="93" dur="1" fill="hold">
                                          <p:stCondLst>
                                            <p:cond delay="0"/>
                                          </p:stCondLst>
                                        </p:cTn>
                                        <p:tgtEl>
                                          <p:spTgt spid="8"/>
                                        </p:tgtEl>
                                        <p:attrNameLst>
                                          <p:attrName>style.visibility</p:attrName>
                                        </p:attrNameLst>
                                      </p:cBhvr>
                                      <p:to>
                                        <p:strVal val="visible"/>
                                      </p:to>
                                    </p:set>
                                    <p:animEffect transition="in" filter="fade">
                                      <p:cBhvr>
                                        <p:cTn id="94" dur="500"/>
                                        <p:tgtEl>
                                          <p:spTgt spid="8"/>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4" fill="hold" nodeType="clickEffect">
                                  <p:stCondLst>
                                    <p:cond delay="0"/>
                                  </p:stCondLst>
                                  <p:childTnLst>
                                    <p:set>
                                      <p:cBhvr>
                                        <p:cTn id="98" dur="1" fill="hold">
                                          <p:stCondLst>
                                            <p:cond delay="0"/>
                                          </p:stCondLst>
                                        </p:cTn>
                                        <p:tgtEl>
                                          <p:spTgt spid="66"/>
                                        </p:tgtEl>
                                        <p:attrNameLst>
                                          <p:attrName>style.visibility</p:attrName>
                                        </p:attrNameLst>
                                      </p:cBhvr>
                                      <p:to>
                                        <p:strVal val="visible"/>
                                      </p:to>
                                    </p:set>
                                    <p:animEffect transition="in" filter="wipe(down)">
                                      <p:cBhvr>
                                        <p:cTn id="99"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36" grpId="0"/>
      <p:bldP spid="71" grpId="0"/>
      <p:bldP spid="80" grpId="0"/>
      <p:bldP spid="4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1 Grupo"/>
          <p:cNvGrpSpPr/>
          <p:nvPr/>
        </p:nvGrpSpPr>
        <p:grpSpPr>
          <a:xfrm>
            <a:off x="491223" y="3434928"/>
            <a:ext cx="3925037" cy="1290697"/>
            <a:chOff x="496802" y="3426073"/>
            <a:chExt cx="3925037" cy="1290697"/>
          </a:xfrm>
        </p:grpSpPr>
        <p:sp>
          <p:nvSpPr>
            <p:cNvPr id="42" name="41 Rectángulo"/>
            <p:cNvSpPr/>
            <p:nvPr/>
          </p:nvSpPr>
          <p:spPr bwMode="auto">
            <a:xfrm>
              <a:off x="496802"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0" name="69 Rectángulo"/>
            <p:cNvSpPr/>
            <p:nvPr/>
          </p:nvSpPr>
          <p:spPr bwMode="auto">
            <a:xfrm>
              <a:off x="1282745"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1" name="70 Rectángulo"/>
            <p:cNvSpPr/>
            <p:nvPr/>
          </p:nvSpPr>
          <p:spPr bwMode="auto">
            <a:xfrm>
              <a:off x="2063542"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2" name="71 Rectángulo"/>
            <p:cNvSpPr/>
            <p:nvPr/>
          </p:nvSpPr>
          <p:spPr bwMode="auto">
            <a:xfrm>
              <a:off x="2846945"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3" name="Rectangle 3"/>
            <p:cNvSpPr txBox="1">
              <a:spLocks noChangeArrowheads="1"/>
            </p:cNvSpPr>
            <p:nvPr/>
          </p:nvSpPr>
          <p:spPr bwMode="auto">
            <a:xfrm>
              <a:off x="1609048" y="3426073"/>
              <a:ext cx="1728192"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err="1"/>
                <a:t>pollitos</a:t>
              </a:r>
              <a:endParaRPr lang="en-US" sz="1800" kern="0" dirty="0"/>
            </a:p>
          </p:txBody>
        </p:sp>
        <p:sp>
          <p:nvSpPr>
            <p:cNvPr id="74" name="73 Rectángulo"/>
            <p:cNvSpPr/>
            <p:nvPr/>
          </p:nvSpPr>
          <p:spPr bwMode="auto">
            <a:xfrm>
              <a:off x="3635896"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75" name="74 Grupo"/>
          <p:cNvGrpSpPr/>
          <p:nvPr/>
        </p:nvGrpSpPr>
        <p:grpSpPr>
          <a:xfrm>
            <a:off x="4762431" y="3434928"/>
            <a:ext cx="3925037" cy="1290697"/>
            <a:chOff x="496802" y="3426073"/>
            <a:chExt cx="3925037" cy="1290697"/>
          </a:xfrm>
        </p:grpSpPr>
        <p:sp>
          <p:nvSpPr>
            <p:cNvPr id="76" name="75 Rectángulo"/>
            <p:cNvSpPr/>
            <p:nvPr/>
          </p:nvSpPr>
          <p:spPr bwMode="auto">
            <a:xfrm>
              <a:off x="496802"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7" name="76 Rectángulo"/>
            <p:cNvSpPr/>
            <p:nvPr/>
          </p:nvSpPr>
          <p:spPr bwMode="auto">
            <a:xfrm>
              <a:off x="1282745"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8" name="77 Rectángulo"/>
            <p:cNvSpPr/>
            <p:nvPr/>
          </p:nvSpPr>
          <p:spPr bwMode="auto">
            <a:xfrm>
              <a:off x="2063542"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9" name="78 Rectángulo"/>
            <p:cNvSpPr/>
            <p:nvPr/>
          </p:nvSpPr>
          <p:spPr bwMode="auto">
            <a:xfrm>
              <a:off x="2846945"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80" name="Rectangle 3"/>
            <p:cNvSpPr txBox="1">
              <a:spLocks noChangeArrowheads="1"/>
            </p:cNvSpPr>
            <p:nvPr/>
          </p:nvSpPr>
          <p:spPr bwMode="auto">
            <a:xfrm>
              <a:off x="1609048" y="3426073"/>
              <a:ext cx="1728192"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err="1"/>
                <a:t>gallinas</a:t>
              </a:r>
              <a:endParaRPr lang="en-US" sz="1800" kern="0" dirty="0"/>
            </a:p>
          </p:txBody>
        </p:sp>
        <p:sp>
          <p:nvSpPr>
            <p:cNvPr id="81" name="80 Rectángulo"/>
            <p:cNvSpPr/>
            <p:nvPr/>
          </p:nvSpPr>
          <p:spPr bwMode="auto">
            <a:xfrm>
              <a:off x="3635896"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82" name="81 Grupo"/>
          <p:cNvGrpSpPr/>
          <p:nvPr/>
        </p:nvGrpSpPr>
        <p:grpSpPr>
          <a:xfrm>
            <a:off x="488415" y="4915383"/>
            <a:ext cx="3925037" cy="1290697"/>
            <a:chOff x="496802" y="3426073"/>
            <a:chExt cx="3925037" cy="1290697"/>
          </a:xfrm>
        </p:grpSpPr>
        <p:sp>
          <p:nvSpPr>
            <p:cNvPr id="83" name="82 Rectángulo"/>
            <p:cNvSpPr/>
            <p:nvPr/>
          </p:nvSpPr>
          <p:spPr bwMode="auto">
            <a:xfrm>
              <a:off x="496802"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84" name="83 Rectángulo"/>
            <p:cNvSpPr/>
            <p:nvPr/>
          </p:nvSpPr>
          <p:spPr bwMode="auto">
            <a:xfrm>
              <a:off x="1282745"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85" name="84 Rectángulo"/>
            <p:cNvSpPr/>
            <p:nvPr/>
          </p:nvSpPr>
          <p:spPr bwMode="auto">
            <a:xfrm>
              <a:off x="2063542"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86" name="85 Rectángulo"/>
            <p:cNvSpPr/>
            <p:nvPr/>
          </p:nvSpPr>
          <p:spPr bwMode="auto">
            <a:xfrm>
              <a:off x="2846945"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87" name="Rectangle 3"/>
            <p:cNvSpPr txBox="1">
              <a:spLocks noChangeArrowheads="1"/>
            </p:cNvSpPr>
            <p:nvPr/>
          </p:nvSpPr>
          <p:spPr bwMode="auto">
            <a:xfrm>
              <a:off x="1609048" y="3426073"/>
              <a:ext cx="1728192"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err="1"/>
                <a:t>gallos</a:t>
              </a:r>
              <a:endParaRPr lang="en-US" sz="1800" kern="0" dirty="0"/>
            </a:p>
          </p:txBody>
        </p:sp>
        <p:sp>
          <p:nvSpPr>
            <p:cNvPr id="88" name="87 Rectángulo"/>
            <p:cNvSpPr/>
            <p:nvPr/>
          </p:nvSpPr>
          <p:spPr bwMode="auto">
            <a:xfrm>
              <a:off x="3635896"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89" name="88 Grupo"/>
          <p:cNvGrpSpPr/>
          <p:nvPr/>
        </p:nvGrpSpPr>
        <p:grpSpPr>
          <a:xfrm>
            <a:off x="4759623" y="4915383"/>
            <a:ext cx="3925037" cy="1290697"/>
            <a:chOff x="496802" y="3426073"/>
            <a:chExt cx="3925037" cy="1290697"/>
          </a:xfrm>
        </p:grpSpPr>
        <p:sp>
          <p:nvSpPr>
            <p:cNvPr id="90" name="89 Rectángulo"/>
            <p:cNvSpPr/>
            <p:nvPr/>
          </p:nvSpPr>
          <p:spPr bwMode="auto">
            <a:xfrm>
              <a:off x="496802"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1" name="90 Rectángulo"/>
            <p:cNvSpPr/>
            <p:nvPr/>
          </p:nvSpPr>
          <p:spPr bwMode="auto">
            <a:xfrm>
              <a:off x="1282745"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2" name="91 Rectángulo"/>
            <p:cNvSpPr/>
            <p:nvPr/>
          </p:nvSpPr>
          <p:spPr bwMode="auto">
            <a:xfrm>
              <a:off x="2063542"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3" name="92 Rectángulo"/>
            <p:cNvSpPr/>
            <p:nvPr/>
          </p:nvSpPr>
          <p:spPr bwMode="auto">
            <a:xfrm>
              <a:off x="2846945"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4" name="Rectangle 3"/>
            <p:cNvSpPr txBox="1">
              <a:spLocks noChangeArrowheads="1"/>
            </p:cNvSpPr>
            <p:nvPr/>
          </p:nvSpPr>
          <p:spPr bwMode="auto">
            <a:xfrm>
              <a:off x="1609048" y="3426073"/>
              <a:ext cx="1728192"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err="1"/>
                <a:t>pavos</a:t>
              </a:r>
              <a:endParaRPr lang="en-US" sz="1800" kern="0" dirty="0"/>
            </a:p>
          </p:txBody>
        </p:sp>
        <p:sp>
          <p:nvSpPr>
            <p:cNvPr id="95" name="94 Rectángulo"/>
            <p:cNvSpPr/>
            <p:nvPr/>
          </p:nvSpPr>
          <p:spPr bwMode="auto">
            <a:xfrm>
              <a:off x="3635896"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pic>
        <p:nvPicPr>
          <p:cNvPr id="1026" name="Picture 2" descr="C:\Users\Raúl\Desktop\Pollito\pollito.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59596" y="1146652"/>
            <a:ext cx="439178" cy="576064"/>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2" descr="C:\Users\Raúl\Desktop\Pollito\pollito.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03190" y="1757426"/>
            <a:ext cx="439178" cy="576064"/>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3" descr="C:\Users\Raúl\Desktop\Pollito\gallina.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68504" y="1969258"/>
            <a:ext cx="529654" cy="728464"/>
          </a:xfrm>
          <a:prstGeom prst="rect">
            <a:avLst/>
          </a:prstGeom>
          <a:noFill/>
          <a:effectLst>
            <a:outerShdw blurRad="50800" dist="38100" dir="10800000" algn="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9" name="Picture 3" descr="C:\Users\Raúl\Desktop\Pollito\gallina.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34056" y="1358484"/>
            <a:ext cx="529654" cy="728464"/>
          </a:xfrm>
          <a:prstGeom prst="rect">
            <a:avLst/>
          </a:prstGeom>
          <a:noFill/>
          <a:effectLst>
            <a:outerShdw blurRad="50800" dist="38100" dir="10800000" algn="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50" name="Picture 3" descr="C:\Users\Raúl\Desktop\Pollito\gallina.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36642" y="1944725"/>
            <a:ext cx="529654" cy="728464"/>
          </a:xfrm>
          <a:prstGeom prst="rect">
            <a:avLst/>
          </a:prstGeom>
          <a:noFill/>
          <a:effectLst>
            <a:outerShdw blurRad="50800" dist="38100" dir="10800000" algn="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51" name="Picture 4" descr="C:\Users\Raúl\Desktop\Pollito\gallo.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92198" y="2114686"/>
            <a:ext cx="838580" cy="728464"/>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5" descr="C:\Users\Raúl\Desktop\Pollito\pavo.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11488" y="1187147"/>
            <a:ext cx="686928" cy="591725"/>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5" descr="C:\Users\Raúl\Desktop\Pollito\pavo.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405352" y="1648862"/>
            <a:ext cx="686928" cy="591725"/>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5" descr="C:\Users\Raúl\Desktop\Pollito\pavo.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51922" y="2240587"/>
            <a:ext cx="686928" cy="591725"/>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5" descr="C:\Users\Raúl\Desktop\Pollito\pavo.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286853" y="935277"/>
            <a:ext cx="686928" cy="591725"/>
          </a:xfrm>
          <a:prstGeom prst="rect">
            <a:avLst/>
          </a:prstGeom>
          <a:noFill/>
          <a:extLst>
            <a:ext uri="{909E8E84-426E-40DD-AFC4-6F175D3DCCD1}">
              <a14:hiddenFill xmlns:a14="http://schemas.microsoft.com/office/drawing/2010/main">
                <a:solidFill>
                  <a:srgbClr val="FFFFFF"/>
                </a:solidFill>
              </a14:hiddenFill>
            </a:ext>
          </a:extLst>
        </p:spPr>
      </p:pic>
      <p:sp>
        <p:nvSpPr>
          <p:cNvPr id="43" name="1 Título"/>
          <p:cNvSpPr txBox="1">
            <a:spLocks/>
          </p:cNvSpPr>
          <p:nvPr/>
        </p:nvSpPr>
        <p:spPr bwMode="white">
          <a:xfrm>
            <a:off x="614933" y="9134"/>
            <a:ext cx="7989515"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ctr" anchorCtr="0" compatLnSpc="1">
            <a:prstTxWarp prst="textNoShape">
              <a:avLst/>
            </a:prstTxWarp>
          </a:bodyPr>
          <a:lstStyle>
            <a:lvl1pPr algn="ctr" defTabSz="957263" rtl="0" fontAlgn="base">
              <a:spcBef>
                <a:spcPct val="0"/>
              </a:spcBef>
              <a:spcAft>
                <a:spcPct val="0"/>
              </a:spcAft>
              <a:defRPr sz="2900" b="1">
                <a:solidFill>
                  <a:schemeClr val="bg1"/>
                </a:solidFill>
                <a:latin typeface="+mj-lt"/>
                <a:ea typeface="+mj-ea"/>
                <a:cs typeface="+mj-cs"/>
              </a:defRPr>
            </a:lvl1pPr>
            <a:lvl2pPr algn="ctr" defTabSz="957263" rtl="0" fontAlgn="base">
              <a:spcBef>
                <a:spcPct val="0"/>
              </a:spcBef>
              <a:spcAft>
                <a:spcPct val="0"/>
              </a:spcAft>
              <a:defRPr sz="2900" b="1">
                <a:solidFill>
                  <a:schemeClr val="bg1"/>
                </a:solidFill>
                <a:latin typeface="Arial" charset="0"/>
              </a:defRPr>
            </a:lvl2pPr>
            <a:lvl3pPr algn="ctr" defTabSz="957263" rtl="0" fontAlgn="base">
              <a:spcBef>
                <a:spcPct val="0"/>
              </a:spcBef>
              <a:spcAft>
                <a:spcPct val="0"/>
              </a:spcAft>
              <a:defRPr sz="2900" b="1">
                <a:solidFill>
                  <a:schemeClr val="bg1"/>
                </a:solidFill>
                <a:latin typeface="Arial" charset="0"/>
              </a:defRPr>
            </a:lvl3pPr>
            <a:lvl4pPr algn="ctr" defTabSz="957263" rtl="0" fontAlgn="base">
              <a:spcBef>
                <a:spcPct val="0"/>
              </a:spcBef>
              <a:spcAft>
                <a:spcPct val="0"/>
              </a:spcAft>
              <a:defRPr sz="2900" b="1">
                <a:solidFill>
                  <a:schemeClr val="bg1"/>
                </a:solidFill>
                <a:latin typeface="Arial" charset="0"/>
              </a:defRPr>
            </a:lvl4pPr>
            <a:lvl5pPr algn="ctr" defTabSz="957263" rtl="0" fontAlgn="base">
              <a:spcBef>
                <a:spcPct val="0"/>
              </a:spcBef>
              <a:spcAft>
                <a:spcPct val="0"/>
              </a:spcAft>
              <a:defRPr sz="2900" b="1">
                <a:solidFill>
                  <a:schemeClr val="bg1"/>
                </a:solidFill>
                <a:latin typeface="Arial" charset="0"/>
              </a:defRPr>
            </a:lvl5pPr>
            <a:lvl6pPr marL="457200" algn="ctr" defTabSz="957263" rtl="0" eaLnBrk="1" fontAlgn="base" hangingPunct="1">
              <a:spcBef>
                <a:spcPct val="0"/>
              </a:spcBef>
              <a:spcAft>
                <a:spcPct val="0"/>
              </a:spcAft>
              <a:defRPr sz="2900" b="1">
                <a:solidFill>
                  <a:schemeClr val="bg1"/>
                </a:solidFill>
                <a:latin typeface="Arial" charset="0"/>
              </a:defRPr>
            </a:lvl6pPr>
            <a:lvl7pPr marL="914400" algn="ctr" defTabSz="957263" rtl="0" eaLnBrk="1" fontAlgn="base" hangingPunct="1">
              <a:spcBef>
                <a:spcPct val="0"/>
              </a:spcBef>
              <a:spcAft>
                <a:spcPct val="0"/>
              </a:spcAft>
              <a:defRPr sz="2900" b="1">
                <a:solidFill>
                  <a:schemeClr val="bg1"/>
                </a:solidFill>
                <a:latin typeface="Arial" charset="0"/>
              </a:defRPr>
            </a:lvl7pPr>
            <a:lvl8pPr marL="1371600" algn="ctr" defTabSz="957263" rtl="0" eaLnBrk="1" fontAlgn="base" hangingPunct="1">
              <a:spcBef>
                <a:spcPct val="0"/>
              </a:spcBef>
              <a:spcAft>
                <a:spcPct val="0"/>
              </a:spcAft>
              <a:defRPr sz="2900" b="1">
                <a:solidFill>
                  <a:schemeClr val="bg1"/>
                </a:solidFill>
                <a:latin typeface="Arial" charset="0"/>
              </a:defRPr>
            </a:lvl8pPr>
            <a:lvl9pPr marL="1828800" algn="ctr" defTabSz="957263" rtl="0" eaLnBrk="1" fontAlgn="base" hangingPunct="1">
              <a:spcBef>
                <a:spcPct val="0"/>
              </a:spcBef>
              <a:spcAft>
                <a:spcPct val="0"/>
              </a:spcAft>
              <a:defRPr sz="2900" b="1">
                <a:solidFill>
                  <a:schemeClr val="bg1"/>
                </a:solidFill>
                <a:latin typeface="Arial" charset="0"/>
              </a:defRPr>
            </a:lvl9pPr>
          </a:lstStyle>
          <a:p>
            <a:r>
              <a:rPr lang="es-ES" kern="0" dirty="0"/>
              <a:t>Inconvenientes</a:t>
            </a:r>
          </a:p>
        </p:txBody>
      </p:sp>
    </p:spTree>
    <p:extLst>
      <p:ext uri="{BB962C8B-B14F-4D97-AF65-F5344CB8AC3E}">
        <p14:creationId xmlns:p14="http://schemas.microsoft.com/office/powerpoint/2010/main" val="133490850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75"/>
                                        </p:tgtEl>
                                        <p:attrNameLst>
                                          <p:attrName>style.visibility</p:attrName>
                                        </p:attrNameLst>
                                      </p:cBhvr>
                                      <p:to>
                                        <p:strVal val="visible"/>
                                      </p:to>
                                    </p:set>
                                    <p:animEffect transition="in" filter="fade">
                                      <p:cBhvr>
                                        <p:cTn id="10" dur="500"/>
                                        <p:tgtEl>
                                          <p:spTgt spid="75"/>
                                        </p:tgtEl>
                                      </p:cBhvr>
                                    </p:animEffect>
                                  </p:childTnLst>
                                </p:cTn>
                              </p:par>
                              <p:par>
                                <p:cTn id="11" presetID="10" presetClass="entr" presetSubtype="0" fill="hold" nodeType="withEffect">
                                  <p:stCondLst>
                                    <p:cond delay="0"/>
                                  </p:stCondLst>
                                  <p:childTnLst>
                                    <p:set>
                                      <p:cBhvr>
                                        <p:cTn id="12" dur="1" fill="hold">
                                          <p:stCondLst>
                                            <p:cond delay="0"/>
                                          </p:stCondLst>
                                        </p:cTn>
                                        <p:tgtEl>
                                          <p:spTgt spid="82"/>
                                        </p:tgtEl>
                                        <p:attrNameLst>
                                          <p:attrName>style.visibility</p:attrName>
                                        </p:attrNameLst>
                                      </p:cBhvr>
                                      <p:to>
                                        <p:strVal val="visible"/>
                                      </p:to>
                                    </p:set>
                                    <p:animEffect transition="in" filter="fade">
                                      <p:cBhvr>
                                        <p:cTn id="13" dur="500"/>
                                        <p:tgtEl>
                                          <p:spTgt spid="82"/>
                                        </p:tgtEl>
                                      </p:cBhvr>
                                    </p:animEffect>
                                  </p:childTnLst>
                                </p:cTn>
                              </p:par>
                              <p:par>
                                <p:cTn id="14" presetID="10" presetClass="entr" presetSubtype="0" fill="hold" nodeType="withEffect">
                                  <p:stCondLst>
                                    <p:cond delay="0"/>
                                  </p:stCondLst>
                                  <p:childTnLst>
                                    <p:set>
                                      <p:cBhvr>
                                        <p:cTn id="15" dur="1" fill="hold">
                                          <p:stCondLst>
                                            <p:cond delay="0"/>
                                          </p:stCondLst>
                                        </p:cTn>
                                        <p:tgtEl>
                                          <p:spTgt spid="89"/>
                                        </p:tgtEl>
                                        <p:attrNameLst>
                                          <p:attrName>style.visibility</p:attrName>
                                        </p:attrNameLst>
                                      </p:cBhvr>
                                      <p:to>
                                        <p:strVal val="visible"/>
                                      </p:to>
                                    </p:set>
                                    <p:animEffect transition="in" filter="fade">
                                      <p:cBhvr>
                                        <p:cTn id="16" dur="500"/>
                                        <p:tgtEl>
                                          <p:spTgt spid="89"/>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path" presetSubtype="0" accel="50000" decel="50000" fill="hold" nodeType="clickEffect">
                                  <p:stCondLst>
                                    <p:cond delay="0"/>
                                  </p:stCondLst>
                                  <p:childTnLst>
                                    <p:animMotion origin="layout" path="M -3.05556E-6 1.85185E-6 L -0.1118 0.32778 " pathEditMode="relative" rAng="0" ptsTypes="AA">
                                      <p:cBhvr>
                                        <p:cTn id="20" dur="500" fill="hold"/>
                                        <p:tgtEl>
                                          <p:spTgt spid="47"/>
                                        </p:tgtEl>
                                        <p:attrNameLst>
                                          <p:attrName>ppt_x</p:attrName>
                                          <p:attrName>ppt_y</p:attrName>
                                        </p:attrNameLst>
                                      </p:cBhvr>
                                      <p:rCtr x="-5590" y="16389"/>
                                    </p:animMotion>
                                  </p:childTnLst>
                                </p:cTn>
                              </p:par>
                              <p:par>
                                <p:cTn id="21" presetID="42" presetClass="path" presetSubtype="0" accel="50000" decel="50000" fill="hold" nodeType="withEffect">
                                  <p:stCondLst>
                                    <p:cond delay="0"/>
                                  </p:stCondLst>
                                  <p:childTnLst>
                                    <p:animMotion origin="layout" path="M 3.05556E-6 2.22222E-6 L -0.30469 0.4169 " pathEditMode="relative" rAng="0" ptsTypes="AA">
                                      <p:cBhvr>
                                        <p:cTn id="22" dur="500" fill="hold"/>
                                        <p:tgtEl>
                                          <p:spTgt spid="1026"/>
                                        </p:tgtEl>
                                        <p:attrNameLst>
                                          <p:attrName>ppt_x</p:attrName>
                                          <p:attrName>ppt_y</p:attrName>
                                        </p:attrNameLst>
                                      </p:cBhvr>
                                      <p:rCtr x="-15243" y="20833"/>
                                    </p:animMotion>
                                  </p:childTnLst>
                                </p:cTn>
                              </p:par>
                            </p:childTnLst>
                          </p:cTn>
                        </p:par>
                        <p:par>
                          <p:cTn id="23" fill="hold">
                            <p:stCondLst>
                              <p:cond delay="500"/>
                            </p:stCondLst>
                            <p:childTnLst>
                              <p:par>
                                <p:cTn id="24" presetID="42" presetClass="path" presetSubtype="0" accel="50000" decel="50000" fill="hold" nodeType="afterEffect">
                                  <p:stCondLst>
                                    <p:cond delay="0"/>
                                  </p:stCondLst>
                                  <p:childTnLst>
                                    <p:animMotion origin="layout" path="M -3.88889E-6 2.59259E-6 L 0.24601 0.37477 " pathEditMode="relative" rAng="0" ptsTypes="AA">
                                      <p:cBhvr>
                                        <p:cTn id="25" dur="500" fill="hold"/>
                                        <p:tgtEl>
                                          <p:spTgt spid="49"/>
                                        </p:tgtEl>
                                        <p:attrNameLst>
                                          <p:attrName>ppt_x</p:attrName>
                                          <p:attrName>ppt_y</p:attrName>
                                        </p:attrNameLst>
                                      </p:cBhvr>
                                      <p:rCtr x="12292" y="18727"/>
                                    </p:animMotion>
                                  </p:childTnLst>
                                </p:cTn>
                              </p:par>
                              <p:par>
                                <p:cTn id="26" presetID="42" presetClass="path" presetSubtype="0" accel="50000" decel="50000" fill="hold" nodeType="withEffect">
                                  <p:stCondLst>
                                    <p:cond delay="0"/>
                                  </p:stCondLst>
                                  <p:childTnLst>
                                    <p:animMotion origin="layout" path="M 1.66667E-6 3.7037E-6 L 0.21944 0.28588 " pathEditMode="relative" rAng="0" ptsTypes="AA">
                                      <p:cBhvr>
                                        <p:cTn id="27" dur="500" fill="hold"/>
                                        <p:tgtEl>
                                          <p:spTgt spid="48"/>
                                        </p:tgtEl>
                                        <p:attrNameLst>
                                          <p:attrName>ppt_x</p:attrName>
                                          <p:attrName>ppt_y</p:attrName>
                                        </p:attrNameLst>
                                      </p:cBhvr>
                                      <p:rCtr x="10972" y="14282"/>
                                    </p:animMotion>
                                  </p:childTnLst>
                                </p:cTn>
                              </p:par>
                              <p:par>
                                <p:cTn id="28" presetID="42" presetClass="path" presetSubtype="0" accel="50000" decel="50000" fill="hold" nodeType="withEffect">
                                  <p:stCondLst>
                                    <p:cond delay="0"/>
                                  </p:stCondLst>
                                  <p:childTnLst>
                                    <p:animMotion origin="layout" path="M 2.5E-6 -4.07407E-6 L 0.06909 0.28936 " pathEditMode="relative" rAng="0" ptsTypes="AA">
                                      <p:cBhvr>
                                        <p:cTn id="29" dur="500" fill="hold"/>
                                        <p:tgtEl>
                                          <p:spTgt spid="50"/>
                                        </p:tgtEl>
                                        <p:attrNameLst>
                                          <p:attrName>ppt_x</p:attrName>
                                          <p:attrName>ppt_y</p:attrName>
                                        </p:attrNameLst>
                                      </p:cBhvr>
                                      <p:rCtr x="3455" y="14468"/>
                                    </p:animMotion>
                                  </p:childTnLst>
                                </p:cTn>
                              </p:par>
                            </p:childTnLst>
                          </p:cTn>
                        </p:par>
                        <p:par>
                          <p:cTn id="30" fill="hold">
                            <p:stCondLst>
                              <p:cond delay="1000"/>
                            </p:stCondLst>
                            <p:childTnLst>
                              <p:par>
                                <p:cTn id="31" presetID="42" presetClass="path" presetSubtype="0" accel="50000" decel="50000" fill="hold" nodeType="afterEffect">
                                  <p:stCondLst>
                                    <p:cond delay="0"/>
                                  </p:stCondLst>
                                  <p:childTnLst>
                                    <p:animMotion origin="layout" path="M -2.77778E-6 -2.59259E-6 L -0.43871 0.48519 " pathEditMode="relative" rAng="0" ptsTypes="AA">
                                      <p:cBhvr>
                                        <p:cTn id="32" dur="500" fill="hold"/>
                                        <p:tgtEl>
                                          <p:spTgt spid="51"/>
                                        </p:tgtEl>
                                        <p:attrNameLst>
                                          <p:attrName>ppt_x</p:attrName>
                                          <p:attrName>ppt_y</p:attrName>
                                        </p:attrNameLst>
                                      </p:cBhvr>
                                      <p:rCtr x="-21944" y="24259"/>
                                    </p:animMotion>
                                  </p:childTnLst>
                                </p:cTn>
                              </p:par>
                            </p:childTnLst>
                          </p:cTn>
                        </p:par>
                        <p:par>
                          <p:cTn id="33" fill="hold">
                            <p:stCondLst>
                              <p:cond delay="1500"/>
                            </p:stCondLst>
                            <p:childTnLst>
                              <p:par>
                                <p:cTn id="34" presetID="42" presetClass="path" presetSubtype="0" accel="50000" decel="50000" fill="hold" nodeType="afterEffect">
                                  <p:stCondLst>
                                    <p:cond delay="0"/>
                                  </p:stCondLst>
                                  <p:childTnLst>
                                    <p:animMotion origin="layout" path="M 8.33333E-7 4.07407E-6 L 0.25729 0.47685 " pathEditMode="relative" rAng="0" ptsTypes="AA">
                                      <p:cBhvr>
                                        <p:cTn id="35" dur="500" fill="hold"/>
                                        <p:tgtEl>
                                          <p:spTgt spid="64"/>
                                        </p:tgtEl>
                                        <p:attrNameLst>
                                          <p:attrName>ppt_x</p:attrName>
                                          <p:attrName>ppt_y</p:attrName>
                                        </p:attrNameLst>
                                      </p:cBhvr>
                                      <p:rCtr x="12865" y="23843"/>
                                    </p:animMotion>
                                  </p:childTnLst>
                                </p:cTn>
                              </p:par>
                              <p:par>
                                <p:cTn id="36" presetID="42" presetClass="path" presetSubtype="0" accel="50000" decel="50000" fill="hold" nodeType="withEffect">
                                  <p:stCondLst>
                                    <p:cond delay="0"/>
                                  </p:stCondLst>
                                  <p:childTnLst>
                                    <p:animMotion origin="layout" path="M 5E-6 1.85185E-6 L 0.25278 0.66713 " pathEditMode="relative" rAng="0" ptsTypes="AA">
                                      <p:cBhvr>
                                        <p:cTn id="37" dur="500" fill="hold"/>
                                        <p:tgtEl>
                                          <p:spTgt spid="67"/>
                                        </p:tgtEl>
                                        <p:attrNameLst>
                                          <p:attrName>ppt_x</p:attrName>
                                          <p:attrName>ppt_y</p:attrName>
                                        </p:attrNameLst>
                                      </p:cBhvr>
                                      <p:rCtr x="12639" y="33356"/>
                                    </p:animMotion>
                                  </p:childTnLst>
                                </p:cTn>
                              </p:par>
                              <p:par>
                                <p:cTn id="38" presetID="42" presetClass="path" presetSubtype="0" accel="50000" decel="50000" fill="hold" nodeType="withEffect">
                                  <p:stCondLst>
                                    <p:cond delay="0"/>
                                  </p:stCondLst>
                                  <p:childTnLst>
                                    <p:animMotion origin="layout" path="M -2.77778E-6 -3.7037E-6 L 0.15365 0.63033 " pathEditMode="relative" rAng="0" ptsTypes="AA">
                                      <p:cBhvr>
                                        <p:cTn id="39" dur="500" fill="hold"/>
                                        <p:tgtEl>
                                          <p:spTgt spid="52"/>
                                        </p:tgtEl>
                                        <p:attrNameLst>
                                          <p:attrName>ppt_x</p:attrName>
                                          <p:attrName>ppt_y</p:attrName>
                                        </p:attrNameLst>
                                      </p:cBhvr>
                                      <p:rCtr x="7674" y="31505"/>
                                    </p:animMotion>
                                  </p:childTnLst>
                                </p:cTn>
                              </p:par>
                              <p:par>
                                <p:cTn id="40" presetID="42" presetClass="path" presetSubtype="0" accel="50000" decel="50000" fill="hold" nodeType="withEffect">
                                  <p:stCondLst>
                                    <p:cond delay="0"/>
                                  </p:stCondLst>
                                  <p:childTnLst>
                                    <p:animMotion origin="layout" path="M -8.33333E-7 -4.81481E-6 L 0.0849 0.56297 " pathEditMode="relative" rAng="0" ptsTypes="AA">
                                      <p:cBhvr>
                                        <p:cTn id="41" dur="500" fill="hold"/>
                                        <p:tgtEl>
                                          <p:spTgt spid="53"/>
                                        </p:tgtEl>
                                        <p:attrNameLst>
                                          <p:attrName>ppt_x</p:attrName>
                                          <p:attrName>ppt_y</p:attrName>
                                        </p:attrNameLst>
                                      </p:cBhvr>
                                      <p:rCtr x="4236" y="2814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3" name="42 Grupo"/>
          <p:cNvGrpSpPr/>
          <p:nvPr/>
        </p:nvGrpSpPr>
        <p:grpSpPr>
          <a:xfrm>
            <a:off x="2518305" y="692696"/>
            <a:ext cx="3853895" cy="5569204"/>
            <a:chOff x="435877" y="812124"/>
            <a:chExt cx="3853895" cy="5569204"/>
          </a:xfrm>
        </p:grpSpPr>
        <p:sp>
          <p:nvSpPr>
            <p:cNvPr id="44" name="43 Rectángulo"/>
            <p:cNvSpPr/>
            <p:nvPr/>
          </p:nvSpPr>
          <p:spPr bwMode="auto">
            <a:xfrm>
              <a:off x="435877" y="1247099"/>
              <a:ext cx="3853895" cy="5134229"/>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5" name="Rectangle 3"/>
            <p:cNvSpPr txBox="1">
              <a:spLocks noChangeArrowheads="1"/>
            </p:cNvSpPr>
            <p:nvPr/>
          </p:nvSpPr>
          <p:spPr bwMode="auto">
            <a:xfrm>
              <a:off x="795917" y="812124"/>
              <a:ext cx="3109044"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a:t>Test</a:t>
              </a:r>
            </a:p>
          </p:txBody>
        </p:sp>
      </p:grpSp>
      <p:sp>
        <p:nvSpPr>
          <p:cNvPr id="117" name="1 Título"/>
          <p:cNvSpPr>
            <a:spLocks noGrp="1"/>
          </p:cNvSpPr>
          <p:nvPr>
            <p:ph type="title"/>
          </p:nvPr>
        </p:nvSpPr>
        <p:spPr>
          <a:xfrm>
            <a:off x="542924" y="53975"/>
            <a:ext cx="7989515" cy="563563"/>
          </a:xfrm>
        </p:spPr>
        <p:txBody>
          <a:bodyPr/>
          <a:lstStyle/>
          <a:p>
            <a:r>
              <a:rPr lang="es-ES" dirty="0"/>
              <a:t>Inconvenientes</a:t>
            </a:r>
          </a:p>
        </p:txBody>
      </p:sp>
      <p:sp>
        <p:nvSpPr>
          <p:cNvPr id="46" name="Rectangle 3"/>
          <p:cNvSpPr txBox="1">
            <a:spLocks noChangeArrowheads="1"/>
          </p:cNvSpPr>
          <p:nvPr/>
        </p:nvSpPr>
        <p:spPr bwMode="auto">
          <a:xfrm>
            <a:off x="2649622" y="1221340"/>
            <a:ext cx="3722578" cy="5040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chemeClr val="bg2">
                    <a:lumMod val="50000"/>
                  </a:schemeClr>
                </a:solidFill>
                <a:latin typeface="Adobe Fan Heiti Std B" pitchFamily="34" charset="-128"/>
                <a:ea typeface="Adobe Fan Heiti Std B" pitchFamily="34" charset="-128"/>
              </a:rPr>
              <a:t>public</a:t>
            </a:r>
            <a:r>
              <a:rPr lang="en-US" sz="1400" kern="0" dirty="0">
                <a:latin typeface="Adobe Fan Heiti Std B" pitchFamily="34" charset="-128"/>
                <a:ea typeface="Adobe Fan Heiti Std B" pitchFamily="34" charset="-128"/>
              </a:rPr>
              <a:t> class Test {    </a:t>
            </a:r>
          </a:p>
          <a:p>
            <a:pPr marL="0" indent="0">
              <a:buNone/>
            </a:pPr>
            <a:r>
              <a:rPr lang="en-US" sz="1400" kern="0" dirty="0">
                <a:latin typeface="Adobe Fan Heiti Std B" pitchFamily="34" charset="-128"/>
                <a:ea typeface="Adobe Fan Heiti Std B" pitchFamily="34" charset="-128"/>
              </a:rPr>
              <a:t> </a:t>
            </a:r>
          </a:p>
          <a:p>
            <a:pPr marL="0" indent="0">
              <a:buNone/>
            </a:pPr>
            <a:r>
              <a:rPr lang="en-US" sz="1400" kern="0" dirty="0">
                <a:latin typeface="Adobe Fan Heiti Std B" pitchFamily="34" charset="-128"/>
                <a:ea typeface="Adobe Fan Heiti Std B" pitchFamily="34" charset="-128"/>
              </a:rPr>
              <a:t>   </a:t>
            </a:r>
            <a:r>
              <a:rPr lang="en-US" sz="1400" kern="0" dirty="0">
                <a:solidFill>
                  <a:schemeClr val="bg2">
                    <a:lumMod val="50000"/>
                  </a:schemeClr>
                </a:solidFill>
                <a:latin typeface="Adobe Fan Heiti Std B" pitchFamily="34" charset="-128"/>
                <a:ea typeface="Adobe Fan Heiti Std B" pitchFamily="34" charset="-128"/>
              </a:rPr>
              <a:t> public </a:t>
            </a:r>
            <a:r>
              <a:rPr lang="en-US" sz="1400" kern="0" dirty="0">
                <a:solidFill>
                  <a:srgbClr val="FF0000"/>
                </a:solidFill>
                <a:latin typeface="Adobe Fan Heiti Std B" pitchFamily="34" charset="-128"/>
                <a:ea typeface="Adobe Fan Heiti Std B" pitchFamily="34" charset="-128"/>
              </a:rPr>
              <a:t>void main (...) </a:t>
            </a:r>
            <a:r>
              <a:rPr lang="en-US" sz="1400" kern="0" dirty="0">
                <a:latin typeface="Adobe Fan Heiti Std B" pitchFamily="34" charset="-128"/>
                <a:ea typeface="Adobe Fan Heiti Std B" pitchFamily="34" charset="-128"/>
              </a:rPr>
              <a:t>{ ... }    </a:t>
            </a: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r>
              <a:rPr lang="en-US" sz="1400" kern="0" dirty="0">
                <a:solidFill>
                  <a:schemeClr val="bg2">
                    <a:lumMod val="50000"/>
                  </a:schemeClr>
                </a:solidFill>
                <a:latin typeface="Adobe Fan Heiti Std B" pitchFamily="34" charset="-128"/>
                <a:ea typeface="Adobe Fan Heiti Std B" pitchFamily="34" charset="-128"/>
              </a:rPr>
              <a:t>    public void suma1año</a:t>
            </a:r>
            <a:r>
              <a:rPr lang="en-US" sz="1400" kern="0" dirty="0">
                <a:solidFill>
                  <a:srgbClr val="FF0000"/>
                </a:solidFill>
                <a:latin typeface="Adobe Fan Heiti Std B" pitchFamily="34" charset="-128"/>
                <a:ea typeface="Adobe Fan Heiti Std B" pitchFamily="34" charset="-128"/>
              </a:rPr>
              <a:t>( </a:t>
            </a:r>
            <a:r>
              <a:rPr lang="en-US" sz="1400" kern="0" dirty="0" err="1">
                <a:solidFill>
                  <a:schemeClr val="accent1"/>
                </a:solidFill>
                <a:latin typeface="Adobe Fan Heiti Std B" pitchFamily="34" charset="-128"/>
                <a:ea typeface="Adobe Fan Heiti Std B" pitchFamily="34" charset="-128"/>
              </a:rPr>
              <a:t>Pollito</a:t>
            </a:r>
            <a:r>
              <a:rPr lang="en-US" sz="1400" kern="0" dirty="0">
                <a:solidFill>
                  <a:srgbClr val="FF0000"/>
                </a:solidFill>
                <a:latin typeface="Adobe Fan Heiti Std B" pitchFamily="34" charset="-128"/>
                <a:ea typeface="Adobe Fan Heiti Std B" pitchFamily="34" charset="-128"/>
              </a:rPr>
              <a:t> </a:t>
            </a:r>
            <a:r>
              <a:rPr lang="en-US" sz="1400" kern="0" dirty="0" err="1">
                <a:solidFill>
                  <a:srgbClr val="000000"/>
                </a:solidFill>
                <a:latin typeface="Adobe Fan Heiti Std B" pitchFamily="34" charset="-128"/>
                <a:ea typeface="Adobe Fan Heiti Std B" pitchFamily="34" charset="-128"/>
              </a:rPr>
              <a:t>pollito</a:t>
            </a:r>
            <a:r>
              <a:rPr lang="en-US" sz="1400" kern="0" dirty="0">
                <a:solidFill>
                  <a:srgbClr val="FF0000"/>
                </a:solidFill>
                <a:latin typeface="Adobe Fan Heiti Std B" pitchFamily="34" charset="-128"/>
                <a:ea typeface="Adobe Fan Heiti Std B" pitchFamily="34" charset="-128"/>
              </a:rPr>
              <a:t>)</a:t>
            </a:r>
            <a:r>
              <a:rPr lang="en-US" sz="1400" kern="0" dirty="0">
                <a:latin typeface="Adobe Fan Heiti Std B" pitchFamily="34" charset="-128"/>
                <a:ea typeface="Adobe Fan Heiti Std B" pitchFamily="34" charset="-128"/>
              </a:rPr>
              <a:t> {</a:t>
            </a:r>
          </a:p>
          <a:p>
            <a:pPr marL="0" indent="0">
              <a:buNone/>
            </a:pPr>
            <a:r>
              <a:rPr lang="en-US" sz="1400" kern="0" dirty="0">
                <a:solidFill>
                  <a:schemeClr val="accent1"/>
                </a:solidFill>
                <a:latin typeface="Adobe Fan Heiti Std B" pitchFamily="34" charset="-128"/>
                <a:ea typeface="Adobe Fan Heiti Std B" pitchFamily="34" charset="-128"/>
              </a:rPr>
              <a:t>        </a:t>
            </a:r>
            <a:r>
              <a:rPr lang="en-US" sz="1400" kern="0" dirty="0" err="1">
                <a:solidFill>
                  <a:schemeClr val="accent1"/>
                </a:solidFill>
                <a:latin typeface="Adobe Fan Heiti Std B" pitchFamily="34" charset="-128"/>
                <a:ea typeface="Adobe Fan Heiti Std B" pitchFamily="34" charset="-128"/>
              </a:rPr>
              <a:t>int</a:t>
            </a:r>
            <a:r>
              <a:rPr lang="en-US" sz="1400" kern="0" dirty="0">
                <a:solidFill>
                  <a:schemeClr val="accent1"/>
                </a:solidFill>
                <a:latin typeface="Adobe Fan Heiti Std B" pitchFamily="34" charset="-128"/>
                <a:ea typeface="Adobe Fan Heiti Std B" pitchFamily="34" charset="-128"/>
              </a:rPr>
              <a:t> </a:t>
            </a:r>
            <a:r>
              <a:rPr lang="en-US" sz="1400" kern="0" dirty="0" err="1">
                <a:latin typeface="Adobe Fan Heiti Std B" pitchFamily="34" charset="-128"/>
                <a:ea typeface="Adobe Fan Heiti Std B" pitchFamily="34" charset="-128"/>
              </a:rPr>
              <a:t>edad</a:t>
            </a:r>
            <a:r>
              <a:rPr lang="en-US" sz="1400" kern="0" dirty="0">
                <a:latin typeface="Adobe Fan Heiti Std B" pitchFamily="34" charset="-128"/>
                <a:ea typeface="Adobe Fan Heiti Std B" pitchFamily="34" charset="-128"/>
              </a:rPr>
              <a:t> = </a:t>
            </a:r>
            <a:r>
              <a:rPr lang="en-US" sz="1400" kern="0" dirty="0" err="1">
                <a:solidFill>
                  <a:srgbClr val="000000"/>
                </a:solidFill>
                <a:latin typeface="Adobe Fan Heiti Std B" pitchFamily="34" charset="-128"/>
                <a:ea typeface="Adobe Fan Heiti Std B" pitchFamily="34" charset="-128"/>
              </a:rPr>
              <a:t>pollito</a:t>
            </a:r>
            <a:r>
              <a:rPr lang="en-US" sz="1400" kern="0" dirty="0" err="1">
                <a:latin typeface="Adobe Fan Heiti Std B" pitchFamily="34" charset="-128"/>
                <a:ea typeface="Adobe Fan Heiti Std B" pitchFamily="34" charset="-128"/>
              </a:rPr>
              <a:t>.</a:t>
            </a:r>
            <a:r>
              <a:rPr lang="en-US" sz="1400" kern="0" dirty="0" err="1">
                <a:solidFill>
                  <a:srgbClr val="FF0000"/>
                </a:solidFill>
                <a:latin typeface="Adobe Fan Heiti Std B" pitchFamily="34" charset="-128"/>
                <a:ea typeface="Adobe Fan Heiti Std B" pitchFamily="34" charset="-128"/>
              </a:rPr>
              <a:t>getEdad</a:t>
            </a:r>
            <a:r>
              <a:rPr lang="en-US" sz="1400" kern="0" dirty="0">
                <a:solidFill>
                  <a:srgbClr val="FF0000"/>
                </a:solidFill>
                <a:latin typeface="Adobe Fan Heiti Std B" pitchFamily="34" charset="-128"/>
                <a:ea typeface="Adobe Fan Heiti Std B" pitchFamily="34" charset="-128"/>
              </a:rPr>
              <a:t>()</a:t>
            </a:r>
            <a:r>
              <a:rPr lang="en-US" sz="1400" kern="0" dirty="0">
                <a:latin typeface="Adobe Fan Heiti Std B" pitchFamily="34" charset="-128"/>
                <a:ea typeface="Adobe Fan Heiti Std B" pitchFamily="34" charset="-128"/>
              </a:rPr>
              <a:t>;</a:t>
            </a:r>
          </a:p>
          <a:p>
            <a:pPr marL="0" indent="0">
              <a:buNone/>
            </a:pPr>
            <a:r>
              <a:rPr lang="en-US" sz="1400" kern="0" dirty="0">
                <a:latin typeface="Adobe Fan Heiti Std B" pitchFamily="34" charset="-128"/>
                <a:ea typeface="Adobe Fan Heiti Std B" pitchFamily="34" charset="-128"/>
              </a:rPr>
              <a:t>        </a:t>
            </a:r>
            <a:r>
              <a:rPr lang="en-US" sz="1400" kern="0" dirty="0" err="1">
                <a:latin typeface="Adobe Fan Heiti Std B" pitchFamily="34" charset="-128"/>
                <a:ea typeface="Adobe Fan Heiti Std B" pitchFamily="34" charset="-128"/>
              </a:rPr>
              <a:t>edad</a:t>
            </a:r>
            <a:r>
              <a:rPr lang="en-US" sz="1400" kern="0" dirty="0">
                <a:latin typeface="Adobe Fan Heiti Std B" pitchFamily="34" charset="-128"/>
                <a:ea typeface="Adobe Fan Heiti Std B" pitchFamily="34" charset="-128"/>
              </a:rPr>
              <a:t>++;</a:t>
            </a:r>
          </a:p>
          <a:p>
            <a:pPr marL="0" indent="0">
              <a:buNone/>
            </a:pPr>
            <a:r>
              <a:rPr lang="en-US" sz="1400" kern="0" dirty="0">
                <a:latin typeface="Adobe Fan Heiti Std B" pitchFamily="34" charset="-128"/>
                <a:ea typeface="Adobe Fan Heiti Std B" pitchFamily="34" charset="-128"/>
              </a:rPr>
              <a:t>        </a:t>
            </a:r>
            <a:r>
              <a:rPr lang="en-US" sz="1400" kern="0" dirty="0" err="1">
                <a:solidFill>
                  <a:srgbClr val="000000"/>
                </a:solidFill>
                <a:latin typeface="Adobe Fan Heiti Std B" pitchFamily="34" charset="-128"/>
                <a:ea typeface="Adobe Fan Heiti Std B" pitchFamily="34" charset="-128"/>
              </a:rPr>
              <a:t>pollito</a:t>
            </a:r>
            <a:r>
              <a:rPr lang="en-US" sz="1400" kern="0" dirty="0" err="1">
                <a:latin typeface="Adobe Fan Heiti Std B" pitchFamily="34" charset="-128"/>
                <a:ea typeface="Adobe Fan Heiti Std B" pitchFamily="34" charset="-128"/>
              </a:rPr>
              <a:t>.</a:t>
            </a:r>
            <a:r>
              <a:rPr lang="en-US" sz="1400" kern="0" dirty="0" err="1">
                <a:solidFill>
                  <a:srgbClr val="FF0000"/>
                </a:solidFill>
                <a:latin typeface="Adobe Fan Heiti Std B" pitchFamily="34" charset="-128"/>
                <a:ea typeface="Adobe Fan Heiti Std B" pitchFamily="34" charset="-128"/>
              </a:rPr>
              <a:t>setEdad</a:t>
            </a:r>
            <a:r>
              <a:rPr lang="en-US" sz="1400" kern="0" dirty="0">
                <a:solidFill>
                  <a:srgbClr val="FF0000"/>
                </a:solidFill>
                <a:latin typeface="Adobe Fan Heiti Std B" pitchFamily="34" charset="-128"/>
                <a:ea typeface="Adobe Fan Heiti Std B" pitchFamily="34" charset="-128"/>
              </a:rPr>
              <a:t>(</a:t>
            </a:r>
            <a:r>
              <a:rPr lang="en-US" sz="1400" kern="0" dirty="0">
                <a:latin typeface="Adobe Fan Heiti Std B" pitchFamily="34" charset="-128"/>
                <a:ea typeface="Adobe Fan Heiti Std B" pitchFamily="34" charset="-128"/>
              </a:rPr>
              <a:t> </a:t>
            </a:r>
            <a:r>
              <a:rPr lang="en-US" sz="1400" kern="0" dirty="0" err="1">
                <a:latin typeface="Adobe Fan Heiti Std B" pitchFamily="34" charset="-128"/>
                <a:ea typeface="Adobe Fan Heiti Std B" pitchFamily="34" charset="-128"/>
              </a:rPr>
              <a:t>edad</a:t>
            </a:r>
            <a:r>
              <a:rPr lang="en-US" sz="1400" kern="0" dirty="0">
                <a:latin typeface="Adobe Fan Heiti Std B" pitchFamily="34" charset="-128"/>
                <a:ea typeface="Adobe Fan Heiti Std B" pitchFamily="34" charset="-128"/>
              </a:rPr>
              <a:t> </a:t>
            </a:r>
            <a:r>
              <a:rPr lang="en-US" sz="1400" kern="0" dirty="0">
                <a:solidFill>
                  <a:srgbClr val="FF0000"/>
                </a:solidFill>
                <a:latin typeface="Adobe Fan Heiti Std B" pitchFamily="34" charset="-128"/>
                <a:ea typeface="Adobe Fan Heiti Std B" pitchFamily="34" charset="-128"/>
              </a:rPr>
              <a:t>)</a:t>
            </a:r>
            <a:r>
              <a:rPr lang="en-US" sz="1400" kern="0" dirty="0">
                <a:latin typeface="Adobe Fan Heiti Std B" pitchFamily="34" charset="-128"/>
                <a:ea typeface="Adobe Fan Heiti Std B" pitchFamily="34" charset="-128"/>
              </a:rPr>
              <a:t>;</a:t>
            </a:r>
          </a:p>
          <a:p>
            <a:pPr marL="0" indent="0">
              <a:buNone/>
            </a:pPr>
            <a:r>
              <a:rPr lang="en-US" sz="1400" kern="0" dirty="0">
                <a:latin typeface="Adobe Fan Heiti Std B" pitchFamily="34" charset="-128"/>
                <a:ea typeface="Adobe Fan Heiti Std B" pitchFamily="34" charset="-128"/>
              </a:rPr>
              <a:t>    }</a:t>
            </a:r>
          </a:p>
          <a:p>
            <a:pPr marL="0" indent="0">
              <a:buNone/>
            </a:pPr>
            <a:endParaRPr lang="en-US" sz="1400" kern="0" dirty="0">
              <a:latin typeface="Adobe Fan Heiti Std B" pitchFamily="34" charset="-128"/>
              <a:ea typeface="Adobe Fan Heiti Std B" pitchFamily="34" charset="-128"/>
            </a:endParaRPr>
          </a:p>
          <a:p>
            <a:pPr marL="0" indent="0">
              <a:buNone/>
            </a:pPr>
            <a:r>
              <a:rPr lang="en-US" sz="1400" kern="0" dirty="0">
                <a:solidFill>
                  <a:schemeClr val="bg2">
                    <a:lumMod val="50000"/>
                  </a:schemeClr>
                </a:solidFill>
                <a:latin typeface="Adobe Fan Heiti Std B" pitchFamily="34" charset="-128"/>
                <a:ea typeface="Adobe Fan Heiti Std B" pitchFamily="34" charset="-128"/>
              </a:rPr>
              <a:t>    public void suma1año</a:t>
            </a:r>
            <a:r>
              <a:rPr lang="en-US" sz="1400" kern="0" dirty="0">
                <a:solidFill>
                  <a:srgbClr val="FF0000"/>
                </a:solidFill>
                <a:latin typeface="Adobe Fan Heiti Std B" pitchFamily="34" charset="-128"/>
                <a:ea typeface="Adobe Fan Heiti Std B" pitchFamily="34" charset="-128"/>
              </a:rPr>
              <a:t>( </a:t>
            </a:r>
            <a:r>
              <a:rPr lang="en-US" sz="1400" kern="0" dirty="0" err="1">
                <a:solidFill>
                  <a:schemeClr val="accent1"/>
                </a:solidFill>
                <a:latin typeface="Adobe Fan Heiti Std B" pitchFamily="34" charset="-128"/>
                <a:ea typeface="Adobe Fan Heiti Std B" pitchFamily="34" charset="-128"/>
              </a:rPr>
              <a:t>Gallina</a:t>
            </a:r>
            <a:r>
              <a:rPr lang="en-US" sz="1400" kern="0" dirty="0">
                <a:solidFill>
                  <a:srgbClr val="FF0000"/>
                </a:solidFill>
                <a:latin typeface="Adobe Fan Heiti Std B" pitchFamily="34" charset="-128"/>
                <a:ea typeface="Adobe Fan Heiti Std B" pitchFamily="34" charset="-128"/>
              </a:rPr>
              <a:t> </a:t>
            </a:r>
            <a:r>
              <a:rPr lang="en-US" sz="1400" kern="0" dirty="0" err="1">
                <a:solidFill>
                  <a:srgbClr val="000000"/>
                </a:solidFill>
                <a:latin typeface="Adobe Fan Heiti Std B" pitchFamily="34" charset="-128"/>
                <a:ea typeface="Adobe Fan Heiti Std B" pitchFamily="34" charset="-128"/>
              </a:rPr>
              <a:t>gallina</a:t>
            </a:r>
            <a:r>
              <a:rPr lang="en-US" sz="1400" kern="0" dirty="0">
                <a:solidFill>
                  <a:srgbClr val="FF0000"/>
                </a:solidFill>
                <a:latin typeface="Adobe Fan Heiti Std B" pitchFamily="34" charset="-128"/>
                <a:ea typeface="Adobe Fan Heiti Std B" pitchFamily="34" charset="-128"/>
              </a:rPr>
              <a:t>)</a:t>
            </a:r>
            <a:r>
              <a:rPr lang="en-US" sz="1400" kern="0" dirty="0">
                <a:latin typeface="Adobe Fan Heiti Std B" pitchFamily="34" charset="-128"/>
                <a:ea typeface="Adobe Fan Heiti Std B" pitchFamily="34" charset="-128"/>
              </a:rPr>
              <a:t> {</a:t>
            </a:r>
          </a:p>
          <a:p>
            <a:pPr marL="0" indent="0">
              <a:buNone/>
            </a:pPr>
            <a:r>
              <a:rPr lang="en-US" sz="1400" kern="0" dirty="0">
                <a:solidFill>
                  <a:schemeClr val="accent1"/>
                </a:solidFill>
                <a:latin typeface="Adobe Fan Heiti Std B" pitchFamily="34" charset="-128"/>
                <a:ea typeface="Adobe Fan Heiti Std B" pitchFamily="34" charset="-128"/>
              </a:rPr>
              <a:t>        </a:t>
            </a:r>
            <a:r>
              <a:rPr lang="en-US" sz="1400" kern="0" dirty="0" err="1">
                <a:solidFill>
                  <a:schemeClr val="accent1"/>
                </a:solidFill>
                <a:latin typeface="Adobe Fan Heiti Std B" pitchFamily="34" charset="-128"/>
                <a:ea typeface="Adobe Fan Heiti Std B" pitchFamily="34" charset="-128"/>
              </a:rPr>
              <a:t>int</a:t>
            </a:r>
            <a:r>
              <a:rPr lang="en-US" sz="1400" kern="0" dirty="0">
                <a:solidFill>
                  <a:schemeClr val="accent1"/>
                </a:solidFill>
                <a:latin typeface="Adobe Fan Heiti Std B" pitchFamily="34" charset="-128"/>
                <a:ea typeface="Adobe Fan Heiti Std B" pitchFamily="34" charset="-128"/>
              </a:rPr>
              <a:t> </a:t>
            </a:r>
            <a:r>
              <a:rPr lang="en-US" sz="1400" kern="0" dirty="0" err="1">
                <a:latin typeface="Adobe Fan Heiti Std B" pitchFamily="34" charset="-128"/>
                <a:ea typeface="Adobe Fan Heiti Std B" pitchFamily="34" charset="-128"/>
              </a:rPr>
              <a:t>edad</a:t>
            </a:r>
            <a:r>
              <a:rPr lang="en-US" sz="1400" kern="0" dirty="0">
                <a:latin typeface="Adobe Fan Heiti Std B" pitchFamily="34" charset="-128"/>
                <a:ea typeface="Adobe Fan Heiti Std B" pitchFamily="34" charset="-128"/>
              </a:rPr>
              <a:t> = </a:t>
            </a:r>
            <a:r>
              <a:rPr lang="en-US" sz="1400" kern="0" dirty="0" err="1">
                <a:solidFill>
                  <a:srgbClr val="000000"/>
                </a:solidFill>
                <a:latin typeface="Adobe Fan Heiti Std B" pitchFamily="34" charset="-128"/>
                <a:ea typeface="Adobe Fan Heiti Std B" pitchFamily="34" charset="-128"/>
              </a:rPr>
              <a:t>gallina</a:t>
            </a:r>
            <a:r>
              <a:rPr lang="en-US" sz="1400" kern="0" dirty="0" err="1">
                <a:latin typeface="Adobe Fan Heiti Std B" pitchFamily="34" charset="-128"/>
                <a:ea typeface="Adobe Fan Heiti Std B" pitchFamily="34" charset="-128"/>
              </a:rPr>
              <a:t>.</a:t>
            </a:r>
            <a:r>
              <a:rPr lang="en-US" sz="1400" kern="0" dirty="0" err="1">
                <a:solidFill>
                  <a:srgbClr val="FF0000"/>
                </a:solidFill>
                <a:latin typeface="Adobe Fan Heiti Std B" pitchFamily="34" charset="-128"/>
                <a:ea typeface="Adobe Fan Heiti Std B" pitchFamily="34" charset="-128"/>
              </a:rPr>
              <a:t>getEdad</a:t>
            </a:r>
            <a:r>
              <a:rPr lang="en-US" sz="1400" kern="0" dirty="0">
                <a:solidFill>
                  <a:srgbClr val="FF0000"/>
                </a:solidFill>
                <a:latin typeface="Adobe Fan Heiti Std B" pitchFamily="34" charset="-128"/>
                <a:ea typeface="Adobe Fan Heiti Std B" pitchFamily="34" charset="-128"/>
              </a:rPr>
              <a:t>()</a:t>
            </a:r>
            <a:r>
              <a:rPr lang="en-US" sz="1400" kern="0" dirty="0">
                <a:latin typeface="Adobe Fan Heiti Std B" pitchFamily="34" charset="-128"/>
                <a:ea typeface="Adobe Fan Heiti Std B" pitchFamily="34" charset="-128"/>
              </a:rPr>
              <a:t>;</a:t>
            </a:r>
          </a:p>
          <a:p>
            <a:pPr marL="0" indent="0">
              <a:buNone/>
            </a:pPr>
            <a:r>
              <a:rPr lang="en-US" sz="1400" kern="0" dirty="0">
                <a:latin typeface="Adobe Fan Heiti Std B" pitchFamily="34" charset="-128"/>
                <a:ea typeface="Adobe Fan Heiti Std B" pitchFamily="34" charset="-128"/>
              </a:rPr>
              <a:t>        </a:t>
            </a:r>
            <a:r>
              <a:rPr lang="en-US" sz="1400" kern="0" dirty="0" err="1">
                <a:latin typeface="Adobe Fan Heiti Std B" pitchFamily="34" charset="-128"/>
                <a:ea typeface="Adobe Fan Heiti Std B" pitchFamily="34" charset="-128"/>
              </a:rPr>
              <a:t>edad</a:t>
            </a:r>
            <a:r>
              <a:rPr lang="en-US" sz="1400" kern="0" dirty="0">
                <a:latin typeface="Adobe Fan Heiti Std B" pitchFamily="34" charset="-128"/>
                <a:ea typeface="Adobe Fan Heiti Std B" pitchFamily="34" charset="-128"/>
              </a:rPr>
              <a:t>++;</a:t>
            </a:r>
          </a:p>
          <a:p>
            <a:pPr marL="0" indent="0">
              <a:buNone/>
            </a:pPr>
            <a:r>
              <a:rPr lang="en-US" sz="1400" kern="0" dirty="0">
                <a:latin typeface="Adobe Fan Heiti Std B" pitchFamily="34" charset="-128"/>
                <a:ea typeface="Adobe Fan Heiti Std B" pitchFamily="34" charset="-128"/>
              </a:rPr>
              <a:t>        </a:t>
            </a:r>
            <a:r>
              <a:rPr lang="en-US" sz="1400" kern="0" dirty="0" err="1">
                <a:solidFill>
                  <a:srgbClr val="000000"/>
                </a:solidFill>
                <a:latin typeface="Adobe Fan Heiti Std B" pitchFamily="34" charset="-128"/>
                <a:ea typeface="Adobe Fan Heiti Std B" pitchFamily="34" charset="-128"/>
              </a:rPr>
              <a:t>gallina</a:t>
            </a:r>
            <a:r>
              <a:rPr lang="en-US" sz="1400" kern="0" dirty="0" err="1">
                <a:latin typeface="Adobe Fan Heiti Std B" pitchFamily="34" charset="-128"/>
                <a:ea typeface="Adobe Fan Heiti Std B" pitchFamily="34" charset="-128"/>
              </a:rPr>
              <a:t>.</a:t>
            </a:r>
            <a:r>
              <a:rPr lang="en-US" sz="1400" kern="0" dirty="0" err="1">
                <a:solidFill>
                  <a:srgbClr val="FF0000"/>
                </a:solidFill>
                <a:latin typeface="Adobe Fan Heiti Std B" pitchFamily="34" charset="-128"/>
                <a:ea typeface="Adobe Fan Heiti Std B" pitchFamily="34" charset="-128"/>
              </a:rPr>
              <a:t>setEdad</a:t>
            </a:r>
            <a:r>
              <a:rPr lang="en-US" sz="1400" kern="0" dirty="0">
                <a:solidFill>
                  <a:srgbClr val="FF0000"/>
                </a:solidFill>
                <a:latin typeface="Adobe Fan Heiti Std B" pitchFamily="34" charset="-128"/>
                <a:ea typeface="Adobe Fan Heiti Std B" pitchFamily="34" charset="-128"/>
              </a:rPr>
              <a:t>(</a:t>
            </a:r>
            <a:r>
              <a:rPr lang="en-US" sz="1400" kern="0" dirty="0">
                <a:latin typeface="Adobe Fan Heiti Std B" pitchFamily="34" charset="-128"/>
                <a:ea typeface="Adobe Fan Heiti Std B" pitchFamily="34" charset="-128"/>
              </a:rPr>
              <a:t> </a:t>
            </a:r>
            <a:r>
              <a:rPr lang="en-US" sz="1400" kern="0" dirty="0" err="1">
                <a:latin typeface="Adobe Fan Heiti Std B" pitchFamily="34" charset="-128"/>
                <a:ea typeface="Adobe Fan Heiti Std B" pitchFamily="34" charset="-128"/>
              </a:rPr>
              <a:t>edad</a:t>
            </a:r>
            <a:r>
              <a:rPr lang="en-US" sz="1400" kern="0" dirty="0">
                <a:latin typeface="Adobe Fan Heiti Std B" pitchFamily="34" charset="-128"/>
                <a:ea typeface="Adobe Fan Heiti Std B" pitchFamily="34" charset="-128"/>
              </a:rPr>
              <a:t> </a:t>
            </a:r>
            <a:r>
              <a:rPr lang="en-US" sz="1400" kern="0" dirty="0">
                <a:solidFill>
                  <a:srgbClr val="FF0000"/>
                </a:solidFill>
                <a:latin typeface="Adobe Fan Heiti Std B" pitchFamily="34" charset="-128"/>
                <a:ea typeface="Adobe Fan Heiti Std B" pitchFamily="34" charset="-128"/>
              </a:rPr>
              <a:t>)</a:t>
            </a:r>
            <a:r>
              <a:rPr lang="en-US" sz="1400" kern="0" dirty="0">
                <a:latin typeface="Adobe Fan Heiti Std B" pitchFamily="34" charset="-128"/>
                <a:ea typeface="Adobe Fan Heiti Std B" pitchFamily="34" charset="-128"/>
              </a:rPr>
              <a:t>;</a:t>
            </a:r>
          </a:p>
          <a:p>
            <a:pPr marL="0" indent="0">
              <a:buNone/>
            </a:pPr>
            <a:r>
              <a:rPr lang="en-US" sz="1400" kern="0" dirty="0">
                <a:latin typeface="Adobe Fan Heiti Std B" pitchFamily="34" charset="-128"/>
                <a:ea typeface="Adobe Fan Heiti Std B" pitchFamily="34" charset="-128"/>
              </a:rPr>
              <a:t>    }</a:t>
            </a:r>
          </a:p>
          <a:p>
            <a:pPr marL="0" indent="0">
              <a:buNone/>
            </a:pPr>
            <a:endParaRPr lang="en-US" sz="1400" kern="0" dirty="0">
              <a:latin typeface="Adobe Fan Heiti Std B" pitchFamily="34" charset="-128"/>
              <a:ea typeface="Adobe Fan Heiti Std B" pitchFamily="34" charset="-128"/>
            </a:endParaRPr>
          </a:p>
          <a:p>
            <a:pPr marL="0" indent="0">
              <a:buNone/>
            </a:pPr>
            <a:r>
              <a:rPr lang="en-US" sz="1400" kern="0" dirty="0">
                <a:solidFill>
                  <a:schemeClr val="bg2">
                    <a:lumMod val="50000"/>
                  </a:schemeClr>
                </a:solidFill>
                <a:latin typeface="Adobe Fan Heiti Std B" pitchFamily="34" charset="-128"/>
                <a:ea typeface="Adobe Fan Heiti Std B" pitchFamily="34" charset="-128"/>
              </a:rPr>
              <a:t>    public void suma1año</a:t>
            </a:r>
            <a:r>
              <a:rPr lang="en-US" sz="1400" kern="0" dirty="0">
                <a:solidFill>
                  <a:srgbClr val="FF0000"/>
                </a:solidFill>
                <a:latin typeface="Adobe Fan Heiti Std B" pitchFamily="34" charset="-128"/>
                <a:ea typeface="Adobe Fan Heiti Std B" pitchFamily="34" charset="-128"/>
              </a:rPr>
              <a:t>( </a:t>
            </a:r>
            <a:r>
              <a:rPr lang="en-US" sz="1400" kern="0" dirty="0">
                <a:solidFill>
                  <a:schemeClr val="accent1"/>
                </a:solidFill>
                <a:latin typeface="Adobe Fan Heiti Std B" pitchFamily="34" charset="-128"/>
                <a:ea typeface="Adobe Fan Heiti Std B" pitchFamily="34" charset="-128"/>
              </a:rPr>
              <a:t>Gallo</a:t>
            </a:r>
            <a:r>
              <a:rPr lang="en-US" sz="1400" kern="0" dirty="0">
                <a:solidFill>
                  <a:srgbClr val="FF0000"/>
                </a:solidFill>
                <a:latin typeface="Adobe Fan Heiti Std B" pitchFamily="34" charset="-128"/>
                <a:ea typeface="Adobe Fan Heiti Std B" pitchFamily="34" charset="-128"/>
              </a:rPr>
              <a:t> </a:t>
            </a:r>
            <a:r>
              <a:rPr lang="en-US" sz="1400" kern="0" dirty="0" err="1">
                <a:solidFill>
                  <a:srgbClr val="000000"/>
                </a:solidFill>
                <a:latin typeface="Adobe Fan Heiti Std B" pitchFamily="34" charset="-128"/>
                <a:ea typeface="Adobe Fan Heiti Std B" pitchFamily="34" charset="-128"/>
              </a:rPr>
              <a:t>gallo</a:t>
            </a:r>
            <a:r>
              <a:rPr lang="en-US" sz="1400" kern="0" dirty="0">
                <a:solidFill>
                  <a:srgbClr val="FF0000"/>
                </a:solidFill>
                <a:latin typeface="Adobe Fan Heiti Std B" pitchFamily="34" charset="-128"/>
                <a:ea typeface="Adobe Fan Heiti Std B" pitchFamily="34" charset="-128"/>
              </a:rPr>
              <a:t>)</a:t>
            </a:r>
            <a:r>
              <a:rPr lang="en-US" sz="1400" kern="0" dirty="0">
                <a:latin typeface="Adobe Fan Heiti Std B" pitchFamily="34" charset="-128"/>
                <a:ea typeface="Adobe Fan Heiti Std B" pitchFamily="34" charset="-128"/>
              </a:rPr>
              <a:t> {...}</a:t>
            </a:r>
          </a:p>
          <a:p>
            <a:pPr marL="0" indent="0">
              <a:buNone/>
            </a:pPr>
            <a:endParaRPr lang="en-US" sz="1400" kern="0" dirty="0">
              <a:latin typeface="Adobe Fan Heiti Std B" pitchFamily="34" charset="-128"/>
              <a:ea typeface="Adobe Fan Heiti Std B" pitchFamily="34" charset="-128"/>
            </a:endParaRPr>
          </a:p>
          <a:p>
            <a:pPr marL="0" indent="0">
              <a:buNone/>
            </a:pPr>
            <a:r>
              <a:rPr lang="en-US" sz="1400" kern="0" dirty="0">
                <a:solidFill>
                  <a:schemeClr val="bg2">
                    <a:lumMod val="50000"/>
                  </a:schemeClr>
                </a:solidFill>
                <a:latin typeface="Adobe Fan Heiti Std B" pitchFamily="34" charset="-128"/>
                <a:ea typeface="Adobe Fan Heiti Std B" pitchFamily="34" charset="-128"/>
              </a:rPr>
              <a:t>    public void suma1año</a:t>
            </a:r>
            <a:r>
              <a:rPr lang="en-US" sz="1400" kern="0" dirty="0">
                <a:solidFill>
                  <a:srgbClr val="FF0000"/>
                </a:solidFill>
                <a:latin typeface="Adobe Fan Heiti Std B" pitchFamily="34" charset="-128"/>
                <a:ea typeface="Adobe Fan Heiti Std B" pitchFamily="34" charset="-128"/>
              </a:rPr>
              <a:t>( </a:t>
            </a:r>
            <a:r>
              <a:rPr lang="en-US" sz="1400" kern="0" dirty="0" err="1">
                <a:solidFill>
                  <a:schemeClr val="accent1"/>
                </a:solidFill>
                <a:latin typeface="Adobe Fan Heiti Std B" pitchFamily="34" charset="-128"/>
                <a:ea typeface="Adobe Fan Heiti Std B" pitchFamily="34" charset="-128"/>
              </a:rPr>
              <a:t>Pavo</a:t>
            </a:r>
            <a:r>
              <a:rPr lang="en-US" sz="1400" kern="0" dirty="0">
                <a:solidFill>
                  <a:srgbClr val="FF0000"/>
                </a:solidFill>
                <a:latin typeface="Adobe Fan Heiti Std B" pitchFamily="34" charset="-128"/>
                <a:ea typeface="Adobe Fan Heiti Std B" pitchFamily="34" charset="-128"/>
              </a:rPr>
              <a:t> </a:t>
            </a:r>
            <a:r>
              <a:rPr lang="en-US" sz="1400" kern="0" dirty="0" err="1">
                <a:solidFill>
                  <a:srgbClr val="000000"/>
                </a:solidFill>
                <a:latin typeface="Adobe Fan Heiti Std B" pitchFamily="34" charset="-128"/>
                <a:ea typeface="Adobe Fan Heiti Std B" pitchFamily="34" charset="-128"/>
              </a:rPr>
              <a:t>pavo</a:t>
            </a:r>
            <a:r>
              <a:rPr lang="en-US" sz="1400" kern="0" dirty="0">
                <a:solidFill>
                  <a:srgbClr val="FF0000"/>
                </a:solidFill>
                <a:latin typeface="Adobe Fan Heiti Std B" pitchFamily="34" charset="-128"/>
                <a:ea typeface="Adobe Fan Heiti Std B" pitchFamily="34" charset="-128"/>
              </a:rPr>
              <a:t>)</a:t>
            </a:r>
            <a:r>
              <a:rPr lang="en-US" sz="1400" kern="0" dirty="0">
                <a:latin typeface="Adobe Fan Heiti Std B" pitchFamily="34" charset="-128"/>
                <a:ea typeface="Adobe Fan Heiti Std B" pitchFamily="34" charset="-128"/>
              </a:rPr>
              <a:t> {...}</a:t>
            </a:r>
          </a:p>
          <a:p>
            <a:pPr marL="0" indent="0">
              <a:buNone/>
            </a:pPr>
            <a:endParaRPr lang="en-US" sz="1400" kern="0" dirty="0">
              <a:latin typeface="Adobe Fan Heiti Std B" pitchFamily="34" charset="-128"/>
              <a:ea typeface="Adobe Fan Heiti Std B" pitchFamily="34" charset="-128"/>
            </a:endParaRPr>
          </a:p>
          <a:p>
            <a:pPr marL="0" indent="0">
              <a:buNone/>
            </a:pPr>
            <a:endParaRPr lang="en-US" sz="1400" kern="0" dirty="0">
              <a:latin typeface="Adobe Fan Heiti Std B" pitchFamily="34" charset="-128"/>
              <a:ea typeface="Adobe Fan Heiti Std B" pitchFamily="34" charset="-128"/>
            </a:endParaRPr>
          </a:p>
          <a:p>
            <a:pPr marL="0" indent="0">
              <a:buNone/>
            </a:pPr>
            <a:endParaRPr lang="en-US" sz="1400" kern="0" dirty="0">
              <a:latin typeface="Adobe Fan Heiti Std B" pitchFamily="34" charset="-128"/>
              <a:ea typeface="Adobe Fan Heiti Std B" pitchFamily="34" charset="-128"/>
            </a:endParaRPr>
          </a:p>
          <a:p>
            <a:pPr marL="0" indent="0">
              <a:buNone/>
            </a:pPr>
            <a:endParaRPr lang="en-US" sz="1400" kern="0" dirty="0">
              <a:latin typeface="Adobe Fan Heiti Std B" pitchFamily="34" charset="-128"/>
              <a:ea typeface="Adobe Fan Heiti Std B" pitchFamily="34" charset="-128"/>
            </a:endParaRPr>
          </a:p>
          <a:p>
            <a:pPr marL="0" indent="0">
              <a:buNone/>
            </a:pPr>
            <a:endParaRPr lang="en-US" sz="1400" kern="0" dirty="0">
              <a:latin typeface="Adobe Fan Heiti Std B" pitchFamily="34" charset="-128"/>
              <a:ea typeface="Adobe Fan Heiti Std B" pitchFamily="34" charset="-128"/>
            </a:endParaRPr>
          </a:p>
          <a:p>
            <a:pPr marL="0" indent="0">
              <a:buNone/>
            </a:pPr>
            <a:endParaRPr lang="en-US" sz="1400" kern="0" dirty="0">
              <a:latin typeface="Adobe Fan Heiti Std B" pitchFamily="34" charset="-128"/>
              <a:ea typeface="Adobe Fan Heiti Std B" pitchFamily="34" charset="-128"/>
            </a:endParaRPr>
          </a:p>
          <a:p>
            <a:pPr marL="0" indent="0">
              <a:buNone/>
            </a:pPr>
            <a:endParaRPr lang="en-US" sz="1400" kern="0" dirty="0">
              <a:latin typeface="Adobe Fan Heiti Std B" pitchFamily="34" charset="-128"/>
              <a:ea typeface="Adobe Fan Heiti Std B" pitchFamily="34" charset="-128"/>
            </a:endParaRPr>
          </a:p>
          <a:p>
            <a:pPr marL="0" indent="0">
              <a:buNone/>
            </a:pPr>
            <a:r>
              <a:rPr lang="en-US" sz="1400" kern="0" dirty="0">
                <a:latin typeface="Adobe Fan Heiti Std B" pitchFamily="34" charset="-128"/>
                <a:ea typeface="Adobe Fan Heiti Std B" pitchFamily="34" charset="-128"/>
              </a:rPr>
              <a:t>}</a:t>
            </a:r>
          </a:p>
        </p:txBody>
      </p:sp>
      <p:pic>
        <p:nvPicPr>
          <p:cNvPr id="55" name="Picture 2" descr="C:\Users\Raúl\Desktop\Pollito\pollito.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98757" y="2553761"/>
            <a:ext cx="439178" cy="576064"/>
          </a:xfrm>
          <a:prstGeom prst="rect">
            <a:avLst/>
          </a:prstGeom>
          <a:noFill/>
          <a:extLst>
            <a:ext uri="{909E8E84-426E-40DD-AFC4-6F175D3DCCD1}">
              <a14:hiddenFill xmlns:a14="http://schemas.microsoft.com/office/drawing/2010/main">
                <a:solidFill>
                  <a:srgbClr val="FFFFFF"/>
                </a:solidFill>
              </a14:hiddenFill>
            </a:ext>
          </a:extLst>
        </p:spPr>
      </p:pic>
      <p:pic>
        <p:nvPicPr>
          <p:cNvPr id="57" name="Picture 3" descr="C:\Users\Raúl\Desktop\Pollito\gallina.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66861" y="4025003"/>
            <a:ext cx="529654" cy="728464"/>
          </a:xfrm>
          <a:prstGeom prst="rect">
            <a:avLst/>
          </a:prstGeom>
          <a:noFill/>
          <a:effectLst>
            <a:outerShdw blurRad="50800" dist="38100" dir="10800000" algn="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59" name="Picture 4" descr="C:\Users\Raúl\Desktop\Pollito\gallo.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99056" y="5104379"/>
            <a:ext cx="838580" cy="728464"/>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5" descr="C:\Users\Raúl\Desktop\Pollito\pavo.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88224" y="5788198"/>
            <a:ext cx="686928" cy="591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15832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1 Título"/>
          <p:cNvSpPr>
            <a:spLocks noGrp="1"/>
          </p:cNvSpPr>
          <p:nvPr>
            <p:ph type="title"/>
          </p:nvPr>
        </p:nvSpPr>
        <p:spPr>
          <a:xfrm>
            <a:off x="542924" y="53975"/>
            <a:ext cx="7989515" cy="563563"/>
          </a:xfrm>
        </p:spPr>
        <p:txBody>
          <a:bodyPr/>
          <a:lstStyle/>
          <a:p>
            <a:r>
              <a:rPr lang="es-ES" dirty="0"/>
              <a:t>Solución: </a:t>
            </a:r>
            <a:r>
              <a:rPr lang="es-ES" dirty="0">
                <a:solidFill>
                  <a:srgbClr val="FFFF00"/>
                </a:solidFill>
              </a:rPr>
              <a:t>Es un…</a:t>
            </a:r>
          </a:p>
        </p:txBody>
      </p:sp>
      <p:sp>
        <p:nvSpPr>
          <p:cNvPr id="54" name="Rectangle 3"/>
          <p:cNvSpPr txBox="1">
            <a:spLocks noChangeArrowheads="1"/>
          </p:cNvSpPr>
          <p:nvPr/>
        </p:nvSpPr>
        <p:spPr bwMode="auto">
          <a:xfrm rot="19931882">
            <a:off x="1800299" y="2014350"/>
            <a:ext cx="1728192"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err="1"/>
              <a:t>es</a:t>
            </a:r>
            <a:r>
              <a:rPr lang="en-US" sz="1800" kern="0" dirty="0"/>
              <a:t> un …</a:t>
            </a:r>
          </a:p>
        </p:txBody>
      </p:sp>
      <p:grpSp>
        <p:nvGrpSpPr>
          <p:cNvPr id="2" name="1 Grupo"/>
          <p:cNvGrpSpPr/>
          <p:nvPr/>
        </p:nvGrpSpPr>
        <p:grpSpPr>
          <a:xfrm>
            <a:off x="1489849" y="868209"/>
            <a:ext cx="6424599" cy="3736736"/>
            <a:chOff x="1489849" y="868209"/>
            <a:chExt cx="6424599" cy="3736736"/>
          </a:xfrm>
        </p:grpSpPr>
        <p:pic>
          <p:nvPicPr>
            <p:cNvPr id="1032" name="Picture 8" descr="C:\Users\Raúl\Desktop\Pollito\ave.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20179">
              <a:off x="3887111" y="868209"/>
              <a:ext cx="1015692" cy="98248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026" name="Picture 2" descr="C:\Users\Raúl\Desktop\Pollito\pollito.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89849" y="3018720"/>
              <a:ext cx="991047" cy="1299944"/>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027" name="Picture 3" descr="C:\Users\Raúl\Desktop\Pollito\gallina.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96562" y="2876604"/>
              <a:ext cx="1245333" cy="171277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028" name="Picture 4" descr="C:\Users\Raúl\Desktop\Pollito\gallo.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067874" y="2861040"/>
              <a:ext cx="2007518" cy="174390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029" name="Picture 5" descr="C:\Users\Raúl\Desktop\Pollito\pavo.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075392" y="2876604"/>
              <a:ext cx="1839056" cy="158417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cxnSp>
          <p:nvCxnSpPr>
            <p:cNvPr id="4" name="3 Conector recto de flecha"/>
            <p:cNvCxnSpPr/>
            <p:nvPr/>
          </p:nvCxnSpPr>
          <p:spPr bwMode="auto">
            <a:xfrm flipV="1">
              <a:off x="1985372" y="1882188"/>
              <a:ext cx="1661845" cy="921457"/>
            </a:xfrm>
            <a:prstGeom prst="straightConnector1">
              <a:avLst/>
            </a:prstGeom>
            <a:ln>
              <a:headEnd type="none" w="med" len="med"/>
              <a:tailEnd type="arrow" w="lg" len="lg"/>
            </a:ln>
          </p:spPr>
          <p:style>
            <a:lnRef idx="3">
              <a:schemeClr val="accent1"/>
            </a:lnRef>
            <a:fillRef idx="0">
              <a:schemeClr val="accent1"/>
            </a:fillRef>
            <a:effectRef idx="2">
              <a:schemeClr val="accent1"/>
            </a:effectRef>
            <a:fontRef idx="minor">
              <a:schemeClr val="tx1"/>
            </a:fontRef>
          </p:style>
        </p:cxnSp>
        <p:cxnSp>
          <p:nvCxnSpPr>
            <p:cNvPr id="66" name="65 Conector recto de flecha"/>
            <p:cNvCxnSpPr/>
            <p:nvPr/>
          </p:nvCxnSpPr>
          <p:spPr bwMode="auto">
            <a:xfrm flipH="1" flipV="1">
              <a:off x="5355312" y="1938022"/>
              <a:ext cx="1440160" cy="775541"/>
            </a:xfrm>
            <a:prstGeom prst="straightConnector1">
              <a:avLst/>
            </a:prstGeom>
            <a:ln>
              <a:headEnd type="none" w="med" len="med"/>
              <a:tailEnd type="arrow" w="lg" len="lg"/>
            </a:ln>
          </p:spPr>
          <p:style>
            <a:lnRef idx="3">
              <a:schemeClr val="accent1"/>
            </a:lnRef>
            <a:fillRef idx="0">
              <a:schemeClr val="accent1"/>
            </a:fillRef>
            <a:effectRef idx="2">
              <a:schemeClr val="accent1"/>
            </a:effectRef>
            <a:fontRef idx="minor">
              <a:schemeClr val="tx1"/>
            </a:fontRef>
          </p:style>
        </p:cxnSp>
        <p:cxnSp>
          <p:nvCxnSpPr>
            <p:cNvPr id="42" name="41 Conector recto de flecha"/>
            <p:cNvCxnSpPr/>
            <p:nvPr/>
          </p:nvCxnSpPr>
          <p:spPr bwMode="auto">
            <a:xfrm flipV="1">
              <a:off x="3563888" y="2031347"/>
              <a:ext cx="756014" cy="772298"/>
            </a:xfrm>
            <a:prstGeom prst="straightConnector1">
              <a:avLst/>
            </a:prstGeom>
            <a:ln>
              <a:headEnd type="none" w="med" len="med"/>
              <a:tailEnd type="arrow" w="lg" len="lg"/>
            </a:ln>
          </p:spPr>
          <p:style>
            <a:lnRef idx="3">
              <a:schemeClr val="accent1"/>
            </a:lnRef>
            <a:fillRef idx="0">
              <a:schemeClr val="accent1"/>
            </a:fillRef>
            <a:effectRef idx="2">
              <a:schemeClr val="accent1"/>
            </a:effectRef>
            <a:fontRef idx="minor">
              <a:schemeClr val="tx1"/>
            </a:fontRef>
          </p:style>
        </p:cxnSp>
        <p:cxnSp>
          <p:nvCxnSpPr>
            <p:cNvPr id="45" name="44 Conector recto de flecha"/>
            <p:cNvCxnSpPr/>
            <p:nvPr/>
          </p:nvCxnSpPr>
          <p:spPr bwMode="auto">
            <a:xfrm flipH="1" flipV="1">
              <a:off x="4719356" y="2032811"/>
              <a:ext cx="427694" cy="680752"/>
            </a:xfrm>
            <a:prstGeom prst="straightConnector1">
              <a:avLst/>
            </a:prstGeom>
            <a:ln>
              <a:headEnd type="none" w="med" len="med"/>
              <a:tailEnd type="arrow" w="lg" len="lg"/>
            </a:ln>
          </p:spPr>
          <p:style>
            <a:lnRef idx="3">
              <a:schemeClr val="accent1"/>
            </a:lnRef>
            <a:fillRef idx="0">
              <a:schemeClr val="accent1"/>
            </a:fillRef>
            <a:effectRef idx="2">
              <a:schemeClr val="accent1"/>
            </a:effectRef>
            <a:fontRef idx="minor">
              <a:schemeClr val="tx1"/>
            </a:fontRef>
          </p:style>
        </p:cxnSp>
      </p:grpSp>
      <p:sp>
        <p:nvSpPr>
          <p:cNvPr id="48" name="Rectangle 3"/>
          <p:cNvSpPr txBox="1">
            <a:spLocks noChangeArrowheads="1"/>
          </p:cNvSpPr>
          <p:nvPr/>
        </p:nvSpPr>
        <p:spPr bwMode="auto">
          <a:xfrm rot="18878185">
            <a:off x="2806895" y="2169194"/>
            <a:ext cx="1728192" cy="40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err="1"/>
              <a:t>es</a:t>
            </a:r>
            <a:r>
              <a:rPr lang="en-US" sz="1800" kern="0" dirty="0"/>
              <a:t> un …</a:t>
            </a:r>
          </a:p>
        </p:txBody>
      </p:sp>
      <p:sp>
        <p:nvSpPr>
          <p:cNvPr id="51" name="Rectangle 3"/>
          <p:cNvSpPr txBox="1">
            <a:spLocks noChangeArrowheads="1"/>
          </p:cNvSpPr>
          <p:nvPr/>
        </p:nvSpPr>
        <p:spPr bwMode="auto">
          <a:xfrm rot="3379312">
            <a:off x="4491216" y="2278963"/>
            <a:ext cx="1728192" cy="40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err="1"/>
              <a:t>es</a:t>
            </a:r>
            <a:r>
              <a:rPr lang="en-US" sz="1800" kern="0" dirty="0"/>
              <a:t> un …</a:t>
            </a:r>
          </a:p>
        </p:txBody>
      </p:sp>
      <p:sp>
        <p:nvSpPr>
          <p:cNvPr id="52" name="Rectangle 3"/>
          <p:cNvSpPr txBox="1">
            <a:spLocks noChangeArrowheads="1"/>
          </p:cNvSpPr>
          <p:nvPr/>
        </p:nvSpPr>
        <p:spPr bwMode="auto">
          <a:xfrm rot="1662508">
            <a:off x="5387309" y="2008534"/>
            <a:ext cx="1728192"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err="1"/>
              <a:t>es</a:t>
            </a:r>
            <a:r>
              <a:rPr lang="en-US" sz="1800" kern="0" dirty="0"/>
              <a:t> un …</a:t>
            </a:r>
          </a:p>
        </p:txBody>
      </p:sp>
      <p:grpSp>
        <p:nvGrpSpPr>
          <p:cNvPr id="6" name="5 Grupo"/>
          <p:cNvGrpSpPr/>
          <p:nvPr/>
        </p:nvGrpSpPr>
        <p:grpSpPr>
          <a:xfrm>
            <a:off x="718105" y="4725144"/>
            <a:ext cx="3853895" cy="456636"/>
            <a:chOff x="591357" y="4725144"/>
            <a:chExt cx="3853895" cy="456636"/>
          </a:xfrm>
        </p:grpSpPr>
        <p:sp>
          <p:nvSpPr>
            <p:cNvPr id="64" name="63 Rectángulo"/>
            <p:cNvSpPr/>
            <p:nvPr/>
          </p:nvSpPr>
          <p:spPr bwMode="auto">
            <a:xfrm>
              <a:off x="591357" y="4725144"/>
              <a:ext cx="3853895" cy="456636"/>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0" name="Rectangle 3"/>
            <p:cNvSpPr txBox="1">
              <a:spLocks noChangeArrowheads="1"/>
            </p:cNvSpPr>
            <p:nvPr/>
          </p:nvSpPr>
          <p:spPr bwMode="auto">
            <a:xfrm>
              <a:off x="722674" y="4797152"/>
              <a:ext cx="1262698" cy="384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err="1">
                  <a:solidFill>
                    <a:schemeClr val="accent1"/>
                  </a:solidFill>
                  <a:latin typeface="Adobe Fan Heiti Std B" pitchFamily="34" charset="-128"/>
                  <a:ea typeface="Adobe Fan Heiti Std B" pitchFamily="34" charset="-128"/>
                </a:rPr>
                <a:t>Pollito</a:t>
              </a:r>
              <a:r>
                <a:rPr lang="en-US" sz="1400" kern="0" dirty="0">
                  <a:solidFill>
                    <a:schemeClr val="bg2">
                      <a:lumMod val="50000"/>
                    </a:schemeClr>
                  </a:solidFill>
                  <a:latin typeface="Adobe Fan Heiti Std B" pitchFamily="34" charset="-128"/>
                  <a:ea typeface="Adobe Fan Heiti Std B" pitchFamily="34" charset="-128"/>
                </a:rPr>
                <a:t> </a:t>
              </a:r>
              <a:r>
                <a:rPr lang="en-US" sz="1400" kern="0" dirty="0" err="1">
                  <a:solidFill>
                    <a:schemeClr val="bg2">
                      <a:lumMod val="50000"/>
                    </a:schemeClr>
                  </a:solidFill>
                  <a:latin typeface="Adobe Fan Heiti Std B" pitchFamily="34" charset="-128"/>
                  <a:ea typeface="Adobe Fan Heiti Std B" pitchFamily="34" charset="-128"/>
                </a:rPr>
                <a:t>pollo</a:t>
              </a:r>
              <a:endParaRPr lang="en-US" sz="1400" kern="0" dirty="0">
                <a:latin typeface="Adobe Fan Heiti Std B" pitchFamily="34" charset="-128"/>
                <a:ea typeface="Adobe Fan Heiti Std B" pitchFamily="34" charset="-128"/>
              </a:endParaRPr>
            </a:p>
          </p:txBody>
        </p:sp>
      </p:grpSp>
      <p:grpSp>
        <p:nvGrpSpPr>
          <p:cNvPr id="3" name="2 Grupo"/>
          <p:cNvGrpSpPr/>
          <p:nvPr/>
        </p:nvGrpSpPr>
        <p:grpSpPr>
          <a:xfrm>
            <a:off x="1968542" y="5277498"/>
            <a:ext cx="1013841" cy="1250773"/>
            <a:chOff x="1790089" y="5277498"/>
            <a:chExt cx="1013841" cy="1250773"/>
          </a:xfrm>
        </p:grpSpPr>
        <p:sp>
          <p:nvSpPr>
            <p:cNvPr id="72" name="71 Rectángulo"/>
            <p:cNvSpPr/>
            <p:nvPr/>
          </p:nvSpPr>
          <p:spPr bwMode="auto">
            <a:xfrm>
              <a:off x="1910619" y="527749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3" name="Rectangle 3"/>
            <p:cNvSpPr txBox="1">
              <a:spLocks noChangeArrowheads="1"/>
            </p:cNvSpPr>
            <p:nvPr/>
          </p:nvSpPr>
          <p:spPr bwMode="auto">
            <a:xfrm>
              <a:off x="1790089" y="6093296"/>
              <a:ext cx="1013841"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err="1">
                  <a:solidFill>
                    <a:schemeClr val="accent1"/>
                  </a:solidFill>
                </a:rPr>
                <a:t>Pollito</a:t>
              </a:r>
              <a:endParaRPr lang="en-US" sz="1800" kern="0" dirty="0">
                <a:solidFill>
                  <a:schemeClr val="accent1"/>
                </a:solidFill>
              </a:endParaRPr>
            </a:p>
          </p:txBody>
        </p:sp>
      </p:grpSp>
      <p:pic>
        <p:nvPicPr>
          <p:cNvPr id="74" name="Picture 2" descr="C:\Users\Raúl\Desktop\Pollito\pollito.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572420" y="5396126"/>
            <a:ext cx="495524" cy="649973"/>
          </a:xfrm>
          <a:prstGeom prst="rect">
            <a:avLst/>
          </a:prstGeom>
          <a:noFill/>
          <a:extLst>
            <a:ext uri="{909E8E84-426E-40DD-AFC4-6F175D3DCCD1}">
              <a14:hiddenFill xmlns:a14="http://schemas.microsoft.com/office/drawing/2010/main">
                <a:solidFill>
                  <a:srgbClr val="FFFFFF"/>
                </a:solidFill>
              </a14:hiddenFill>
            </a:ext>
          </a:extLst>
        </p:spPr>
      </p:pic>
      <p:grpSp>
        <p:nvGrpSpPr>
          <p:cNvPr id="7" name="6 Grupo"/>
          <p:cNvGrpSpPr/>
          <p:nvPr/>
        </p:nvGrpSpPr>
        <p:grpSpPr>
          <a:xfrm>
            <a:off x="4750553" y="4725144"/>
            <a:ext cx="3853895" cy="456636"/>
            <a:chOff x="4750553" y="4725144"/>
            <a:chExt cx="3853895" cy="456636"/>
          </a:xfrm>
        </p:grpSpPr>
        <p:sp>
          <p:nvSpPr>
            <p:cNvPr id="75" name="74 Rectángulo"/>
            <p:cNvSpPr/>
            <p:nvPr/>
          </p:nvSpPr>
          <p:spPr bwMode="auto">
            <a:xfrm>
              <a:off x="4750553" y="4725144"/>
              <a:ext cx="3853895" cy="456636"/>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6" name="Rectangle 3"/>
            <p:cNvSpPr txBox="1">
              <a:spLocks noChangeArrowheads="1"/>
            </p:cNvSpPr>
            <p:nvPr/>
          </p:nvSpPr>
          <p:spPr bwMode="auto">
            <a:xfrm>
              <a:off x="4881870" y="4797152"/>
              <a:ext cx="1067415" cy="384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chemeClr val="accent1"/>
                  </a:solidFill>
                  <a:latin typeface="Adobe Fan Heiti Std B" pitchFamily="34" charset="-128"/>
                  <a:ea typeface="Adobe Fan Heiti Std B" pitchFamily="34" charset="-128"/>
                </a:rPr>
                <a:t>Ave</a:t>
              </a:r>
              <a:r>
                <a:rPr lang="en-US" sz="1400" kern="0" dirty="0">
                  <a:solidFill>
                    <a:schemeClr val="bg2">
                      <a:lumMod val="50000"/>
                    </a:schemeClr>
                  </a:solidFill>
                  <a:latin typeface="Adobe Fan Heiti Std B" pitchFamily="34" charset="-128"/>
                  <a:ea typeface="Adobe Fan Heiti Std B" pitchFamily="34" charset="-128"/>
                </a:rPr>
                <a:t> </a:t>
              </a:r>
              <a:r>
                <a:rPr lang="en-US" sz="1400" kern="0" dirty="0" err="1">
                  <a:solidFill>
                    <a:schemeClr val="bg2">
                      <a:lumMod val="50000"/>
                    </a:schemeClr>
                  </a:solidFill>
                  <a:latin typeface="Adobe Fan Heiti Std B" pitchFamily="34" charset="-128"/>
                  <a:ea typeface="Adobe Fan Heiti Std B" pitchFamily="34" charset="-128"/>
                </a:rPr>
                <a:t>ave</a:t>
              </a:r>
              <a:endParaRPr lang="en-US" sz="1400" kern="0" dirty="0">
                <a:latin typeface="Adobe Fan Heiti Std B" pitchFamily="34" charset="-128"/>
                <a:ea typeface="Adobe Fan Heiti Std B" pitchFamily="34" charset="-128"/>
              </a:endParaRPr>
            </a:p>
          </p:txBody>
        </p:sp>
      </p:grpSp>
      <p:grpSp>
        <p:nvGrpSpPr>
          <p:cNvPr id="5" name="4 Grupo"/>
          <p:cNvGrpSpPr/>
          <p:nvPr/>
        </p:nvGrpSpPr>
        <p:grpSpPr>
          <a:xfrm>
            <a:off x="5949285" y="5277498"/>
            <a:ext cx="1045635" cy="1250773"/>
            <a:chOff x="5949285" y="5277498"/>
            <a:chExt cx="1045635" cy="1250773"/>
          </a:xfrm>
        </p:grpSpPr>
        <p:sp>
          <p:nvSpPr>
            <p:cNvPr id="77" name="76 Rectángulo"/>
            <p:cNvSpPr/>
            <p:nvPr/>
          </p:nvSpPr>
          <p:spPr bwMode="auto">
            <a:xfrm>
              <a:off x="6069815" y="527749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8" name="Rectangle 3"/>
            <p:cNvSpPr txBox="1">
              <a:spLocks noChangeArrowheads="1"/>
            </p:cNvSpPr>
            <p:nvPr/>
          </p:nvSpPr>
          <p:spPr bwMode="auto">
            <a:xfrm>
              <a:off x="5949285" y="6093296"/>
              <a:ext cx="104563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a:solidFill>
                    <a:schemeClr val="accent1"/>
                  </a:solidFill>
                </a:rPr>
                <a:t>Ave</a:t>
              </a:r>
            </a:p>
          </p:txBody>
        </p:sp>
      </p:grpSp>
      <p:pic>
        <p:nvPicPr>
          <p:cNvPr id="79" name="Picture 2" descr="C:\Users\Raúl\Desktop\Pollito\pollito.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247635" y="5380372"/>
            <a:ext cx="495524" cy="649973"/>
          </a:xfrm>
          <a:prstGeom prst="rect">
            <a:avLst/>
          </a:prstGeom>
          <a:noFill/>
          <a:extLst>
            <a:ext uri="{909E8E84-426E-40DD-AFC4-6F175D3DCCD1}">
              <a14:hiddenFill xmlns:a14="http://schemas.microsoft.com/office/drawing/2010/main">
                <a:solidFill>
                  <a:srgbClr val="FFFFFF"/>
                </a:solidFill>
              </a14:hiddenFill>
            </a:ext>
          </a:extLst>
        </p:spPr>
      </p:pic>
      <p:sp>
        <p:nvSpPr>
          <p:cNvPr id="30" name="Rectangle 3"/>
          <p:cNvSpPr txBox="1">
            <a:spLocks noChangeArrowheads="1"/>
          </p:cNvSpPr>
          <p:nvPr/>
        </p:nvSpPr>
        <p:spPr bwMode="auto">
          <a:xfrm>
            <a:off x="2054636" y="4801030"/>
            <a:ext cx="2661380" cy="384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chemeClr val="bg2">
                    <a:lumMod val="50000"/>
                  </a:schemeClr>
                </a:solidFill>
                <a:latin typeface="Adobe Fan Heiti Std B" pitchFamily="34" charset="-128"/>
                <a:ea typeface="Adobe Fan Heiti Std B" pitchFamily="34" charset="-128"/>
              </a:rPr>
              <a:t> new </a:t>
            </a:r>
            <a:r>
              <a:rPr lang="en-US" sz="1400" kern="0" dirty="0" err="1">
                <a:solidFill>
                  <a:srgbClr val="FF3300"/>
                </a:solidFill>
                <a:latin typeface="Adobe Fan Heiti Std B" pitchFamily="34" charset="-128"/>
                <a:ea typeface="Adobe Fan Heiti Std B" pitchFamily="34" charset="-128"/>
              </a:rPr>
              <a:t>Pollito</a:t>
            </a:r>
            <a:r>
              <a:rPr lang="en-US" sz="1400" kern="0" dirty="0">
                <a:solidFill>
                  <a:srgbClr val="FF3300"/>
                </a:solidFill>
                <a:latin typeface="Adobe Fan Heiti Std B" pitchFamily="34" charset="-128"/>
                <a:ea typeface="Adobe Fan Heiti Std B" pitchFamily="34" charset="-128"/>
              </a:rPr>
              <a:t>(</a:t>
            </a:r>
            <a:r>
              <a:rPr lang="en-US" sz="1400" kern="0" dirty="0">
                <a:solidFill>
                  <a:schemeClr val="bg2">
                    <a:lumMod val="50000"/>
                  </a:schemeClr>
                </a:solidFill>
                <a:latin typeface="Adobe Fan Heiti Std B" pitchFamily="34" charset="-128"/>
                <a:ea typeface="Adobe Fan Heiti Std B" pitchFamily="34" charset="-128"/>
              </a:rPr>
              <a:t>"</a:t>
            </a:r>
            <a:r>
              <a:rPr lang="en-US" sz="1400" kern="0" dirty="0" err="1">
                <a:solidFill>
                  <a:schemeClr val="bg2">
                    <a:lumMod val="50000"/>
                  </a:schemeClr>
                </a:solidFill>
                <a:latin typeface="Adobe Fan Heiti Std B" pitchFamily="34" charset="-128"/>
                <a:ea typeface="Adobe Fan Heiti Std B" pitchFamily="34" charset="-128"/>
              </a:rPr>
              <a:t>Raimundo</a:t>
            </a:r>
            <a:r>
              <a:rPr lang="en-US" sz="1400" kern="0" dirty="0">
                <a:solidFill>
                  <a:schemeClr val="bg2">
                    <a:lumMod val="50000"/>
                  </a:schemeClr>
                </a:solidFill>
                <a:latin typeface="Adobe Fan Heiti Std B" pitchFamily="34" charset="-128"/>
                <a:ea typeface="Adobe Fan Heiti Std B" pitchFamily="34" charset="-128"/>
              </a:rPr>
              <a:t>", 1</a:t>
            </a:r>
            <a:r>
              <a:rPr lang="en-US" sz="1400" kern="0" dirty="0">
                <a:solidFill>
                  <a:srgbClr val="FF3300"/>
                </a:solidFill>
                <a:latin typeface="Adobe Fan Heiti Std B" pitchFamily="34" charset="-128"/>
                <a:ea typeface="Adobe Fan Heiti Std B" pitchFamily="34" charset="-128"/>
              </a:rPr>
              <a:t>)</a:t>
            </a:r>
            <a:r>
              <a:rPr lang="en-US" sz="1400" kern="0" dirty="0">
                <a:solidFill>
                  <a:schemeClr val="bg2">
                    <a:lumMod val="50000"/>
                  </a:schemeClr>
                </a:solidFill>
                <a:latin typeface="Adobe Fan Heiti Std B" pitchFamily="34" charset="-128"/>
                <a:ea typeface="Adobe Fan Heiti Std B" pitchFamily="34" charset="-128"/>
              </a:rPr>
              <a:t>;</a:t>
            </a:r>
            <a:endParaRPr lang="en-US" sz="1400" kern="0" dirty="0">
              <a:latin typeface="Adobe Fan Heiti Std B" pitchFamily="34" charset="-128"/>
              <a:ea typeface="Adobe Fan Heiti Std B" pitchFamily="34" charset="-128"/>
            </a:endParaRPr>
          </a:p>
        </p:txBody>
      </p:sp>
      <p:sp>
        <p:nvSpPr>
          <p:cNvPr id="31" name="Rectangle 3"/>
          <p:cNvSpPr txBox="1">
            <a:spLocks noChangeArrowheads="1"/>
          </p:cNvSpPr>
          <p:nvPr/>
        </p:nvSpPr>
        <p:spPr bwMode="auto">
          <a:xfrm>
            <a:off x="5666072" y="4801030"/>
            <a:ext cx="2952328" cy="384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chemeClr val="bg2">
                    <a:lumMod val="50000"/>
                  </a:schemeClr>
                </a:solidFill>
                <a:latin typeface="Adobe Fan Heiti Std B" pitchFamily="34" charset="-128"/>
                <a:ea typeface="Adobe Fan Heiti Std B" pitchFamily="34" charset="-128"/>
              </a:rPr>
              <a:t> =  new </a:t>
            </a:r>
            <a:r>
              <a:rPr lang="en-US" sz="1400" kern="0" dirty="0" err="1">
                <a:solidFill>
                  <a:srgbClr val="FF3300"/>
                </a:solidFill>
                <a:latin typeface="Adobe Fan Heiti Std B" pitchFamily="34" charset="-128"/>
                <a:ea typeface="Adobe Fan Heiti Std B" pitchFamily="34" charset="-128"/>
              </a:rPr>
              <a:t>Pollito</a:t>
            </a:r>
            <a:r>
              <a:rPr lang="en-US" sz="1400" kern="0" dirty="0">
                <a:solidFill>
                  <a:srgbClr val="FF3300"/>
                </a:solidFill>
                <a:latin typeface="Adobe Fan Heiti Std B" pitchFamily="34" charset="-128"/>
                <a:ea typeface="Adobe Fan Heiti Std B" pitchFamily="34" charset="-128"/>
              </a:rPr>
              <a:t>(</a:t>
            </a:r>
            <a:r>
              <a:rPr lang="en-US" sz="1400" kern="0" dirty="0">
                <a:solidFill>
                  <a:schemeClr val="bg2">
                    <a:lumMod val="50000"/>
                  </a:schemeClr>
                </a:solidFill>
                <a:latin typeface="Adobe Fan Heiti Std B" pitchFamily="34" charset="-128"/>
                <a:ea typeface="Adobe Fan Heiti Std B" pitchFamily="34" charset="-128"/>
              </a:rPr>
              <a:t>"</a:t>
            </a:r>
            <a:r>
              <a:rPr lang="en-US" sz="1400" kern="0" dirty="0" err="1">
                <a:solidFill>
                  <a:schemeClr val="bg2">
                    <a:lumMod val="50000"/>
                  </a:schemeClr>
                </a:solidFill>
                <a:latin typeface="Adobe Fan Heiti Std B" pitchFamily="34" charset="-128"/>
                <a:ea typeface="Adobe Fan Heiti Std B" pitchFamily="34" charset="-128"/>
              </a:rPr>
              <a:t>Raimundo</a:t>
            </a:r>
            <a:r>
              <a:rPr lang="en-US" sz="1400" kern="0" dirty="0">
                <a:solidFill>
                  <a:schemeClr val="bg2">
                    <a:lumMod val="50000"/>
                  </a:schemeClr>
                </a:solidFill>
                <a:latin typeface="Adobe Fan Heiti Std B" pitchFamily="34" charset="-128"/>
                <a:ea typeface="Adobe Fan Heiti Std B" pitchFamily="34" charset="-128"/>
              </a:rPr>
              <a:t>", 1</a:t>
            </a:r>
            <a:r>
              <a:rPr lang="en-US" sz="1400" kern="0" dirty="0">
                <a:solidFill>
                  <a:srgbClr val="FF3300"/>
                </a:solidFill>
                <a:latin typeface="Adobe Fan Heiti Std B" pitchFamily="34" charset="-128"/>
                <a:ea typeface="Adobe Fan Heiti Std B" pitchFamily="34" charset="-128"/>
              </a:rPr>
              <a:t>)</a:t>
            </a:r>
            <a:r>
              <a:rPr lang="en-US" sz="1400" kern="0" dirty="0">
                <a:solidFill>
                  <a:schemeClr val="bg2">
                    <a:lumMod val="50000"/>
                  </a:schemeClr>
                </a:solidFill>
                <a:latin typeface="Adobe Fan Heiti Std B" pitchFamily="34" charset="-128"/>
                <a:ea typeface="Adobe Fan Heiti Std B" pitchFamily="34" charset="-128"/>
              </a:rPr>
              <a:t>;</a:t>
            </a:r>
            <a:endParaRPr lang="en-US" sz="1400" kern="0" dirty="0">
              <a:latin typeface="Adobe Fan Heiti Std B" pitchFamily="34" charset="-128"/>
              <a:ea typeface="Adobe Fan Heiti Std B" pitchFamily="34" charset="-128"/>
            </a:endParaRPr>
          </a:p>
        </p:txBody>
      </p:sp>
      <p:cxnSp>
        <p:nvCxnSpPr>
          <p:cNvPr id="9" name="8 Conector recto de flecha"/>
          <p:cNvCxnSpPr>
            <a:stCxn id="72" idx="3"/>
          </p:cNvCxnSpPr>
          <p:nvPr/>
        </p:nvCxnSpPr>
        <p:spPr bwMode="auto">
          <a:xfrm flipV="1">
            <a:off x="2875015" y="5705358"/>
            <a:ext cx="622666" cy="1"/>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sp>
        <p:nvSpPr>
          <p:cNvPr id="38" name="Rectangle 3"/>
          <p:cNvSpPr txBox="1">
            <a:spLocks noChangeArrowheads="1"/>
          </p:cNvSpPr>
          <p:nvPr/>
        </p:nvSpPr>
        <p:spPr bwMode="auto">
          <a:xfrm>
            <a:off x="1905911" y="4797152"/>
            <a:ext cx="295486" cy="384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600" kern="0" dirty="0">
                <a:solidFill>
                  <a:srgbClr val="000000"/>
                </a:solidFill>
                <a:latin typeface="Adobe Fan Heiti Std B" pitchFamily="34" charset="-128"/>
                <a:ea typeface="Adobe Fan Heiti Std B" pitchFamily="34" charset="-128"/>
              </a:rPr>
              <a:t>=</a:t>
            </a:r>
          </a:p>
        </p:txBody>
      </p:sp>
      <p:sp>
        <p:nvSpPr>
          <p:cNvPr id="40" name="Rectangle 3"/>
          <p:cNvSpPr txBox="1">
            <a:spLocks noChangeArrowheads="1"/>
          </p:cNvSpPr>
          <p:nvPr/>
        </p:nvSpPr>
        <p:spPr bwMode="auto">
          <a:xfrm>
            <a:off x="1517962" y="6477697"/>
            <a:ext cx="196520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1"/>
                </a:solidFill>
              </a:rPr>
              <a:t>pollo.</a:t>
            </a:r>
            <a:r>
              <a:rPr lang="en-US" sz="1600" kern="0" dirty="0" err="1">
                <a:solidFill>
                  <a:srgbClr val="FF0000"/>
                </a:solidFill>
              </a:rPr>
              <a:t>hablar</a:t>
            </a:r>
            <a:r>
              <a:rPr lang="en-US" sz="1600" kern="0" dirty="0">
                <a:solidFill>
                  <a:srgbClr val="FF0000"/>
                </a:solidFill>
              </a:rPr>
              <a:t>()</a:t>
            </a:r>
          </a:p>
        </p:txBody>
      </p:sp>
      <p:sp>
        <p:nvSpPr>
          <p:cNvPr id="41" name="Rectangle 3"/>
          <p:cNvSpPr txBox="1">
            <a:spLocks noChangeArrowheads="1"/>
          </p:cNvSpPr>
          <p:nvPr/>
        </p:nvSpPr>
        <p:spPr bwMode="auto">
          <a:xfrm>
            <a:off x="5529761" y="6503793"/>
            <a:ext cx="196520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1"/>
                </a:solidFill>
              </a:rPr>
              <a:t>ave.</a:t>
            </a:r>
            <a:r>
              <a:rPr lang="en-US" sz="1600" kern="0" dirty="0" err="1">
                <a:solidFill>
                  <a:srgbClr val="FF0000"/>
                </a:solidFill>
              </a:rPr>
              <a:t>hablar</a:t>
            </a:r>
            <a:r>
              <a:rPr lang="en-US" sz="1600" kern="0" dirty="0">
                <a:solidFill>
                  <a:srgbClr val="FF0000"/>
                </a:solidFill>
              </a:rPr>
              <a:t>()</a:t>
            </a:r>
          </a:p>
        </p:txBody>
      </p:sp>
      <p:grpSp>
        <p:nvGrpSpPr>
          <p:cNvPr id="14" name="13 Grupo"/>
          <p:cNvGrpSpPr/>
          <p:nvPr/>
        </p:nvGrpSpPr>
        <p:grpSpPr>
          <a:xfrm>
            <a:off x="3409607" y="6462496"/>
            <a:ext cx="1378417" cy="396770"/>
            <a:chOff x="3193582" y="6462496"/>
            <a:chExt cx="1378417" cy="396770"/>
          </a:xfrm>
        </p:grpSpPr>
        <p:cxnSp>
          <p:nvCxnSpPr>
            <p:cNvPr id="43" name="42 Conector recto de flecha"/>
            <p:cNvCxnSpPr/>
            <p:nvPr/>
          </p:nvCxnSpPr>
          <p:spPr bwMode="auto">
            <a:xfrm>
              <a:off x="3193582" y="6678201"/>
              <a:ext cx="593073" cy="0"/>
            </a:xfrm>
            <a:prstGeom prst="straightConnector1">
              <a:avLst/>
            </a:prstGeom>
            <a:ln>
              <a:solidFill>
                <a:srgbClr val="FFC000"/>
              </a:solidFill>
              <a:headEnd type="none" w="med" len="med"/>
              <a:tailEnd type="triangle" w="med" len="med"/>
            </a:ln>
          </p:spPr>
          <p:style>
            <a:lnRef idx="3">
              <a:schemeClr val="accent5"/>
            </a:lnRef>
            <a:fillRef idx="0">
              <a:schemeClr val="accent5"/>
            </a:fillRef>
            <a:effectRef idx="2">
              <a:schemeClr val="accent5"/>
            </a:effectRef>
            <a:fontRef idx="minor">
              <a:schemeClr val="tx1"/>
            </a:fontRef>
          </p:style>
        </p:cxnSp>
        <p:sp>
          <p:nvSpPr>
            <p:cNvPr id="46" name="Rectangle 3"/>
            <p:cNvSpPr txBox="1">
              <a:spLocks noChangeArrowheads="1"/>
            </p:cNvSpPr>
            <p:nvPr/>
          </p:nvSpPr>
          <p:spPr bwMode="auto">
            <a:xfrm>
              <a:off x="3670990" y="6462496"/>
              <a:ext cx="901009"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i="1" kern="0" dirty="0">
                  <a:solidFill>
                    <a:srgbClr val="F2B800"/>
                  </a:solidFill>
                  <a:latin typeface="Bradley Hand ITC" panose="03070402050302030203" pitchFamily="66" charset="0"/>
                  <a:ea typeface="Adobe Fan Heiti Std B" pitchFamily="34" charset="-128"/>
                </a:rPr>
                <a:t>"</a:t>
              </a:r>
              <a:r>
                <a:rPr lang="en-US" i="1" kern="0" dirty="0" err="1">
                  <a:solidFill>
                    <a:srgbClr val="F2B800"/>
                  </a:solidFill>
                  <a:latin typeface="Bradley Hand ITC" panose="03070402050302030203" pitchFamily="66" charset="0"/>
                  <a:ea typeface="Adobe Fan Heiti Std B" pitchFamily="34" charset="-128"/>
                </a:rPr>
                <a:t>pio</a:t>
              </a:r>
              <a:r>
                <a:rPr lang="en-US" i="1" kern="0" dirty="0">
                  <a:solidFill>
                    <a:srgbClr val="F2B800"/>
                  </a:solidFill>
                  <a:latin typeface="Bradley Hand ITC" panose="03070402050302030203" pitchFamily="66" charset="0"/>
                  <a:ea typeface="Adobe Fan Heiti Std B" pitchFamily="34" charset="-128"/>
                </a:rPr>
                <a:t>"</a:t>
              </a:r>
            </a:p>
          </p:txBody>
        </p:sp>
      </p:grpSp>
      <p:grpSp>
        <p:nvGrpSpPr>
          <p:cNvPr id="49" name="48 Grupo"/>
          <p:cNvGrpSpPr/>
          <p:nvPr/>
        </p:nvGrpSpPr>
        <p:grpSpPr>
          <a:xfrm>
            <a:off x="7309051" y="6454063"/>
            <a:ext cx="1378417" cy="396770"/>
            <a:chOff x="3193582" y="6462496"/>
            <a:chExt cx="1378417" cy="396770"/>
          </a:xfrm>
        </p:grpSpPr>
        <p:cxnSp>
          <p:nvCxnSpPr>
            <p:cNvPr id="50" name="49 Conector recto de flecha"/>
            <p:cNvCxnSpPr/>
            <p:nvPr/>
          </p:nvCxnSpPr>
          <p:spPr bwMode="auto">
            <a:xfrm>
              <a:off x="3193582" y="6678201"/>
              <a:ext cx="593073" cy="0"/>
            </a:xfrm>
            <a:prstGeom prst="straightConnector1">
              <a:avLst/>
            </a:prstGeom>
            <a:ln>
              <a:solidFill>
                <a:srgbClr val="FFC000"/>
              </a:solidFill>
              <a:headEnd type="none" w="med" len="med"/>
              <a:tailEnd type="triangle" w="med" len="med"/>
            </a:ln>
          </p:spPr>
          <p:style>
            <a:lnRef idx="3">
              <a:schemeClr val="accent5"/>
            </a:lnRef>
            <a:fillRef idx="0">
              <a:schemeClr val="accent5"/>
            </a:fillRef>
            <a:effectRef idx="2">
              <a:schemeClr val="accent5"/>
            </a:effectRef>
            <a:fontRef idx="minor">
              <a:schemeClr val="tx1"/>
            </a:fontRef>
          </p:style>
        </p:cxnSp>
        <p:sp>
          <p:nvSpPr>
            <p:cNvPr id="53" name="Rectangle 3"/>
            <p:cNvSpPr txBox="1">
              <a:spLocks noChangeArrowheads="1"/>
            </p:cNvSpPr>
            <p:nvPr/>
          </p:nvSpPr>
          <p:spPr bwMode="auto">
            <a:xfrm>
              <a:off x="3670990" y="6462496"/>
              <a:ext cx="901009"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i="1" kern="0" dirty="0">
                  <a:solidFill>
                    <a:srgbClr val="F2B800"/>
                  </a:solidFill>
                  <a:latin typeface="Bradley Hand ITC" panose="03070402050302030203" pitchFamily="66" charset="0"/>
                  <a:ea typeface="Adobe Fan Heiti Std B" pitchFamily="34" charset="-128"/>
                </a:rPr>
                <a:t>"</a:t>
              </a:r>
              <a:r>
                <a:rPr lang="en-US" i="1" kern="0" dirty="0" err="1">
                  <a:solidFill>
                    <a:srgbClr val="F2B800"/>
                  </a:solidFill>
                  <a:latin typeface="Bradley Hand ITC" panose="03070402050302030203" pitchFamily="66" charset="0"/>
                  <a:ea typeface="Adobe Fan Heiti Std B" pitchFamily="34" charset="-128"/>
                </a:rPr>
                <a:t>pio</a:t>
              </a:r>
              <a:r>
                <a:rPr lang="en-US" i="1" kern="0" dirty="0">
                  <a:solidFill>
                    <a:srgbClr val="F2B800"/>
                  </a:solidFill>
                  <a:latin typeface="Bradley Hand ITC" panose="03070402050302030203" pitchFamily="66" charset="0"/>
                  <a:ea typeface="Adobe Fan Heiti Std B" pitchFamily="34" charset="-128"/>
                </a:rPr>
                <a:t>"</a:t>
              </a:r>
            </a:p>
          </p:txBody>
        </p:sp>
      </p:grpSp>
    </p:spTree>
    <p:extLst>
      <p:ext uri="{BB962C8B-B14F-4D97-AF65-F5344CB8AC3E}">
        <p14:creationId xmlns:p14="http://schemas.microsoft.com/office/powerpoint/2010/main" val="21430567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cBhvr>
                                        <p:cTn id="7" dur="500" fill="hold"/>
                                        <p:tgtEl>
                                          <p:spTgt spid="54"/>
                                        </p:tgtEl>
                                        <p:attrNameLst>
                                          <p:attrName>ppt_w</p:attrName>
                                        </p:attrNameLst>
                                      </p:cBhvr>
                                      <p:tavLst>
                                        <p:tav tm="0">
                                          <p:val>
                                            <p:fltVal val="0"/>
                                          </p:val>
                                        </p:tav>
                                        <p:tav tm="100000">
                                          <p:val>
                                            <p:strVal val="#ppt_w"/>
                                          </p:val>
                                        </p:tav>
                                      </p:tavLst>
                                    </p:anim>
                                    <p:anim calcmode="lin" valueType="num">
                                      <p:cBhvr>
                                        <p:cTn id="8" dur="500" fill="hold"/>
                                        <p:tgtEl>
                                          <p:spTgt spid="54"/>
                                        </p:tgtEl>
                                        <p:attrNameLst>
                                          <p:attrName>ppt_h</p:attrName>
                                        </p:attrNameLst>
                                      </p:cBhvr>
                                      <p:tavLst>
                                        <p:tav tm="0">
                                          <p:val>
                                            <p:fltVal val="0"/>
                                          </p:val>
                                        </p:tav>
                                        <p:tav tm="100000">
                                          <p:val>
                                            <p:strVal val="#ppt_h"/>
                                          </p:val>
                                        </p:tav>
                                      </p:tavLst>
                                    </p:anim>
                                    <p:animEffect transition="in" filter="fade">
                                      <p:cBhvr>
                                        <p:cTn id="9" dur="500"/>
                                        <p:tgtEl>
                                          <p:spTgt spid="5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8"/>
                                        </p:tgtEl>
                                        <p:attrNameLst>
                                          <p:attrName>style.visibility</p:attrName>
                                        </p:attrNameLst>
                                      </p:cBhvr>
                                      <p:to>
                                        <p:strVal val="visible"/>
                                      </p:to>
                                    </p:set>
                                    <p:anim calcmode="lin" valueType="num">
                                      <p:cBhvr>
                                        <p:cTn id="12" dur="500" fill="hold"/>
                                        <p:tgtEl>
                                          <p:spTgt spid="48"/>
                                        </p:tgtEl>
                                        <p:attrNameLst>
                                          <p:attrName>ppt_w</p:attrName>
                                        </p:attrNameLst>
                                      </p:cBhvr>
                                      <p:tavLst>
                                        <p:tav tm="0">
                                          <p:val>
                                            <p:fltVal val="0"/>
                                          </p:val>
                                        </p:tav>
                                        <p:tav tm="100000">
                                          <p:val>
                                            <p:strVal val="#ppt_w"/>
                                          </p:val>
                                        </p:tav>
                                      </p:tavLst>
                                    </p:anim>
                                    <p:anim calcmode="lin" valueType="num">
                                      <p:cBhvr>
                                        <p:cTn id="13" dur="500" fill="hold"/>
                                        <p:tgtEl>
                                          <p:spTgt spid="48"/>
                                        </p:tgtEl>
                                        <p:attrNameLst>
                                          <p:attrName>ppt_h</p:attrName>
                                        </p:attrNameLst>
                                      </p:cBhvr>
                                      <p:tavLst>
                                        <p:tav tm="0">
                                          <p:val>
                                            <p:fltVal val="0"/>
                                          </p:val>
                                        </p:tav>
                                        <p:tav tm="100000">
                                          <p:val>
                                            <p:strVal val="#ppt_h"/>
                                          </p:val>
                                        </p:tav>
                                      </p:tavLst>
                                    </p:anim>
                                    <p:animEffect transition="in" filter="fade">
                                      <p:cBhvr>
                                        <p:cTn id="14" dur="500"/>
                                        <p:tgtEl>
                                          <p:spTgt spid="48"/>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51"/>
                                        </p:tgtEl>
                                        <p:attrNameLst>
                                          <p:attrName>style.visibility</p:attrName>
                                        </p:attrNameLst>
                                      </p:cBhvr>
                                      <p:to>
                                        <p:strVal val="visible"/>
                                      </p:to>
                                    </p:set>
                                    <p:anim calcmode="lin" valueType="num">
                                      <p:cBhvr>
                                        <p:cTn id="17" dur="500" fill="hold"/>
                                        <p:tgtEl>
                                          <p:spTgt spid="51"/>
                                        </p:tgtEl>
                                        <p:attrNameLst>
                                          <p:attrName>ppt_w</p:attrName>
                                        </p:attrNameLst>
                                      </p:cBhvr>
                                      <p:tavLst>
                                        <p:tav tm="0">
                                          <p:val>
                                            <p:fltVal val="0"/>
                                          </p:val>
                                        </p:tav>
                                        <p:tav tm="100000">
                                          <p:val>
                                            <p:strVal val="#ppt_w"/>
                                          </p:val>
                                        </p:tav>
                                      </p:tavLst>
                                    </p:anim>
                                    <p:anim calcmode="lin" valueType="num">
                                      <p:cBhvr>
                                        <p:cTn id="18" dur="500" fill="hold"/>
                                        <p:tgtEl>
                                          <p:spTgt spid="51"/>
                                        </p:tgtEl>
                                        <p:attrNameLst>
                                          <p:attrName>ppt_h</p:attrName>
                                        </p:attrNameLst>
                                      </p:cBhvr>
                                      <p:tavLst>
                                        <p:tav tm="0">
                                          <p:val>
                                            <p:fltVal val="0"/>
                                          </p:val>
                                        </p:tav>
                                        <p:tav tm="100000">
                                          <p:val>
                                            <p:strVal val="#ppt_h"/>
                                          </p:val>
                                        </p:tav>
                                      </p:tavLst>
                                    </p:anim>
                                    <p:animEffect transition="in" filter="fade">
                                      <p:cBhvr>
                                        <p:cTn id="19" dur="500"/>
                                        <p:tgtEl>
                                          <p:spTgt spid="51"/>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52"/>
                                        </p:tgtEl>
                                        <p:attrNameLst>
                                          <p:attrName>style.visibility</p:attrName>
                                        </p:attrNameLst>
                                      </p:cBhvr>
                                      <p:to>
                                        <p:strVal val="visible"/>
                                      </p:to>
                                    </p:set>
                                    <p:anim calcmode="lin" valueType="num">
                                      <p:cBhvr>
                                        <p:cTn id="22" dur="500" fill="hold"/>
                                        <p:tgtEl>
                                          <p:spTgt spid="52"/>
                                        </p:tgtEl>
                                        <p:attrNameLst>
                                          <p:attrName>ppt_w</p:attrName>
                                        </p:attrNameLst>
                                      </p:cBhvr>
                                      <p:tavLst>
                                        <p:tav tm="0">
                                          <p:val>
                                            <p:fltVal val="0"/>
                                          </p:val>
                                        </p:tav>
                                        <p:tav tm="100000">
                                          <p:val>
                                            <p:strVal val="#ppt_w"/>
                                          </p:val>
                                        </p:tav>
                                      </p:tavLst>
                                    </p:anim>
                                    <p:anim calcmode="lin" valueType="num">
                                      <p:cBhvr>
                                        <p:cTn id="23" dur="500" fill="hold"/>
                                        <p:tgtEl>
                                          <p:spTgt spid="52"/>
                                        </p:tgtEl>
                                        <p:attrNameLst>
                                          <p:attrName>ppt_h</p:attrName>
                                        </p:attrNameLst>
                                      </p:cBhvr>
                                      <p:tavLst>
                                        <p:tav tm="0">
                                          <p:val>
                                            <p:fltVal val="0"/>
                                          </p:val>
                                        </p:tav>
                                        <p:tav tm="100000">
                                          <p:val>
                                            <p:strVal val="#ppt_h"/>
                                          </p:val>
                                        </p:tav>
                                      </p:tavLst>
                                    </p:anim>
                                    <p:animEffect transition="in" filter="fade">
                                      <p:cBhvr>
                                        <p:cTn id="24" dur="500"/>
                                        <p:tgtEl>
                                          <p:spTgt spid="52"/>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anim calcmode="lin" valueType="num">
                                      <p:cBhvr>
                                        <p:cTn id="29" dur="500" fill="hold"/>
                                        <p:tgtEl>
                                          <p:spTgt spid="3"/>
                                        </p:tgtEl>
                                        <p:attrNameLst>
                                          <p:attrName>ppt_w</p:attrName>
                                        </p:attrNameLst>
                                      </p:cBhvr>
                                      <p:tavLst>
                                        <p:tav tm="0">
                                          <p:val>
                                            <p:fltVal val="0"/>
                                          </p:val>
                                        </p:tav>
                                        <p:tav tm="100000">
                                          <p:val>
                                            <p:strVal val="#ppt_w"/>
                                          </p:val>
                                        </p:tav>
                                      </p:tavLst>
                                    </p:anim>
                                    <p:anim calcmode="lin" valueType="num">
                                      <p:cBhvr>
                                        <p:cTn id="30" dur="500" fill="hold"/>
                                        <p:tgtEl>
                                          <p:spTgt spid="3"/>
                                        </p:tgtEl>
                                        <p:attrNameLst>
                                          <p:attrName>ppt_h</p:attrName>
                                        </p:attrNameLst>
                                      </p:cBhvr>
                                      <p:tavLst>
                                        <p:tav tm="0">
                                          <p:val>
                                            <p:fltVal val="0"/>
                                          </p:val>
                                        </p:tav>
                                        <p:tav tm="100000">
                                          <p:val>
                                            <p:strVal val="#ppt_h"/>
                                          </p:val>
                                        </p:tav>
                                      </p:tavLst>
                                    </p:anim>
                                    <p:animEffect transition="in" filter="fade">
                                      <p:cBhvr>
                                        <p:cTn id="31" dur="500"/>
                                        <p:tgtEl>
                                          <p:spTgt spid="3"/>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5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nodeType="clickEffect">
                                  <p:stCondLst>
                                    <p:cond delay="0"/>
                                  </p:stCondLst>
                                  <p:childTnLst>
                                    <p:set>
                                      <p:cBhvr>
                                        <p:cTn id="40" dur="1" fill="hold">
                                          <p:stCondLst>
                                            <p:cond delay="0"/>
                                          </p:stCondLst>
                                        </p:cTn>
                                        <p:tgtEl>
                                          <p:spTgt spid="74"/>
                                        </p:tgtEl>
                                        <p:attrNameLst>
                                          <p:attrName>style.visibility</p:attrName>
                                        </p:attrNameLst>
                                      </p:cBhvr>
                                      <p:to>
                                        <p:strVal val="visible"/>
                                      </p:to>
                                    </p:set>
                                    <p:anim calcmode="lin" valueType="num">
                                      <p:cBhvr>
                                        <p:cTn id="41" dur="500" fill="hold"/>
                                        <p:tgtEl>
                                          <p:spTgt spid="74"/>
                                        </p:tgtEl>
                                        <p:attrNameLst>
                                          <p:attrName>ppt_w</p:attrName>
                                        </p:attrNameLst>
                                      </p:cBhvr>
                                      <p:tavLst>
                                        <p:tav tm="0">
                                          <p:val>
                                            <p:fltVal val="0"/>
                                          </p:val>
                                        </p:tav>
                                        <p:tav tm="100000">
                                          <p:val>
                                            <p:strVal val="#ppt_w"/>
                                          </p:val>
                                        </p:tav>
                                      </p:tavLst>
                                    </p:anim>
                                    <p:anim calcmode="lin" valueType="num">
                                      <p:cBhvr>
                                        <p:cTn id="42" dur="500" fill="hold"/>
                                        <p:tgtEl>
                                          <p:spTgt spid="74"/>
                                        </p:tgtEl>
                                        <p:attrNameLst>
                                          <p:attrName>ppt_h</p:attrName>
                                        </p:attrNameLst>
                                      </p:cBhvr>
                                      <p:tavLst>
                                        <p:tav tm="0">
                                          <p:val>
                                            <p:fltVal val="0"/>
                                          </p:val>
                                        </p:tav>
                                        <p:tav tm="100000">
                                          <p:val>
                                            <p:strVal val="#ppt_h"/>
                                          </p:val>
                                        </p:tav>
                                      </p:tavLst>
                                    </p:anim>
                                    <p:animEffect transition="in" filter="fade">
                                      <p:cBhvr>
                                        <p:cTn id="43" dur="500"/>
                                        <p:tgtEl>
                                          <p:spTgt spid="74"/>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grpId="0" nodeType="clickEffect">
                                  <p:stCondLst>
                                    <p:cond delay="0"/>
                                  </p:stCondLst>
                                  <p:childTnLst>
                                    <p:set>
                                      <p:cBhvr>
                                        <p:cTn id="47" dur="1" fill="hold">
                                          <p:stCondLst>
                                            <p:cond delay="0"/>
                                          </p:stCondLst>
                                        </p:cTn>
                                        <p:tgtEl>
                                          <p:spTgt spid="30"/>
                                        </p:tgtEl>
                                        <p:attrNameLst>
                                          <p:attrName>style.visibility</p:attrName>
                                        </p:attrNameLst>
                                      </p:cBhvr>
                                      <p:to>
                                        <p:strVal val="visible"/>
                                      </p:to>
                                    </p:set>
                                    <p:anim calcmode="lin" valueType="num">
                                      <p:cBhvr>
                                        <p:cTn id="48" dur="500" fill="hold"/>
                                        <p:tgtEl>
                                          <p:spTgt spid="30"/>
                                        </p:tgtEl>
                                        <p:attrNameLst>
                                          <p:attrName>ppt_w</p:attrName>
                                        </p:attrNameLst>
                                      </p:cBhvr>
                                      <p:tavLst>
                                        <p:tav tm="0">
                                          <p:val>
                                            <p:fltVal val="0"/>
                                          </p:val>
                                        </p:tav>
                                        <p:tav tm="100000">
                                          <p:val>
                                            <p:strVal val="#ppt_w"/>
                                          </p:val>
                                        </p:tav>
                                      </p:tavLst>
                                    </p:anim>
                                    <p:anim calcmode="lin" valueType="num">
                                      <p:cBhvr>
                                        <p:cTn id="49" dur="500" fill="hold"/>
                                        <p:tgtEl>
                                          <p:spTgt spid="30"/>
                                        </p:tgtEl>
                                        <p:attrNameLst>
                                          <p:attrName>ppt_h</p:attrName>
                                        </p:attrNameLst>
                                      </p:cBhvr>
                                      <p:tavLst>
                                        <p:tav tm="0">
                                          <p:val>
                                            <p:fltVal val="0"/>
                                          </p:val>
                                        </p:tav>
                                        <p:tav tm="100000">
                                          <p:val>
                                            <p:strVal val="#ppt_h"/>
                                          </p:val>
                                        </p:tav>
                                      </p:tavLst>
                                    </p:anim>
                                    <p:animEffect transition="in" filter="fade">
                                      <p:cBhvr>
                                        <p:cTn id="50" dur="500"/>
                                        <p:tgtEl>
                                          <p:spTgt spid="30"/>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wipe(left)">
                                      <p:cBhvr>
                                        <p:cTn id="55" dur="500"/>
                                        <p:tgtEl>
                                          <p:spTgt spid="9"/>
                                        </p:tgtEl>
                                      </p:cBhvr>
                                    </p:animEffect>
                                  </p:childTnLst>
                                </p:cTn>
                              </p:par>
                            </p:childTnLst>
                          </p:cTn>
                        </p:par>
                      </p:childTnLst>
                    </p:cTn>
                  </p:par>
                  <p:par>
                    <p:cTn id="56" fill="hold">
                      <p:stCondLst>
                        <p:cond delay="indefinite"/>
                      </p:stCondLst>
                      <p:childTnLst>
                        <p:par>
                          <p:cTn id="57" fill="hold">
                            <p:stCondLst>
                              <p:cond delay="0"/>
                            </p:stCondLst>
                            <p:childTnLst>
                              <p:par>
                                <p:cTn id="58" presetID="53" presetClass="entr" presetSubtype="16" fill="hold" grpId="0" nodeType="clickEffect">
                                  <p:stCondLst>
                                    <p:cond delay="0"/>
                                  </p:stCondLst>
                                  <p:childTnLst>
                                    <p:set>
                                      <p:cBhvr>
                                        <p:cTn id="59" dur="1" fill="hold">
                                          <p:stCondLst>
                                            <p:cond delay="0"/>
                                          </p:stCondLst>
                                        </p:cTn>
                                        <p:tgtEl>
                                          <p:spTgt spid="38"/>
                                        </p:tgtEl>
                                        <p:attrNameLst>
                                          <p:attrName>style.visibility</p:attrName>
                                        </p:attrNameLst>
                                      </p:cBhvr>
                                      <p:to>
                                        <p:strVal val="visible"/>
                                      </p:to>
                                    </p:set>
                                    <p:anim calcmode="lin" valueType="num">
                                      <p:cBhvr>
                                        <p:cTn id="60" dur="500" fill="hold"/>
                                        <p:tgtEl>
                                          <p:spTgt spid="38"/>
                                        </p:tgtEl>
                                        <p:attrNameLst>
                                          <p:attrName>ppt_w</p:attrName>
                                        </p:attrNameLst>
                                      </p:cBhvr>
                                      <p:tavLst>
                                        <p:tav tm="0">
                                          <p:val>
                                            <p:fltVal val="0"/>
                                          </p:val>
                                        </p:tav>
                                        <p:tav tm="100000">
                                          <p:val>
                                            <p:strVal val="#ppt_w"/>
                                          </p:val>
                                        </p:tav>
                                      </p:tavLst>
                                    </p:anim>
                                    <p:anim calcmode="lin" valueType="num">
                                      <p:cBhvr>
                                        <p:cTn id="61" dur="500" fill="hold"/>
                                        <p:tgtEl>
                                          <p:spTgt spid="38"/>
                                        </p:tgtEl>
                                        <p:attrNameLst>
                                          <p:attrName>ppt_h</p:attrName>
                                        </p:attrNameLst>
                                      </p:cBhvr>
                                      <p:tavLst>
                                        <p:tav tm="0">
                                          <p:val>
                                            <p:fltVal val="0"/>
                                          </p:val>
                                        </p:tav>
                                        <p:tav tm="100000">
                                          <p:val>
                                            <p:strVal val="#ppt_h"/>
                                          </p:val>
                                        </p:tav>
                                      </p:tavLst>
                                    </p:anim>
                                    <p:animEffect transition="in" filter="fade">
                                      <p:cBhvr>
                                        <p:cTn id="62" dur="500"/>
                                        <p:tgtEl>
                                          <p:spTgt spid="38"/>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xit" presetSubtype="0" fill="hold" nodeType="clickEffect">
                                  <p:stCondLst>
                                    <p:cond delay="0"/>
                                  </p:stCondLst>
                                  <p:childTnLst>
                                    <p:animEffect transition="out" filter="fade">
                                      <p:cBhvr>
                                        <p:cTn id="66" dur="500"/>
                                        <p:tgtEl>
                                          <p:spTgt spid="9"/>
                                        </p:tgtEl>
                                      </p:cBhvr>
                                    </p:animEffect>
                                    <p:set>
                                      <p:cBhvr>
                                        <p:cTn id="67" dur="1" fill="hold">
                                          <p:stCondLst>
                                            <p:cond delay="499"/>
                                          </p:stCondLst>
                                        </p:cTn>
                                        <p:tgtEl>
                                          <p:spTgt spid="9"/>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35" presetClass="path" presetSubtype="0" accel="50000" decel="50000" fill="hold" nodeType="clickEffect">
                                  <p:stCondLst>
                                    <p:cond delay="0"/>
                                  </p:stCondLst>
                                  <p:childTnLst>
                                    <p:animMotion origin="layout" path="M -3.88889E-6 -4.79769E-6 L -0.14236 0.00185 " pathEditMode="relative" rAng="0" ptsTypes="AA">
                                      <p:cBhvr>
                                        <p:cTn id="71" dur="2000" fill="hold"/>
                                        <p:tgtEl>
                                          <p:spTgt spid="74"/>
                                        </p:tgtEl>
                                        <p:attrNameLst>
                                          <p:attrName>ppt_x</p:attrName>
                                          <p:attrName>ppt_y</p:attrName>
                                        </p:attrNameLst>
                                      </p:cBhvr>
                                      <p:rCtr x="-7118" y="92"/>
                                    </p:animMotion>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5"/>
                                        </p:tgtEl>
                                        <p:attrNameLst>
                                          <p:attrName>style.visibility</p:attrName>
                                        </p:attrNameLst>
                                      </p:cBhvr>
                                      <p:to>
                                        <p:strVal val="visible"/>
                                      </p:to>
                                    </p:set>
                                    <p:animEffect transition="in" filter="fade">
                                      <p:cBhvr>
                                        <p:cTn id="76" dur="500"/>
                                        <p:tgtEl>
                                          <p:spTgt spid="5"/>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7"/>
                                        </p:tgtEl>
                                        <p:attrNameLst>
                                          <p:attrName>style.visibility</p:attrName>
                                        </p:attrNameLst>
                                      </p:cBhvr>
                                      <p:to>
                                        <p:strVal val="visible"/>
                                      </p:to>
                                    </p:set>
                                    <p:animEffect transition="in" filter="fade">
                                      <p:cBhvr>
                                        <p:cTn id="81" dur="500"/>
                                        <p:tgtEl>
                                          <p:spTgt spid="7"/>
                                        </p:tgtEl>
                                      </p:cBhvr>
                                    </p:animEffect>
                                  </p:childTnLst>
                                </p:cTn>
                              </p:par>
                            </p:childTnLst>
                          </p:cTn>
                        </p:par>
                      </p:childTnLst>
                    </p:cTn>
                  </p:par>
                  <p:par>
                    <p:cTn id="82" fill="hold">
                      <p:stCondLst>
                        <p:cond delay="indefinite"/>
                      </p:stCondLst>
                      <p:childTnLst>
                        <p:par>
                          <p:cTn id="83" fill="hold">
                            <p:stCondLst>
                              <p:cond delay="0"/>
                            </p:stCondLst>
                            <p:childTnLst>
                              <p:par>
                                <p:cTn id="84" presetID="53" presetClass="entr" presetSubtype="16" fill="hold" nodeType="clickEffect">
                                  <p:stCondLst>
                                    <p:cond delay="0"/>
                                  </p:stCondLst>
                                  <p:childTnLst>
                                    <p:set>
                                      <p:cBhvr>
                                        <p:cTn id="85" dur="1" fill="hold">
                                          <p:stCondLst>
                                            <p:cond delay="0"/>
                                          </p:stCondLst>
                                        </p:cTn>
                                        <p:tgtEl>
                                          <p:spTgt spid="79"/>
                                        </p:tgtEl>
                                        <p:attrNameLst>
                                          <p:attrName>style.visibility</p:attrName>
                                        </p:attrNameLst>
                                      </p:cBhvr>
                                      <p:to>
                                        <p:strVal val="visible"/>
                                      </p:to>
                                    </p:set>
                                    <p:anim calcmode="lin" valueType="num">
                                      <p:cBhvr>
                                        <p:cTn id="86" dur="500" fill="hold"/>
                                        <p:tgtEl>
                                          <p:spTgt spid="79"/>
                                        </p:tgtEl>
                                        <p:attrNameLst>
                                          <p:attrName>ppt_w</p:attrName>
                                        </p:attrNameLst>
                                      </p:cBhvr>
                                      <p:tavLst>
                                        <p:tav tm="0">
                                          <p:val>
                                            <p:fltVal val="0"/>
                                          </p:val>
                                        </p:tav>
                                        <p:tav tm="100000">
                                          <p:val>
                                            <p:strVal val="#ppt_w"/>
                                          </p:val>
                                        </p:tav>
                                      </p:tavLst>
                                    </p:anim>
                                    <p:anim calcmode="lin" valueType="num">
                                      <p:cBhvr>
                                        <p:cTn id="87" dur="500" fill="hold"/>
                                        <p:tgtEl>
                                          <p:spTgt spid="79"/>
                                        </p:tgtEl>
                                        <p:attrNameLst>
                                          <p:attrName>ppt_h</p:attrName>
                                        </p:attrNameLst>
                                      </p:cBhvr>
                                      <p:tavLst>
                                        <p:tav tm="0">
                                          <p:val>
                                            <p:fltVal val="0"/>
                                          </p:val>
                                        </p:tav>
                                        <p:tav tm="100000">
                                          <p:val>
                                            <p:strVal val="#ppt_h"/>
                                          </p:val>
                                        </p:tav>
                                      </p:tavLst>
                                    </p:anim>
                                    <p:animEffect transition="in" filter="fade">
                                      <p:cBhvr>
                                        <p:cTn id="88" dur="500"/>
                                        <p:tgtEl>
                                          <p:spTgt spid="79"/>
                                        </p:tgtEl>
                                      </p:cBhvr>
                                    </p:animEffect>
                                  </p:childTnLst>
                                </p:cTn>
                              </p:par>
                            </p:childTnLst>
                          </p:cTn>
                        </p:par>
                      </p:childTnLst>
                    </p:cTn>
                  </p:par>
                  <p:par>
                    <p:cTn id="89" fill="hold">
                      <p:stCondLst>
                        <p:cond delay="indefinite"/>
                      </p:stCondLst>
                      <p:childTnLst>
                        <p:par>
                          <p:cTn id="90" fill="hold">
                            <p:stCondLst>
                              <p:cond delay="0"/>
                            </p:stCondLst>
                            <p:childTnLst>
                              <p:par>
                                <p:cTn id="91" presetID="53" presetClass="entr" presetSubtype="16" fill="hold" grpId="0" nodeType="clickEffect">
                                  <p:stCondLst>
                                    <p:cond delay="0"/>
                                  </p:stCondLst>
                                  <p:childTnLst>
                                    <p:set>
                                      <p:cBhvr>
                                        <p:cTn id="92" dur="1" fill="hold">
                                          <p:stCondLst>
                                            <p:cond delay="0"/>
                                          </p:stCondLst>
                                        </p:cTn>
                                        <p:tgtEl>
                                          <p:spTgt spid="31"/>
                                        </p:tgtEl>
                                        <p:attrNameLst>
                                          <p:attrName>style.visibility</p:attrName>
                                        </p:attrNameLst>
                                      </p:cBhvr>
                                      <p:to>
                                        <p:strVal val="visible"/>
                                      </p:to>
                                    </p:set>
                                    <p:anim calcmode="lin" valueType="num">
                                      <p:cBhvr>
                                        <p:cTn id="93" dur="500" fill="hold"/>
                                        <p:tgtEl>
                                          <p:spTgt spid="31"/>
                                        </p:tgtEl>
                                        <p:attrNameLst>
                                          <p:attrName>ppt_w</p:attrName>
                                        </p:attrNameLst>
                                      </p:cBhvr>
                                      <p:tavLst>
                                        <p:tav tm="0">
                                          <p:val>
                                            <p:fltVal val="0"/>
                                          </p:val>
                                        </p:tav>
                                        <p:tav tm="100000">
                                          <p:val>
                                            <p:strVal val="#ppt_w"/>
                                          </p:val>
                                        </p:tav>
                                      </p:tavLst>
                                    </p:anim>
                                    <p:anim calcmode="lin" valueType="num">
                                      <p:cBhvr>
                                        <p:cTn id="94" dur="500" fill="hold"/>
                                        <p:tgtEl>
                                          <p:spTgt spid="31"/>
                                        </p:tgtEl>
                                        <p:attrNameLst>
                                          <p:attrName>ppt_h</p:attrName>
                                        </p:attrNameLst>
                                      </p:cBhvr>
                                      <p:tavLst>
                                        <p:tav tm="0">
                                          <p:val>
                                            <p:fltVal val="0"/>
                                          </p:val>
                                        </p:tav>
                                        <p:tav tm="100000">
                                          <p:val>
                                            <p:strVal val="#ppt_h"/>
                                          </p:val>
                                        </p:tav>
                                      </p:tavLst>
                                    </p:anim>
                                    <p:animEffect transition="in" filter="fade">
                                      <p:cBhvr>
                                        <p:cTn id="95" dur="500"/>
                                        <p:tgtEl>
                                          <p:spTgt spid="31"/>
                                        </p:tgtEl>
                                      </p:cBhvr>
                                    </p:animEffect>
                                  </p:childTnLst>
                                </p:cTn>
                              </p:par>
                            </p:childTnLst>
                          </p:cTn>
                        </p:par>
                      </p:childTnLst>
                    </p:cTn>
                  </p:par>
                  <p:par>
                    <p:cTn id="96" fill="hold">
                      <p:stCondLst>
                        <p:cond delay="indefinite"/>
                      </p:stCondLst>
                      <p:childTnLst>
                        <p:par>
                          <p:cTn id="97" fill="hold">
                            <p:stCondLst>
                              <p:cond delay="0"/>
                            </p:stCondLst>
                            <p:childTnLst>
                              <p:par>
                                <p:cTn id="98" presetID="53" presetClass="entr" presetSubtype="16" fill="hold" grpId="0" nodeType="clickEffect">
                                  <p:stCondLst>
                                    <p:cond delay="0"/>
                                  </p:stCondLst>
                                  <p:childTnLst>
                                    <p:set>
                                      <p:cBhvr>
                                        <p:cTn id="99" dur="1" fill="hold">
                                          <p:stCondLst>
                                            <p:cond delay="0"/>
                                          </p:stCondLst>
                                        </p:cTn>
                                        <p:tgtEl>
                                          <p:spTgt spid="40"/>
                                        </p:tgtEl>
                                        <p:attrNameLst>
                                          <p:attrName>style.visibility</p:attrName>
                                        </p:attrNameLst>
                                      </p:cBhvr>
                                      <p:to>
                                        <p:strVal val="visible"/>
                                      </p:to>
                                    </p:set>
                                    <p:anim calcmode="lin" valueType="num">
                                      <p:cBhvr>
                                        <p:cTn id="100" dur="500" fill="hold"/>
                                        <p:tgtEl>
                                          <p:spTgt spid="40"/>
                                        </p:tgtEl>
                                        <p:attrNameLst>
                                          <p:attrName>ppt_w</p:attrName>
                                        </p:attrNameLst>
                                      </p:cBhvr>
                                      <p:tavLst>
                                        <p:tav tm="0">
                                          <p:val>
                                            <p:fltVal val="0"/>
                                          </p:val>
                                        </p:tav>
                                        <p:tav tm="100000">
                                          <p:val>
                                            <p:strVal val="#ppt_w"/>
                                          </p:val>
                                        </p:tav>
                                      </p:tavLst>
                                    </p:anim>
                                    <p:anim calcmode="lin" valueType="num">
                                      <p:cBhvr>
                                        <p:cTn id="101" dur="500" fill="hold"/>
                                        <p:tgtEl>
                                          <p:spTgt spid="40"/>
                                        </p:tgtEl>
                                        <p:attrNameLst>
                                          <p:attrName>ppt_h</p:attrName>
                                        </p:attrNameLst>
                                      </p:cBhvr>
                                      <p:tavLst>
                                        <p:tav tm="0">
                                          <p:val>
                                            <p:fltVal val="0"/>
                                          </p:val>
                                        </p:tav>
                                        <p:tav tm="100000">
                                          <p:val>
                                            <p:strVal val="#ppt_h"/>
                                          </p:val>
                                        </p:tav>
                                      </p:tavLst>
                                    </p:anim>
                                    <p:animEffect transition="in" filter="fade">
                                      <p:cBhvr>
                                        <p:cTn id="102" dur="500"/>
                                        <p:tgtEl>
                                          <p:spTgt spid="40"/>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nodeType="clickEffect">
                                  <p:stCondLst>
                                    <p:cond delay="0"/>
                                  </p:stCondLst>
                                  <p:childTnLst>
                                    <p:set>
                                      <p:cBhvr>
                                        <p:cTn id="106" dur="1" fill="hold">
                                          <p:stCondLst>
                                            <p:cond delay="0"/>
                                          </p:stCondLst>
                                        </p:cTn>
                                        <p:tgtEl>
                                          <p:spTgt spid="14"/>
                                        </p:tgtEl>
                                        <p:attrNameLst>
                                          <p:attrName>style.visibility</p:attrName>
                                        </p:attrNameLst>
                                      </p:cBhvr>
                                      <p:to>
                                        <p:strVal val="visible"/>
                                      </p:to>
                                    </p:set>
                                    <p:animEffect transition="in" filter="wipe(left)">
                                      <p:cBhvr>
                                        <p:cTn id="107" dur="500"/>
                                        <p:tgtEl>
                                          <p:spTgt spid="14"/>
                                        </p:tgtEl>
                                      </p:cBhvr>
                                    </p:animEffect>
                                  </p:childTnLst>
                                </p:cTn>
                              </p:par>
                            </p:childTnLst>
                          </p:cTn>
                        </p:par>
                      </p:childTnLst>
                    </p:cTn>
                  </p:par>
                  <p:par>
                    <p:cTn id="108" fill="hold">
                      <p:stCondLst>
                        <p:cond delay="indefinite"/>
                      </p:stCondLst>
                      <p:childTnLst>
                        <p:par>
                          <p:cTn id="109" fill="hold">
                            <p:stCondLst>
                              <p:cond delay="0"/>
                            </p:stCondLst>
                            <p:childTnLst>
                              <p:par>
                                <p:cTn id="110" presetID="53" presetClass="entr" presetSubtype="16" fill="hold" grpId="0" nodeType="clickEffect">
                                  <p:stCondLst>
                                    <p:cond delay="0"/>
                                  </p:stCondLst>
                                  <p:childTnLst>
                                    <p:set>
                                      <p:cBhvr>
                                        <p:cTn id="111" dur="1" fill="hold">
                                          <p:stCondLst>
                                            <p:cond delay="0"/>
                                          </p:stCondLst>
                                        </p:cTn>
                                        <p:tgtEl>
                                          <p:spTgt spid="41"/>
                                        </p:tgtEl>
                                        <p:attrNameLst>
                                          <p:attrName>style.visibility</p:attrName>
                                        </p:attrNameLst>
                                      </p:cBhvr>
                                      <p:to>
                                        <p:strVal val="visible"/>
                                      </p:to>
                                    </p:set>
                                    <p:anim calcmode="lin" valueType="num">
                                      <p:cBhvr>
                                        <p:cTn id="112" dur="500" fill="hold"/>
                                        <p:tgtEl>
                                          <p:spTgt spid="41"/>
                                        </p:tgtEl>
                                        <p:attrNameLst>
                                          <p:attrName>ppt_w</p:attrName>
                                        </p:attrNameLst>
                                      </p:cBhvr>
                                      <p:tavLst>
                                        <p:tav tm="0">
                                          <p:val>
                                            <p:fltVal val="0"/>
                                          </p:val>
                                        </p:tav>
                                        <p:tav tm="100000">
                                          <p:val>
                                            <p:strVal val="#ppt_w"/>
                                          </p:val>
                                        </p:tav>
                                      </p:tavLst>
                                    </p:anim>
                                    <p:anim calcmode="lin" valueType="num">
                                      <p:cBhvr>
                                        <p:cTn id="113" dur="500" fill="hold"/>
                                        <p:tgtEl>
                                          <p:spTgt spid="41"/>
                                        </p:tgtEl>
                                        <p:attrNameLst>
                                          <p:attrName>ppt_h</p:attrName>
                                        </p:attrNameLst>
                                      </p:cBhvr>
                                      <p:tavLst>
                                        <p:tav tm="0">
                                          <p:val>
                                            <p:fltVal val="0"/>
                                          </p:val>
                                        </p:tav>
                                        <p:tav tm="100000">
                                          <p:val>
                                            <p:strVal val="#ppt_h"/>
                                          </p:val>
                                        </p:tav>
                                      </p:tavLst>
                                    </p:anim>
                                    <p:animEffect transition="in" filter="fade">
                                      <p:cBhvr>
                                        <p:cTn id="114" dur="500"/>
                                        <p:tgtEl>
                                          <p:spTgt spid="41"/>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8" fill="hold" nodeType="clickEffect">
                                  <p:stCondLst>
                                    <p:cond delay="0"/>
                                  </p:stCondLst>
                                  <p:childTnLst>
                                    <p:set>
                                      <p:cBhvr>
                                        <p:cTn id="118" dur="1" fill="hold">
                                          <p:stCondLst>
                                            <p:cond delay="0"/>
                                          </p:stCondLst>
                                        </p:cTn>
                                        <p:tgtEl>
                                          <p:spTgt spid="49"/>
                                        </p:tgtEl>
                                        <p:attrNameLst>
                                          <p:attrName>style.visibility</p:attrName>
                                        </p:attrNameLst>
                                      </p:cBhvr>
                                      <p:to>
                                        <p:strVal val="visible"/>
                                      </p:to>
                                    </p:set>
                                    <p:animEffect transition="in" filter="wipe(left)">
                                      <p:cBhvr>
                                        <p:cTn id="119"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48" grpId="0"/>
      <p:bldP spid="51" grpId="0"/>
      <p:bldP spid="52" grpId="0"/>
      <p:bldP spid="30" grpId="0"/>
      <p:bldP spid="31" grpId="0"/>
      <p:bldP spid="38" grpId="0"/>
      <p:bldP spid="40" grpId="0"/>
      <p:bldP spid="4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2 Grupo"/>
          <p:cNvGrpSpPr/>
          <p:nvPr/>
        </p:nvGrpSpPr>
        <p:grpSpPr>
          <a:xfrm>
            <a:off x="425199" y="2708920"/>
            <a:ext cx="8116841" cy="1507879"/>
            <a:chOff x="438275" y="5113182"/>
            <a:chExt cx="8116841" cy="1507879"/>
          </a:xfrm>
        </p:grpSpPr>
        <p:sp>
          <p:nvSpPr>
            <p:cNvPr id="83" name="82 Rectángulo"/>
            <p:cNvSpPr/>
            <p:nvPr/>
          </p:nvSpPr>
          <p:spPr bwMode="auto">
            <a:xfrm>
              <a:off x="488416" y="5589240"/>
              <a:ext cx="566540"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84" name="83 Rectángulo"/>
            <p:cNvSpPr/>
            <p:nvPr/>
          </p:nvSpPr>
          <p:spPr bwMode="auto">
            <a:xfrm>
              <a:off x="1059860" y="5589240"/>
              <a:ext cx="566540"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85" name="84 Rectángulo"/>
            <p:cNvSpPr/>
            <p:nvPr/>
          </p:nvSpPr>
          <p:spPr bwMode="auto">
            <a:xfrm>
              <a:off x="1631304" y="5589240"/>
              <a:ext cx="566540"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86" name="85 Rectángulo"/>
            <p:cNvSpPr/>
            <p:nvPr/>
          </p:nvSpPr>
          <p:spPr bwMode="auto">
            <a:xfrm>
              <a:off x="2202748" y="5589240"/>
              <a:ext cx="566540"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88" name="87 Rectángulo"/>
            <p:cNvSpPr/>
            <p:nvPr/>
          </p:nvSpPr>
          <p:spPr bwMode="auto">
            <a:xfrm>
              <a:off x="2774192" y="5589240"/>
              <a:ext cx="566540"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0" name="89 Rectángulo"/>
            <p:cNvSpPr/>
            <p:nvPr/>
          </p:nvSpPr>
          <p:spPr bwMode="auto">
            <a:xfrm>
              <a:off x="3345636" y="5589240"/>
              <a:ext cx="566540"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1" name="90 Rectángulo"/>
            <p:cNvSpPr/>
            <p:nvPr/>
          </p:nvSpPr>
          <p:spPr bwMode="auto">
            <a:xfrm>
              <a:off x="3917080" y="5589240"/>
              <a:ext cx="566540"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2" name="91 Rectángulo"/>
            <p:cNvSpPr/>
            <p:nvPr/>
          </p:nvSpPr>
          <p:spPr bwMode="auto">
            <a:xfrm>
              <a:off x="4488524" y="5589240"/>
              <a:ext cx="566540"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3" name="92 Rectángulo"/>
            <p:cNvSpPr/>
            <p:nvPr/>
          </p:nvSpPr>
          <p:spPr bwMode="auto">
            <a:xfrm>
              <a:off x="5059968" y="5589240"/>
              <a:ext cx="566540"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4" name="Rectangle 3"/>
            <p:cNvSpPr txBox="1">
              <a:spLocks noChangeArrowheads="1"/>
            </p:cNvSpPr>
            <p:nvPr/>
          </p:nvSpPr>
          <p:spPr bwMode="auto">
            <a:xfrm>
              <a:off x="3668504" y="5113182"/>
              <a:ext cx="1728192"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err="1"/>
                <a:t>aves</a:t>
              </a:r>
              <a:endParaRPr lang="en-US" sz="1800" kern="0" dirty="0"/>
            </a:p>
          </p:txBody>
        </p:sp>
        <p:sp>
          <p:nvSpPr>
            <p:cNvPr id="95" name="94 Rectángulo"/>
            <p:cNvSpPr/>
            <p:nvPr/>
          </p:nvSpPr>
          <p:spPr bwMode="auto">
            <a:xfrm>
              <a:off x="5631412" y="5589240"/>
              <a:ext cx="566540"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4" name="43 Rectángulo"/>
            <p:cNvSpPr/>
            <p:nvPr/>
          </p:nvSpPr>
          <p:spPr bwMode="auto">
            <a:xfrm>
              <a:off x="6202856" y="5589240"/>
              <a:ext cx="566540"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5" name="44 Rectángulo"/>
            <p:cNvSpPr/>
            <p:nvPr/>
          </p:nvSpPr>
          <p:spPr bwMode="auto">
            <a:xfrm>
              <a:off x="6774300" y="5589240"/>
              <a:ext cx="566540"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6" name="45 Rectángulo"/>
            <p:cNvSpPr/>
            <p:nvPr/>
          </p:nvSpPr>
          <p:spPr bwMode="auto">
            <a:xfrm>
              <a:off x="7345744" y="5589240"/>
              <a:ext cx="566540"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4" name="53 Rectángulo"/>
            <p:cNvSpPr/>
            <p:nvPr/>
          </p:nvSpPr>
          <p:spPr bwMode="auto">
            <a:xfrm>
              <a:off x="7917190" y="5589240"/>
              <a:ext cx="566540"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5" name="Rectangle 3"/>
            <p:cNvSpPr txBox="1">
              <a:spLocks noChangeArrowheads="1"/>
            </p:cNvSpPr>
            <p:nvPr/>
          </p:nvSpPr>
          <p:spPr bwMode="auto">
            <a:xfrm>
              <a:off x="438275" y="6186086"/>
              <a:ext cx="65250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t>Ave</a:t>
              </a:r>
            </a:p>
          </p:txBody>
        </p:sp>
        <p:sp>
          <p:nvSpPr>
            <p:cNvPr id="56" name="Rectangle 3"/>
            <p:cNvSpPr txBox="1">
              <a:spLocks noChangeArrowheads="1"/>
            </p:cNvSpPr>
            <p:nvPr/>
          </p:nvSpPr>
          <p:spPr bwMode="auto">
            <a:xfrm>
              <a:off x="1012455" y="6186086"/>
              <a:ext cx="65250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t>Ave</a:t>
              </a:r>
            </a:p>
          </p:txBody>
        </p:sp>
        <p:sp>
          <p:nvSpPr>
            <p:cNvPr id="57" name="Rectangle 3"/>
            <p:cNvSpPr txBox="1">
              <a:spLocks noChangeArrowheads="1"/>
            </p:cNvSpPr>
            <p:nvPr/>
          </p:nvSpPr>
          <p:spPr bwMode="auto">
            <a:xfrm>
              <a:off x="1586635" y="6186086"/>
              <a:ext cx="65250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t>Ave</a:t>
              </a:r>
            </a:p>
          </p:txBody>
        </p:sp>
        <p:sp>
          <p:nvSpPr>
            <p:cNvPr id="58" name="Rectangle 3"/>
            <p:cNvSpPr txBox="1">
              <a:spLocks noChangeArrowheads="1"/>
            </p:cNvSpPr>
            <p:nvPr/>
          </p:nvSpPr>
          <p:spPr bwMode="auto">
            <a:xfrm>
              <a:off x="2734995" y="6186086"/>
              <a:ext cx="65250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t>Ave</a:t>
              </a:r>
            </a:p>
          </p:txBody>
        </p:sp>
        <p:sp>
          <p:nvSpPr>
            <p:cNvPr id="59" name="Rectangle 3"/>
            <p:cNvSpPr txBox="1">
              <a:spLocks noChangeArrowheads="1"/>
            </p:cNvSpPr>
            <p:nvPr/>
          </p:nvSpPr>
          <p:spPr bwMode="auto">
            <a:xfrm>
              <a:off x="3309175" y="6186086"/>
              <a:ext cx="65250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t>Ave</a:t>
              </a:r>
            </a:p>
          </p:txBody>
        </p:sp>
        <p:sp>
          <p:nvSpPr>
            <p:cNvPr id="60" name="Rectangle 3"/>
            <p:cNvSpPr txBox="1">
              <a:spLocks noChangeArrowheads="1"/>
            </p:cNvSpPr>
            <p:nvPr/>
          </p:nvSpPr>
          <p:spPr bwMode="auto">
            <a:xfrm>
              <a:off x="3883355" y="6186086"/>
              <a:ext cx="65250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t>Ave</a:t>
              </a:r>
            </a:p>
          </p:txBody>
        </p:sp>
        <p:sp>
          <p:nvSpPr>
            <p:cNvPr id="61" name="Rectangle 3"/>
            <p:cNvSpPr txBox="1">
              <a:spLocks noChangeArrowheads="1"/>
            </p:cNvSpPr>
            <p:nvPr/>
          </p:nvSpPr>
          <p:spPr bwMode="auto">
            <a:xfrm>
              <a:off x="4457535" y="6186086"/>
              <a:ext cx="65250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t>Ave</a:t>
              </a:r>
            </a:p>
          </p:txBody>
        </p:sp>
        <p:sp>
          <p:nvSpPr>
            <p:cNvPr id="62" name="Rectangle 3"/>
            <p:cNvSpPr txBox="1">
              <a:spLocks noChangeArrowheads="1"/>
            </p:cNvSpPr>
            <p:nvPr/>
          </p:nvSpPr>
          <p:spPr bwMode="auto">
            <a:xfrm>
              <a:off x="5031715" y="6186086"/>
              <a:ext cx="65250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t>Ave</a:t>
              </a:r>
            </a:p>
          </p:txBody>
        </p:sp>
        <p:sp>
          <p:nvSpPr>
            <p:cNvPr id="63" name="Rectangle 3"/>
            <p:cNvSpPr txBox="1">
              <a:spLocks noChangeArrowheads="1"/>
            </p:cNvSpPr>
            <p:nvPr/>
          </p:nvSpPr>
          <p:spPr bwMode="auto">
            <a:xfrm>
              <a:off x="5605895" y="6186086"/>
              <a:ext cx="65250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t>Ave</a:t>
              </a:r>
            </a:p>
          </p:txBody>
        </p:sp>
        <p:sp>
          <p:nvSpPr>
            <p:cNvPr id="65" name="Rectangle 3"/>
            <p:cNvSpPr txBox="1">
              <a:spLocks noChangeArrowheads="1"/>
            </p:cNvSpPr>
            <p:nvPr/>
          </p:nvSpPr>
          <p:spPr bwMode="auto">
            <a:xfrm>
              <a:off x="6180075" y="6186086"/>
              <a:ext cx="65250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t>Ave</a:t>
              </a:r>
            </a:p>
          </p:txBody>
        </p:sp>
        <p:sp>
          <p:nvSpPr>
            <p:cNvPr id="66" name="Rectangle 3"/>
            <p:cNvSpPr txBox="1">
              <a:spLocks noChangeArrowheads="1"/>
            </p:cNvSpPr>
            <p:nvPr/>
          </p:nvSpPr>
          <p:spPr bwMode="auto">
            <a:xfrm>
              <a:off x="6754255" y="6186086"/>
              <a:ext cx="65250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t>Ave</a:t>
              </a:r>
            </a:p>
          </p:txBody>
        </p:sp>
        <p:sp>
          <p:nvSpPr>
            <p:cNvPr id="68" name="Rectangle 3"/>
            <p:cNvSpPr txBox="1">
              <a:spLocks noChangeArrowheads="1"/>
            </p:cNvSpPr>
            <p:nvPr/>
          </p:nvSpPr>
          <p:spPr bwMode="auto">
            <a:xfrm>
              <a:off x="7328435" y="6186086"/>
              <a:ext cx="65250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t>Ave</a:t>
              </a:r>
            </a:p>
          </p:txBody>
        </p:sp>
        <p:sp>
          <p:nvSpPr>
            <p:cNvPr id="69" name="Rectangle 3"/>
            <p:cNvSpPr txBox="1">
              <a:spLocks noChangeArrowheads="1"/>
            </p:cNvSpPr>
            <p:nvPr/>
          </p:nvSpPr>
          <p:spPr bwMode="auto">
            <a:xfrm>
              <a:off x="2160815" y="6186086"/>
              <a:ext cx="65250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t>Ave</a:t>
              </a:r>
            </a:p>
          </p:txBody>
        </p:sp>
        <p:sp>
          <p:nvSpPr>
            <p:cNvPr id="96" name="Rectangle 3"/>
            <p:cNvSpPr txBox="1">
              <a:spLocks noChangeArrowheads="1"/>
            </p:cNvSpPr>
            <p:nvPr/>
          </p:nvSpPr>
          <p:spPr bwMode="auto">
            <a:xfrm>
              <a:off x="7902611" y="6186086"/>
              <a:ext cx="65250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t>Ave</a:t>
              </a:r>
            </a:p>
          </p:txBody>
        </p:sp>
      </p:grpSp>
      <p:pic>
        <p:nvPicPr>
          <p:cNvPr id="1026" name="Picture 2" descr="C:\Users\Raúl\Desktop\Pollito\pollito.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74354" y="853474"/>
            <a:ext cx="384364" cy="504165"/>
          </a:xfrm>
          <a:prstGeom prst="rect">
            <a:avLst/>
          </a:prstGeom>
          <a:noFill/>
          <a:effectLst>
            <a:outerShdw blurRad="50800" dist="38100" dir="13500000" algn="b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7" name="Picture 2" descr="C:\Users\Raúl\Desktop\Pollito\pollito.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17948" y="1464248"/>
            <a:ext cx="384364" cy="504165"/>
          </a:xfrm>
          <a:prstGeom prst="rect">
            <a:avLst/>
          </a:prstGeom>
          <a:noFill/>
          <a:effectLst>
            <a:outerShdw blurRad="50800" dist="38100" dir="13500000" algn="b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8" name="Picture 3" descr="C:\Users\Raúl\Desktop\Pollito\gallina.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83262" y="1695102"/>
            <a:ext cx="463547" cy="637543"/>
          </a:xfrm>
          <a:prstGeom prst="rect">
            <a:avLst/>
          </a:prstGeom>
          <a:noFill/>
          <a:effectLst>
            <a:outerShdw blurRad="50800" dist="38100" dir="10800000" algn="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9" name="Picture 3" descr="C:\Users\Raúl\Desktop\Pollito\gallina.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48814" y="1084328"/>
            <a:ext cx="463547" cy="637543"/>
          </a:xfrm>
          <a:prstGeom prst="rect">
            <a:avLst/>
          </a:prstGeom>
          <a:noFill/>
          <a:effectLst>
            <a:outerShdw blurRad="50800" dist="38100" dir="10800000" algn="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50" name="Picture 3" descr="C:\Users\Raúl\Desktop\Pollito\gallina.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51400" y="1670569"/>
            <a:ext cx="463547" cy="637543"/>
          </a:xfrm>
          <a:prstGeom prst="rect">
            <a:avLst/>
          </a:prstGeom>
          <a:noFill/>
          <a:effectLst>
            <a:outerShdw blurRad="50800" dist="38100" dir="10800000" algn="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51" name="Picture 4" descr="C:\Users\Raúl\Desktop\Pollito\gallo.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06956" y="1840530"/>
            <a:ext cx="733915" cy="637543"/>
          </a:xfrm>
          <a:prstGeom prst="rect">
            <a:avLst/>
          </a:prstGeom>
          <a:noFill/>
          <a:effectLst>
            <a:outerShdw blurRad="50800" dist="38100" dir="13500000" algn="b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52" name="Picture 5" descr="C:\Users\Raúl\Desktop\Pollito\pavo.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026246" y="895925"/>
            <a:ext cx="601192" cy="517871"/>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5" descr="C:\Users\Raúl\Desktop\Pollito\pavo.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20110" y="1357640"/>
            <a:ext cx="601192" cy="517871"/>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5" descr="C:\Users\Raúl\Desktop\Pollito\pavo.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66680" y="1949365"/>
            <a:ext cx="601192" cy="517871"/>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5" descr="C:\Users\Raúl\Desktop\Pollito\pavo.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01611" y="644055"/>
            <a:ext cx="601192" cy="517871"/>
          </a:xfrm>
          <a:prstGeom prst="rect">
            <a:avLst/>
          </a:prstGeom>
          <a:noFill/>
          <a:extLst>
            <a:ext uri="{909E8E84-426E-40DD-AFC4-6F175D3DCCD1}">
              <a14:hiddenFill xmlns:a14="http://schemas.microsoft.com/office/drawing/2010/main">
                <a:solidFill>
                  <a:srgbClr val="FFFFFF"/>
                </a:solidFill>
              </a14:hiddenFill>
            </a:ext>
          </a:extLst>
        </p:spPr>
      </p:pic>
      <p:sp>
        <p:nvSpPr>
          <p:cNvPr id="43" name="1 Título"/>
          <p:cNvSpPr txBox="1">
            <a:spLocks/>
          </p:cNvSpPr>
          <p:nvPr/>
        </p:nvSpPr>
        <p:spPr bwMode="white">
          <a:xfrm>
            <a:off x="614933" y="9134"/>
            <a:ext cx="7989515"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ctr" anchorCtr="0" compatLnSpc="1">
            <a:prstTxWarp prst="textNoShape">
              <a:avLst/>
            </a:prstTxWarp>
          </a:bodyPr>
          <a:lstStyle>
            <a:lvl1pPr algn="ctr" defTabSz="957263" rtl="0" fontAlgn="base">
              <a:spcBef>
                <a:spcPct val="0"/>
              </a:spcBef>
              <a:spcAft>
                <a:spcPct val="0"/>
              </a:spcAft>
              <a:defRPr sz="2900" b="1">
                <a:solidFill>
                  <a:schemeClr val="bg1"/>
                </a:solidFill>
                <a:latin typeface="+mj-lt"/>
                <a:ea typeface="+mj-ea"/>
                <a:cs typeface="+mj-cs"/>
              </a:defRPr>
            </a:lvl1pPr>
            <a:lvl2pPr algn="ctr" defTabSz="957263" rtl="0" fontAlgn="base">
              <a:spcBef>
                <a:spcPct val="0"/>
              </a:spcBef>
              <a:spcAft>
                <a:spcPct val="0"/>
              </a:spcAft>
              <a:defRPr sz="2900" b="1">
                <a:solidFill>
                  <a:schemeClr val="bg1"/>
                </a:solidFill>
                <a:latin typeface="Arial" charset="0"/>
              </a:defRPr>
            </a:lvl2pPr>
            <a:lvl3pPr algn="ctr" defTabSz="957263" rtl="0" fontAlgn="base">
              <a:spcBef>
                <a:spcPct val="0"/>
              </a:spcBef>
              <a:spcAft>
                <a:spcPct val="0"/>
              </a:spcAft>
              <a:defRPr sz="2900" b="1">
                <a:solidFill>
                  <a:schemeClr val="bg1"/>
                </a:solidFill>
                <a:latin typeface="Arial" charset="0"/>
              </a:defRPr>
            </a:lvl3pPr>
            <a:lvl4pPr algn="ctr" defTabSz="957263" rtl="0" fontAlgn="base">
              <a:spcBef>
                <a:spcPct val="0"/>
              </a:spcBef>
              <a:spcAft>
                <a:spcPct val="0"/>
              </a:spcAft>
              <a:defRPr sz="2900" b="1">
                <a:solidFill>
                  <a:schemeClr val="bg1"/>
                </a:solidFill>
                <a:latin typeface="Arial" charset="0"/>
              </a:defRPr>
            </a:lvl4pPr>
            <a:lvl5pPr algn="ctr" defTabSz="957263" rtl="0" fontAlgn="base">
              <a:spcBef>
                <a:spcPct val="0"/>
              </a:spcBef>
              <a:spcAft>
                <a:spcPct val="0"/>
              </a:spcAft>
              <a:defRPr sz="2900" b="1">
                <a:solidFill>
                  <a:schemeClr val="bg1"/>
                </a:solidFill>
                <a:latin typeface="Arial" charset="0"/>
              </a:defRPr>
            </a:lvl5pPr>
            <a:lvl6pPr marL="457200" algn="ctr" defTabSz="957263" rtl="0" eaLnBrk="1" fontAlgn="base" hangingPunct="1">
              <a:spcBef>
                <a:spcPct val="0"/>
              </a:spcBef>
              <a:spcAft>
                <a:spcPct val="0"/>
              </a:spcAft>
              <a:defRPr sz="2900" b="1">
                <a:solidFill>
                  <a:schemeClr val="bg1"/>
                </a:solidFill>
                <a:latin typeface="Arial" charset="0"/>
              </a:defRPr>
            </a:lvl6pPr>
            <a:lvl7pPr marL="914400" algn="ctr" defTabSz="957263" rtl="0" eaLnBrk="1" fontAlgn="base" hangingPunct="1">
              <a:spcBef>
                <a:spcPct val="0"/>
              </a:spcBef>
              <a:spcAft>
                <a:spcPct val="0"/>
              </a:spcAft>
              <a:defRPr sz="2900" b="1">
                <a:solidFill>
                  <a:schemeClr val="bg1"/>
                </a:solidFill>
                <a:latin typeface="Arial" charset="0"/>
              </a:defRPr>
            </a:lvl7pPr>
            <a:lvl8pPr marL="1371600" algn="ctr" defTabSz="957263" rtl="0" eaLnBrk="1" fontAlgn="base" hangingPunct="1">
              <a:spcBef>
                <a:spcPct val="0"/>
              </a:spcBef>
              <a:spcAft>
                <a:spcPct val="0"/>
              </a:spcAft>
              <a:defRPr sz="2900" b="1">
                <a:solidFill>
                  <a:schemeClr val="bg1"/>
                </a:solidFill>
                <a:latin typeface="Arial" charset="0"/>
              </a:defRPr>
            </a:lvl8pPr>
            <a:lvl9pPr marL="1828800" algn="ctr" defTabSz="957263" rtl="0" eaLnBrk="1" fontAlgn="base" hangingPunct="1">
              <a:spcBef>
                <a:spcPct val="0"/>
              </a:spcBef>
              <a:spcAft>
                <a:spcPct val="0"/>
              </a:spcAft>
              <a:defRPr sz="2900" b="1">
                <a:solidFill>
                  <a:schemeClr val="bg1"/>
                </a:solidFill>
                <a:latin typeface="Arial" charset="0"/>
              </a:defRPr>
            </a:lvl9pPr>
          </a:lstStyle>
          <a:p>
            <a:r>
              <a:rPr lang="es-ES" kern="0" dirty="0"/>
              <a:t>Solución</a:t>
            </a:r>
          </a:p>
        </p:txBody>
      </p:sp>
      <p:grpSp>
        <p:nvGrpSpPr>
          <p:cNvPr id="6" name="5 Grupo"/>
          <p:cNvGrpSpPr/>
          <p:nvPr/>
        </p:nvGrpSpPr>
        <p:grpSpPr>
          <a:xfrm>
            <a:off x="683568" y="4221650"/>
            <a:ext cx="3503706" cy="2101301"/>
            <a:chOff x="683568" y="4221650"/>
            <a:chExt cx="3503706" cy="2101301"/>
          </a:xfrm>
        </p:grpSpPr>
        <p:sp>
          <p:nvSpPr>
            <p:cNvPr id="97" name="96 Rectángulo"/>
            <p:cNvSpPr/>
            <p:nvPr/>
          </p:nvSpPr>
          <p:spPr bwMode="auto">
            <a:xfrm>
              <a:off x="683568" y="4581128"/>
              <a:ext cx="3503706" cy="1741823"/>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8" name="Rectangle 3"/>
            <p:cNvSpPr txBox="1">
              <a:spLocks noChangeArrowheads="1"/>
            </p:cNvSpPr>
            <p:nvPr/>
          </p:nvSpPr>
          <p:spPr bwMode="auto">
            <a:xfrm>
              <a:off x="704096" y="4221650"/>
              <a:ext cx="345415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a:t>Test</a:t>
              </a:r>
            </a:p>
          </p:txBody>
        </p:sp>
      </p:grpSp>
      <p:sp>
        <p:nvSpPr>
          <p:cNvPr id="99" name="Rectangle 3"/>
          <p:cNvSpPr txBox="1">
            <a:spLocks noChangeArrowheads="1"/>
          </p:cNvSpPr>
          <p:nvPr/>
        </p:nvSpPr>
        <p:spPr bwMode="auto">
          <a:xfrm>
            <a:off x="945798" y="4874511"/>
            <a:ext cx="3050138" cy="12907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600" kern="0" dirty="0">
                <a:solidFill>
                  <a:schemeClr val="bg2">
                    <a:lumMod val="50000"/>
                  </a:schemeClr>
                </a:solidFill>
                <a:latin typeface="Adobe Fan Heiti Std B" pitchFamily="34" charset="-128"/>
                <a:ea typeface="Adobe Fan Heiti Std B" pitchFamily="34" charset="-128"/>
              </a:rPr>
              <a:t>public void </a:t>
            </a:r>
            <a:r>
              <a:rPr lang="en-US" sz="1600" kern="0" dirty="0" err="1">
                <a:solidFill>
                  <a:schemeClr val="bg2">
                    <a:lumMod val="50000"/>
                  </a:schemeClr>
                </a:solidFill>
                <a:latin typeface="Adobe Fan Heiti Std B" pitchFamily="34" charset="-128"/>
                <a:ea typeface="Adobe Fan Heiti Std B" pitchFamily="34" charset="-128"/>
              </a:rPr>
              <a:t>procesar</a:t>
            </a:r>
            <a:r>
              <a:rPr lang="en-US" sz="1600" kern="0" dirty="0">
                <a:solidFill>
                  <a:srgbClr val="FF0000"/>
                </a:solidFill>
                <a:latin typeface="Adobe Fan Heiti Std B" pitchFamily="34" charset="-128"/>
                <a:ea typeface="Adobe Fan Heiti Std B" pitchFamily="34" charset="-128"/>
              </a:rPr>
              <a:t>( )</a:t>
            </a:r>
            <a:r>
              <a:rPr lang="en-US" sz="1600" kern="0" dirty="0">
                <a:latin typeface="Adobe Fan Heiti Std B" pitchFamily="34" charset="-128"/>
                <a:ea typeface="Adobe Fan Heiti Std B" pitchFamily="34" charset="-128"/>
              </a:rPr>
              <a:t> {</a:t>
            </a:r>
          </a:p>
          <a:p>
            <a:pPr marL="0" indent="0">
              <a:buNone/>
            </a:pPr>
            <a:r>
              <a:rPr lang="en-US" sz="1600" kern="0" dirty="0">
                <a:latin typeface="Adobe Fan Heiti Std B" pitchFamily="34" charset="-128"/>
                <a:ea typeface="Adobe Fan Heiti Std B" pitchFamily="34" charset="-128"/>
              </a:rPr>
              <a:t>        for (</a:t>
            </a:r>
            <a:r>
              <a:rPr lang="en-US" sz="1600" kern="0" dirty="0">
                <a:solidFill>
                  <a:schemeClr val="accent1"/>
                </a:solidFill>
                <a:latin typeface="Adobe Fan Heiti Std B" pitchFamily="34" charset="-128"/>
                <a:ea typeface="Adobe Fan Heiti Std B" pitchFamily="34" charset="-128"/>
              </a:rPr>
              <a:t>Ave</a:t>
            </a:r>
            <a:r>
              <a:rPr lang="en-US" sz="1600" kern="0" dirty="0">
                <a:latin typeface="Adobe Fan Heiti Std B" pitchFamily="34" charset="-128"/>
                <a:ea typeface="Adobe Fan Heiti Std B" pitchFamily="34" charset="-128"/>
              </a:rPr>
              <a:t> </a:t>
            </a:r>
            <a:r>
              <a:rPr lang="en-US" sz="1600" kern="0" dirty="0" err="1">
                <a:latin typeface="Adobe Fan Heiti Std B" pitchFamily="34" charset="-128"/>
                <a:ea typeface="Adobe Fan Heiti Std B" pitchFamily="34" charset="-128"/>
              </a:rPr>
              <a:t>ave</a:t>
            </a:r>
            <a:r>
              <a:rPr lang="en-US" sz="1600" kern="0" dirty="0">
                <a:latin typeface="Adobe Fan Heiti Std B" pitchFamily="34" charset="-128"/>
                <a:ea typeface="Adobe Fan Heiti Std B" pitchFamily="34" charset="-128"/>
              </a:rPr>
              <a:t> : </a:t>
            </a:r>
            <a:r>
              <a:rPr lang="en-US" sz="1600" kern="0" dirty="0" err="1">
                <a:latin typeface="Adobe Fan Heiti Std B" pitchFamily="34" charset="-128"/>
                <a:ea typeface="Adobe Fan Heiti Std B" pitchFamily="34" charset="-128"/>
              </a:rPr>
              <a:t>aves</a:t>
            </a:r>
            <a:r>
              <a:rPr lang="en-US" sz="1600" kern="0" dirty="0">
                <a:latin typeface="Adobe Fan Heiti Std B" pitchFamily="34" charset="-128"/>
                <a:ea typeface="Adobe Fan Heiti Std B" pitchFamily="34" charset="-128"/>
              </a:rPr>
              <a:t> ) </a:t>
            </a:r>
          </a:p>
          <a:p>
            <a:pPr marL="0" indent="0">
              <a:buNone/>
            </a:pPr>
            <a:r>
              <a:rPr lang="en-US" sz="1600" kern="0" dirty="0">
                <a:latin typeface="Adobe Fan Heiti Std B" pitchFamily="34" charset="-128"/>
                <a:ea typeface="Adobe Fan Heiti Std B" pitchFamily="34" charset="-128"/>
              </a:rPr>
              <a:t>                </a:t>
            </a:r>
            <a:r>
              <a:rPr lang="en-US" sz="1600" kern="0" dirty="0" err="1">
                <a:latin typeface="Adobe Fan Heiti Std B" pitchFamily="34" charset="-128"/>
                <a:ea typeface="Adobe Fan Heiti Std B" pitchFamily="34" charset="-128"/>
              </a:rPr>
              <a:t>ave.</a:t>
            </a:r>
            <a:r>
              <a:rPr lang="en-US" sz="1600" kern="0" dirty="0" err="1">
                <a:solidFill>
                  <a:srgbClr val="FF0000"/>
                </a:solidFill>
                <a:latin typeface="Adobe Fan Heiti Std B" pitchFamily="34" charset="-128"/>
                <a:ea typeface="Adobe Fan Heiti Std B" pitchFamily="34" charset="-128"/>
              </a:rPr>
              <a:t>hablar</a:t>
            </a:r>
            <a:r>
              <a:rPr lang="en-US" sz="1600" kern="0" dirty="0">
                <a:solidFill>
                  <a:srgbClr val="FF0000"/>
                </a:solidFill>
                <a:latin typeface="Adobe Fan Heiti Std B" pitchFamily="34" charset="-128"/>
                <a:ea typeface="Adobe Fan Heiti Std B" pitchFamily="34" charset="-128"/>
              </a:rPr>
              <a:t>(</a:t>
            </a:r>
            <a:r>
              <a:rPr lang="en-US" sz="1600" kern="0" dirty="0">
                <a:latin typeface="Adobe Fan Heiti Std B" pitchFamily="34" charset="-128"/>
                <a:ea typeface="Adobe Fan Heiti Std B" pitchFamily="34" charset="-128"/>
              </a:rPr>
              <a:t> </a:t>
            </a:r>
            <a:r>
              <a:rPr lang="en-US" sz="1600" kern="0" dirty="0">
                <a:solidFill>
                  <a:srgbClr val="FF0000"/>
                </a:solidFill>
                <a:latin typeface="Adobe Fan Heiti Std B" pitchFamily="34" charset="-128"/>
                <a:ea typeface="Adobe Fan Heiti Std B" pitchFamily="34" charset="-128"/>
              </a:rPr>
              <a:t>)</a:t>
            </a:r>
            <a:r>
              <a:rPr lang="en-US" sz="1600" kern="0" dirty="0">
                <a:latin typeface="Adobe Fan Heiti Std B" pitchFamily="34" charset="-128"/>
                <a:ea typeface="Adobe Fan Heiti Std B" pitchFamily="34" charset="-128"/>
              </a:rPr>
              <a:t> ; </a:t>
            </a:r>
          </a:p>
          <a:p>
            <a:pPr marL="0" indent="0">
              <a:buNone/>
            </a:pPr>
            <a:r>
              <a:rPr lang="en-US" sz="1600" kern="0" dirty="0">
                <a:latin typeface="Adobe Fan Heiti Std B" pitchFamily="34" charset="-128"/>
                <a:ea typeface="Adobe Fan Heiti Std B" pitchFamily="34" charset="-128"/>
              </a:rPr>
              <a:t>}</a:t>
            </a:r>
          </a:p>
        </p:txBody>
      </p:sp>
      <p:grpSp>
        <p:nvGrpSpPr>
          <p:cNvPr id="2" name="1 Grupo"/>
          <p:cNvGrpSpPr/>
          <p:nvPr/>
        </p:nvGrpSpPr>
        <p:grpSpPr>
          <a:xfrm>
            <a:off x="4572000" y="4221088"/>
            <a:ext cx="3853895" cy="2101863"/>
            <a:chOff x="4572000" y="4221088"/>
            <a:chExt cx="3853895" cy="2101863"/>
          </a:xfrm>
        </p:grpSpPr>
        <p:sp>
          <p:nvSpPr>
            <p:cNvPr id="100" name="99 Rectángulo"/>
            <p:cNvSpPr/>
            <p:nvPr/>
          </p:nvSpPr>
          <p:spPr bwMode="auto">
            <a:xfrm>
              <a:off x="4572000" y="4589407"/>
              <a:ext cx="3853895" cy="1733544"/>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01" name="Rectangle 3"/>
            <p:cNvSpPr txBox="1">
              <a:spLocks noChangeArrowheads="1"/>
            </p:cNvSpPr>
            <p:nvPr/>
          </p:nvSpPr>
          <p:spPr bwMode="auto">
            <a:xfrm>
              <a:off x="4592441" y="4221088"/>
              <a:ext cx="3818939"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a:t>Test</a:t>
              </a:r>
            </a:p>
          </p:txBody>
        </p:sp>
      </p:grpSp>
      <p:sp>
        <p:nvSpPr>
          <p:cNvPr id="102" name="Rectangle 3"/>
          <p:cNvSpPr txBox="1">
            <a:spLocks noChangeArrowheads="1"/>
          </p:cNvSpPr>
          <p:nvPr/>
        </p:nvSpPr>
        <p:spPr bwMode="auto">
          <a:xfrm>
            <a:off x="4872117" y="4745167"/>
            <a:ext cx="3450219" cy="1422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600" kern="0" dirty="0">
                <a:solidFill>
                  <a:schemeClr val="bg2">
                    <a:lumMod val="50000"/>
                  </a:schemeClr>
                </a:solidFill>
                <a:latin typeface="Adobe Fan Heiti Std B" pitchFamily="34" charset="-128"/>
                <a:ea typeface="Adobe Fan Heiti Std B" pitchFamily="34" charset="-128"/>
              </a:rPr>
              <a:t>public void suma1año</a:t>
            </a:r>
            <a:r>
              <a:rPr lang="en-US" sz="1600" kern="0" dirty="0">
                <a:solidFill>
                  <a:srgbClr val="FF0000"/>
                </a:solidFill>
                <a:latin typeface="Adobe Fan Heiti Std B" pitchFamily="34" charset="-128"/>
                <a:ea typeface="Adobe Fan Heiti Std B" pitchFamily="34" charset="-128"/>
              </a:rPr>
              <a:t>( </a:t>
            </a:r>
            <a:r>
              <a:rPr lang="en-US" sz="1600" kern="0" dirty="0">
                <a:solidFill>
                  <a:schemeClr val="accent1"/>
                </a:solidFill>
                <a:latin typeface="Adobe Fan Heiti Std B" pitchFamily="34" charset="-128"/>
                <a:ea typeface="Adobe Fan Heiti Std B" pitchFamily="34" charset="-128"/>
              </a:rPr>
              <a:t>Ave</a:t>
            </a:r>
            <a:r>
              <a:rPr lang="en-US" sz="1600" kern="0" dirty="0">
                <a:solidFill>
                  <a:srgbClr val="FF0000"/>
                </a:solidFill>
                <a:latin typeface="Adobe Fan Heiti Std B" pitchFamily="34" charset="-128"/>
                <a:ea typeface="Adobe Fan Heiti Std B" pitchFamily="34" charset="-128"/>
              </a:rPr>
              <a:t> </a:t>
            </a:r>
            <a:r>
              <a:rPr lang="en-US" sz="1600" kern="0" dirty="0" err="1">
                <a:solidFill>
                  <a:srgbClr val="000000"/>
                </a:solidFill>
                <a:latin typeface="Adobe Fan Heiti Std B" pitchFamily="34" charset="-128"/>
                <a:ea typeface="Adobe Fan Heiti Std B" pitchFamily="34" charset="-128"/>
              </a:rPr>
              <a:t>ave</a:t>
            </a:r>
            <a:r>
              <a:rPr lang="en-US" sz="1600" kern="0" dirty="0">
                <a:solidFill>
                  <a:srgbClr val="FF0000"/>
                </a:solidFill>
                <a:latin typeface="Adobe Fan Heiti Std B" pitchFamily="34" charset="-128"/>
                <a:ea typeface="Adobe Fan Heiti Std B" pitchFamily="34" charset="-128"/>
              </a:rPr>
              <a:t>)</a:t>
            </a:r>
            <a:r>
              <a:rPr lang="en-US" sz="1600" kern="0" dirty="0">
                <a:latin typeface="Adobe Fan Heiti Std B" pitchFamily="34" charset="-128"/>
                <a:ea typeface="Adobe Fan Heiti Std B" pitchFamily="34" charset="-128"/>
              </a:rPr>
              <a:t> {</a:t>
            </a:r>
          </a:p>
          <a:p>
            <a:pPr marL="0" indent="0">
              <a:buNone/>
            </a:pPr>
            <a:r>
              <a:rPr lang="en-US" sz="1600" kern="0" dirty="0">
                <a:solidFill>
                  <a:schemeClr val="accent1"/>
                </a:solidFill>
                <a:latin typeface="Adobe Fan Heiti Std B" pitchFamily="34" charset="-128"/>
                <a:ea typeface="Adobe Fan Heiti Std B" pitchFamily="34" charset="-128"/>
              </a:rPr>
              <a:t>        </a:t>
            </a:r>
            <a:r>
              <a:rPr lang="en-US" sz="1600" kern="0" dirty="0" err="1">
                <a:solidFill>
                  <a:schemeClr val="accent1"/>
                </a:solidFill>
                <a:latin typeface="Adobe Fan Heiti Std B" pitchFamily="34" charset="-128"/>
                <a:ea typeface="Adobe Fan Heiti Std B" pitchFamily="34" charset="-128"/>
              </a:rPr>
              <a:t>int</a:t>
            </a:r>
            <a:r>
              <a:rPr lang="en-US" sz="1600" kern="0" dirty="0">
                <a:solidFill>
                  <a:schemeClr val="accent1"/>
                </a:solidFill>
                <a:latin typeface="Adobe Fan Heiti Std B" pitchFamily="34" charset="-128"/>
                <a:ea typeface="Adobe Fan Heiti Std B" pitchFamily="34" charset="-128"/>
              </a:rPr>
              <a:t> </a:t>
            </a:r>
            <a:r>
              <a:rPr lang="en-US" sz="1600" kern="0" dirty="0" err="1">
                <a:latin typeface="Adobe Fan Heiti Std B" pitchFamily="34" charset="-128"/>
                <a:ea typeface="Adobe Fan Heiti Std B" pitchFamily="34" charset="-128"/>
              </a:rPr>
              <a:t>edad</a:t>
            </a:r>
            <a:r>
              <a:rPr lang="en-US" sz="1600" kern="0" dirty="0">
                <a:latin typeface="Adobe Fan Heiti Std B" pitchFamily="34" charset="-128"/>
                <a:ea typeface="Adobe Fan Heiti Std B" pitchFamily="34" charset="-128"/>
              </a:rPr>
              <a:t> = </a:t>
            </a:r>
            <a:r>
              <a:rPr lang="en-US" sz="1600" kern="0" dirty="0" err="1">
                <a:solidFill>
                  <a:srgbClr val="000000"/>
                </a:solidFill>
                <a:latin typeface="Adobe Fan Heiti Std B" pitchFamily="34" charset="-128"/>
                <a:ea typeface="Adobe Fan Heiti Std B" pitchFamily="34" charset="-128"/>
              </a:rPr>
              <a:t>ave</a:t>
            </a:r>
            <a:r>
              <a:rPr lang="en-US" sz="1600" kern="0" dirty="0" err="1">
                <a:latin typeface="Adobe Fan Heiti Std B" pitchFamily="34" charset="-128"/>
                <a:ea typeface="Adobe Fan Heiti Std B" pitchFamily="34" charset="-128"/>
              </a:rPr>
              <a:t>.</a:t>
            </a:r>
            <a:r>
              <a:rPr lang="en-US" sz="1600" kern="0" dirty="0" err="1">
                <a:solidFill>
                  <a:srgbClr val="FF0000"/>
                </a:solidFill>
                <a:latin typeface="Adobe Fan Heiti Std B" pitchFamily="34" charset="-128"/>
                <a:ea typeface="Adobe Fan Heiti Std B" pitchFamily="34" charset="-128"/>
              </a:rPr>
              <a:t>getEdad</a:t>
            </a:r>
            <a:r>
              <a:rPr lang="en-US" sz="1600" kern="0" dirty="0">
                <a:solidFill>
                  <a:srgbClr val="FF0000"/>
                </a:solidFill>
                <a:latin typeface="Adobe Fan Heiti Std B" pitchFamily="34" charset="-128"/>
                <a:ea typeface="Adobe Fan Heiti Std B" pitchFamily="34" charset="-128"/>
              </a:rPr>
              <a:t>()</a:t>
            </a:r>
            <a:r>
              <a:rPr lang="en-US" sz="1600" kern="0" dirty="0">
                <a:latin typeface="Adobe Fan Heiti Std B" pitchFamily="34" charset="-128"/>
                <a:ea typeface="Adobe Fan Heiti Std B" pitchFamily="34" charset="-128"/>
              </a:rPr>
              <a:t>;</a:t>
            </a:r>
          </a:p>
          <a:p>
            <a:pPr marL="0" indent="0">
              <a:buNone/>
            </a:pPr>
            <a:r>
              <a:rPr lang="en-US" sz="1600" kern="0" dirty="0">
                <a:latin typeface="Adobe Fan Heiti Std B" pitchFamily="34" charset="-128"/>
                <a:ea typeface="Adobe Fan Heiti Std B" pitchFamily="34" charset="-128"/>
              </a:rPr>
              <a:t>        </a:t>
            </a:r>
            <a:r>
              <a:rPr lang="en-US" sz="1600" kern="0" dirty="0" err="1">
                <a:latin typeface="Adobe Fan Heiti Std B" pitchFamily="34" charset="-128"/>
                <a:ea typeface="Adobe Fan Heiti Std B" pitchFamily="34" charset="-128"/>
              </a:rPr>
              <a:t>edad</a:t>
            </a:r>
            <a:r>
              <a:rPr lang="en-US" sz="1600" kern="0" dirty="0">
                <a:latin typeface="Adobe Fan Heiti Std B" pitchFamily="34" charset="-128"/>
                <a:ea typeface="Adobe Fan Heiti Std B" pitchFamily="34" charset="-128"/>
              </a:rPr>
              <a:t>++;</a:t>
            </a:r>
          </a:p>
          <a:p>
            <a:pPr marL="0" indent="0">
              <a:buNone/>
            </a:pPr>
            <a:r>
              <a:rPr lang="en-US" sz="1600" kern="0" dirty="0">
                <a:latin typeface="Adobe Fan Heiti Std B" pitchFamily="34" charset="-128"/>
                <a:ea typeface="Adobe Fan Heiti Std B" pitchFamily="34" charset="-128"/>
              </a:rPr>
              <a:t>        </a:t>
            </a:r>
            <a:r>
              <a:rPr lang="en-US" sz="1600" kern="0" dirty="0" err="1">
                <a:solidFill>
                  <a:srgbClr val="000000"/>
                </a:solidFill>
                <a:latin typeface="Adobe Fan Heiti Std B" pitchFamily="34" charset="-128"/>
                <a:ea typeface="Adobe Fan Heiti Std B" pitchFamily="34" charset="-128"/>
              </a:rPr>
              <a:t>ave</a:t>
            </a:r>
            <a:r>
              <a:rPr lang="en-US" sz="1600" kern="0" dirty="0" err="1">
                <a:latin typeface="Adobe Fan Heiti Std B" pitchFamily="34" charset="-128"/>
                <a:ea typeface="Adobe Fan Heiti Std B" pitchFamily="34" charset="-128"/>
              </a:rPr>
              <a:t>.</a:t>
            </a:r>
            <a:r>
              <a:rPr lang="en-US" sz="1600" kern="0" dirty="0" err="1">
                <a:solidFill>
                  <a:srgbClr val="FF0000"/>
                </a:solidFill>
                <a:latin typeface="Adobe Fan Heiti Std B" pitchFamily="34" charset="-128"/>
                <a:ea typeface="Adobe Fan Heiti Std B" pitchFamily="34" charset="-128"/>
              </a:rPr>
              <a:t>setEdad</a:t>
            </a:r>
            <a:r>
              <a:rPr lang="en-US" sz="1600" kern="0" dirty="0">
                <a:solidFill>
                  <a:srgbClr val="FF0000"/>
                </a:solidFill>
                <a:latin typeface="Adobe Fan Heiti Std B" pitchFamily="34" charset="-128"/>
                <a:ea typeface="Adobe Fan Heiti Std B" pitchFamily="34" charset="-128"/>
              </a:rPr>
              <a:t>(</a:t>
            </a:r>
            <a:r>
              <a:rPr lang="en-US" sz="1600" kern="0" dirty="0">
                <a:latin typeface="Adobe Fan Heiti Std B" pitchFamily="34" charset="-128"/>
                <a:ea typeface="Adobe Fan Heiti Std B" pitchFamily="34" charset="-128"/>
              </a:rPr>
              <a:t> </a:t>
            </a:r>
            <a:r>
              <a:rPr lang="en-US" sz="1600" kern="0" dirty="0" err="1">
                <a:latin typeface="Adobe Fan Heiti Std B" pitchFamily="34" charset="-128"/>
                <a:ea typeface="Adobe Fan Heiti Std B" pitchFamily="34" charset="-128"/>
              </a:rPr>
              <a:t>edad</a:t>
            </a:r>
            <a:r>
              <a:rPr lang="en-US" sz="1600" kern="0" dirty="0">
                <a:latin typeface="Adobe Fan Heiti Std B" pitchFamily="34" charset="-128"/>
                <a:ea typeface="Adobe Fan Heiti Std B" pitchFamily="34" charset="-128"/>
              </a:rPr>
              <a:t> </a:t>
            </a:r>
            <a:r>
              <a:rPr lang="en-US" sz="1600" kern="0" dirty="0">
                <a:solidFill>
                  <a:srgbClr val="FF0000"/>
                </a:solidFill>
                <a:latin typeface="Adobe Fan Heiti Std B" pitchFamily="34" charset="-128"/>
                <a:ea typeface="Adobe Fan Heiti Std B" pitchFamily="34" charset="-128"/>
              </a:rPr>
              <a:t>)</a:t>
            </a:r>
            <a:r>
              <a:rPr lang="en-US" sz="1600" kern="0" dirty="0">
                <a:latin typeface="Adobe Fan Heiti Std B" pitchFamily="34" charset="-128"/>
                <a:ea typeface="Adobe Fan Heiti Std B" pitchFamily="34" charset="-128"/>
              </a:rPr>
              <a:t>;</a:t>
            </a:r>
          </a:p>
          <a:p>
            <a:pPr marL="0" indent="0">
              <a:buNone/>
            </a:pPr>
            <a:r>
              <a:rPr lang="en-US" sz="1600" kern="0" dirty="0">
                <a:latin typeface="Adobe Fan Heiti Std B" pitchFamily="34" charset="-128"/>
                <a:ea typeface="Adobe Fan Heiti Std B" pitchFamily="34" charset="-128"/>
              </a:rPr>
              <a:t> }</a:t>
            </a:r>
          </a:p>
        </p:txBody>
      </p:sp>
      <p:sp>
        <p:nvSpPr>
          <p:cNvPr id="70" name="Rectangle 3"/>
          <p:cNvSpPr txBox="1">
            <a:spLocks noChangeArrowheads="1"/>
          </p:cNvSpPr>
          <p:nvPr/>
        </p:nvSpPr>
        <p:spPr bwMode="auto">
          <a:xfrm>
            <a:off x="454844" y="6540445"/>
            <a:ext cx="8395273" cy="332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err="1"/>
              <a:t>Todas</a:t>
            </a:r>
            <a:r>
              <a:rPr lang="en-US" sz="1400" kern="0" dirty="0"/>
              <a:t> </a:t>
            </a:r>
            <a:r>
              <a:rPr lang="en-US" sz="1400" kern="0" dirty="0" err="1"/>
              <a:t>las</a:t>
            </a:r>
            <a:r>
              <a:rPr lang="en-US" sz="1400" kern="0" dirty="0"/>
              <a:t> </a:t>
            </a:r>
            <a:r>
              <a:rPr lang="en-US" sz="1400" kern="0" dirty="0" err="1"/>
              <a:t>subclases</a:t>
            </a:r>
            <a:r>
              <a:rPr lang="en-US" sz="1400" kern="0" dirty="0"/>
              <a:t> de </a:t>
            </a:r>
            <a:r>
              <a:rPr lang="en-US" sz="1400" kern="0" dirty="0" err="1"/>
              <a:t>una</a:t>
            </a:r>
            <a:r>
              <a:rPr lang="en-US" sz="1400" kern="0" dirty="0"/>
              <a:t> </a:t>
            </a:r>
            <a:r>
              <a:rPr lang="en-US" sz="1400" kern="0" dirty="0" err="1"/>
              <a:t>jerarquía</a:t>
            </a:r>
            <a:r>
              <a:rPr lang="en-US" sz="1400" kern="0" dirty="0"/>
              <a:t> </a:t>
            </a:r>
            <a:r>
              <a:rPr lang="en-US" sz="1400" kern="0" dirty="0" err="1"/>
              <a:t>pueden</a:t>
            </a:r>
            <a:r>
              <a:rPr lang="en-US" sz="1400" kern="0" dirty="0"/>
              <a:t> </a:t>
            </a:r>
            <a:r>
              <a:rPr lang="en-US" sz="1400" kern="0" dirty="0" err="1"/>
              <a:t>tratarse</a:t>
            </a:r>
            <a:r>
              <a:rPr lang="en-US" sz="1400" kern="0" dirty="0"/>
              <a:t> </a:t>
            </a:r>
            <a:r>
              <a:rPr lang="en-US" sz="1400" kern="0" dirty="0" err="1"/>
              <a:t>homogéneamente</a:t>
            </a:r>
            <a:endParaRPr lang="en-US" sz="1400" kern="0" dirty="0"/>
          </a:p>
        </p:txBody>
      </p:sp>
    </p:spTree>
    <p:extLst>
      <p:ext uri="{BB962C8B-B14F-4D97-AF65-F5344CB8AC3E}">
        <p14:creationId xmlns:p14="http://schemas.microsoft.com/office/powerpoint/2010/main" val="327245471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path" presetSubtype="0" accel="50000" decel="50000" fill="hold" nodeType="clickEffect">
                                  <p:stCondLst>
                                    <p:cond delay="0"/>
                                  </p:stCondLst>
                                  <p:childTnLst>
                                    <p:animMotion origin="layout" path="M -1.66667E-6 -1.48148E-6 L -0.13715 0.26019 " pathEditMode="relative" rAng="0" ptsTypes="AA">
                                      <p:cBhvr>
                                        <p:cTn id="11" dur="500" fill="hold"/>
                                        <p:tgtEl>
                                          <p:spTgt spid="47"/>
                                        </p:tgtEl>
                                        <p:attrNameLst>
                                          <p:attrName>ppt_x</p:attrName>
                                          <p:attrName>ppt_y</p:attrName>
                                        </p:attrNameLst>
                                      </p:cBhvr>
                                      <p:rCtr x="-6858" y="13009"/>
                                    </p:animMotion>
                                  </p:childTnLst>
                                </p:cTn>
                              </p:par>
                            </p:childTnLst>
                          </p:cTn>
                        </p:par>
                        <p:par>
                          <p:cTn id="12" fill="hold">
                            <p:stCondLst>
                              <p:cond delay="500"/>
                            </p:stCondLst>
                            <p:childTnLst>
                              <p:par>
                                <p:cTn id="13" presetID="42" presetClass="path" presetSubtype="0" accel="50000" decel="50000" fill="hold" nodeType="afterEffect">
                                  <p:stCondLst>
                                    <p:cond delay="0"/>
                                  </p:stCondLst>
                                  <p:childTnLst>
                                    <p:animMotion origin="layout" path="M -1.66667E-6 3.7037E-7 L -0.18038 0.30579 " pathEditMode="relative" rAng="0" ptsTypes="AA">
                                      <p:cBhvr>
                                        <p:cTn id="14" dur="500" fill="hold"/>
                                        <p:tgtEl>
                                          <p:spTgt spid="49"/>
                                        </p:tgtEl>
                                        <p:attrNameLst>
                                          <p:attrName>ppt_x</p:attrName>
                                          <p:attrName>ppt_y</p:attrName>
                                        </p:attrNameLst>
                                      </p:cBhvr>
                                      <p:rCtr x="-9028" y="15278"/>
                                    </p:animMotion>
                                  </p:childTnLst>
                                </p:cTn>
                              </p:par>
                            </p:childTnLst>
                          </p:cTn>
                        </p:par>
                        <p:par>
                          <p:cTn id="15" fill="hold">
                            <p:stCondLst>
                              <p:cond delay="1000"/>
                            </p:stCondLst>
                            <p:childTnLst>
                              <p:par>
                                <p:cTn id="16" presetID="42" presetClass="path" presetSubtype="0" accel="50000" decel="50000" fill="hold" nodeType="afterEffect">
                                  <p:stCondLst>
                                    <p:cond delay="0"/>
                                  </p:stCondLst>
                                  <p:childTnLst>
                                    <p:animMotion origin="layout" path="M -1.66667E-6 -7.40741E-7 L -0.10486 0.18843 " pathEditMode="relative" rAng="0" ptsTypes="AA">
                                      <p:cBhvr>
                                        <p:cTn id="17" dur="500" fill="hold"/>
                                        <p:tgtEl>
                                          <p:spTgt spid="64"/>
                                        </p:tgtEl>
                                        <p:attrNameLst>
                                          <p:attrName>ppt_x</p:attrName>
                                          <p:attrName>ppt_y</p:attrName>
                                        </p:attrNameLst>
                                      </p:cBhvr>
                                      <p:rCtr x="-5243" y="9421"/>
                                    </p:animMotion>
                                  </p:childTnLst>
                                </p:cTn>
                              </p:par>
                            </p:childTnLst>
                          </p:cTn>
                        </p:par>
                        <p:par>
                          <p:cTn id="18" fill="hold">
                            <p:stCondLst>
                              <p:cond delay="1500"/>
                            </p:stCondLst>
                            <p:childTnLst>
                              <p:par>
                                <p:cTn id="19" presetID="42" presetClass="path" presetSubtype="0" accel="50000" decel="50000" fill="hold" nodeType="afterEffect">
                                  <p:stCondLst>
                                    <p:cond delay="0"/>
                                  </p:stCondLst>
                                  <p:childTnLst>
                                    <p:animMotion origin="layout" path="M -1.11111E-6 -2.96296E-6 L -0.13316 0.37871 " pathEditMode="relative" rAng="0" ptsTypes="AA">
                                      <p:cBhvr>
                                        <p:cTn id="20" dur="500" fill="hold"/>
                                        <p:tgtEl>
                                          <p:spTgt spid="67"/>
                                        </p:tgtEl>
                                        <p:attrNameLst>
                                          <p:attrName>ppt_x</p:attrName>
                                          <p:attrName>ppt_y</p:attrName>
                                        </p:attrNameLst>
                                      </p:cBhvr>
                                      <p:rCtr x="-6667" y="18935"/>
                                    </p:animMotion>
                                  </p:childTnLst>
                                </p:cTn>
                              </p:par>
                            </p:childTnLst>
                          </p:cTn>
                        </p:par>
                        <p:par>
                          <p:cTn id="21" fill="hold">
                            <p:stCondLst>
                              <p:cond delay="2000"/>
                            </p:stCondLst>
                            <p:childTnLst>
                              <p:par>
                                <p:cTn id="22" presetID="42" presetClass="path" presetSubtype="0" accel="50000" decel="50000" fill="hold" nodeType="afterEffect">
                                  <p:stCondLst>
                                    <p:cond delay="0"/>
                                  </p:stCondLst>
                                  <p:childTnLst>
                                    <p:animMotion origin="layout" path="M -2.5E-6 1.48148E-6 L -0.10451 0.2169 " pathEditMode="relative" rAng="0" ptsTypes="AA">
                                      <p:cBhvr>
                                        <p:cTn id="23" dur="500" fill="hold"/>
                                        <p:tgtEl>
                                          <p:spTgt spid="48"/>
                                        </p:tgtEl>
                                        <p:attrNameLst>
                                          <p:attrName>ppt_x</p:attrName>
                                          <p:attrName>ppt_y</p:attrName>
                                        </p:attrNameLst>
                                      </p:cBhvr>
                                      <p:rCtr x="-5226" y="10833"/>
                                    </p:animMotion>
                                  </p:childTnLst>
                                </p:cTn>
                              </p:par>
                            </p:childTnLst>
                          </p:cTn>
                        </p:par>
                        <p:par>
                          <p:cTn id="24" fill="hold">
                            <p:stCondLst>
                              <p:cond delay="2500"/>
                            </p:stCondLst>
                            <p:childTnLst>
                              <p:par>
                                <p:cTn id="25" presetID="42" presetClass="path" presetSubtype="0" accel="50000" decel="50000" fill="hold" nodeType="afterEffect">
                                  <p:stCondLst>
                                    <p:cond delay="0"/>
                                  </p:stCondLst>
                                  <p:childTnLst>
                                    <p:animMotion origin="layout" path="M 4.44444E-6 -1.11111E-6 L -0.10174 0.34931 " pathEditMode="relative" rAng="0" ptsTypes="AA">
                                      <p:cBhvr>
                                        <p:cTn id="26" dur="500" fill="hold"/>
                                        <p:tgtEl>
                                          <p:spTgt spid="1026"/>
                                        </p:tgtEl>
                                        <p:attrNameLst>
                                          <p:attrName>ppt_x</p:attrName>
                                          <p:attrName>ppt_y</p:attrName>
                                        </p:attrNameLst>
                                      </p:cBhvr>
                                      <p:rCtr x="-5087" y="17454"/>
                                    </p:animMotion>
                                  </p:childTnLst>
                                </p:cTn>
                              </p:par>
                            </p:childTnLst>
                          </p:cTn>
                        </p:par>
                        <p:par>
                          <p:cTn id="27" fill="hold">
                            <p:stCondLst>
                              <p:cond delay="3000"/>
                            </p:stCondLst>
                            <p:childTnLst>
                              <p:par>
                                <p:cTn id="28" presetID="42" presetClass="path" presetSubtype="0" accel="50000" decel="50000" fill="hold" nodeType="afterEffect">
                                  <p:stCondLst>
                                    <p:cond delay="0"/>
                                  </p:stCondLst>
                                  <p:childTnLst>
                                    <p:animMotion origin="layout" path="M -3.61111E-6 -4.81481E-6 L -0.09114 0.19561 " pathEditMode="relative" rAng="0" ptsTypes="AA">
                                      <p:cBhvr>
                                        <p:cTn id="29" dur="500" fill="hold"/>
                                        <p:tgtEl>
                                          <p:spTgt spid="51"/>
                                        </p:tgtEl>
                                        <p:attrNameLst>
                                          <p:attrName>ppt_x</p:attrName>
                                          <p:attrName>ppt_y</p:attrName>
                                        </p:attrNameLst>
                                      </p:cBhvr>
                                      <p:rCtr x="-4566" y="9769"/>
                                    </p:animMotion>
                                  </p:childTnLst>
                                </p:cTn>
                              </p:par>
                            </p:childTnLst>
                          </p:cTn>
                        </p:par>
                        <p:par>
                          <p:cTn id="30" fill="hold">
                            <p:stCondLst>
                              <p:cond delay="3500"/>
                            </p:stCondLst>
                            <p:childTnLst>
                              <p:par>
                                <p:cTn id="31" presetID="42" presetClass="path" presetSubtype="0" accel="50000" decel="50000" fill="hold" nodeType="afterEffect">
                                  <p:stCondLst>
                                    <p:cond delay="0"/>
                                  </p:stCondLst>
                                  <p:childTnLst>
                                    <p:animMotion origin="layout" path="M 4.72222E-6 2.96296E-6 L -0.05886 0.34213 " pathEditMode="relative" rAng="0" ptsTypes="AA">
                                      <p:cBhvr>
                                        <p:cTn id="32" dur="500" fill="hold"/>
                                        <p:tgtEl>
                                          <p:spTgt spid="52"/>
                                        </p:tgtEl>
                                        <p:attrNameLst>
                                          <p:attrName>ppt_x</p:attrName>
                                          <p:attrName>ppt_y</p:attrName>
                                        </p:attrNameLst>
                                      </p:cBhvr>
                                      <p:rCtr x="-2951" y="17106"/>
                                    </p:animMotion>
                                  </p:childTnLst>
                                </p:cTn>
                              </p:par>
                            </p:childTnLst>
                          </p:cTn>
                        </p:par>
                        <p:par>
                          <p:cTn id="33" fill="hold">
                            <p:stCondLst>
                              <p:cond delay="4000"/>
                            </p:stCondLst>
                            <p:childTnLst>
                              <p:par>
                                <p:cTn id="34" presetID="42" presetClass="path" presetSubtype="0" accel="50000" decel="50000" fill="hold" nodeType="afterEffect">
                                  <p:stCondLst>
                                    <p:cond delay="0"/>
                                  </p:stCondLst>
                                  <p:childTnLst>
                                    <p:animMotion origin="layout" path="M 4.72222E-6 3.7037E-6 L -0.0974 0.22037 " pathEditMode="relative" rAng="0" ptsTypes="AA">
                                      <p:cBhvr>
                                        <p:cTn id="35" dur="500" fill="hold"/>
                                        <p:tgtEl>
                                          <p:spTgt spid="50"/>
                                        </p:tgtEl>
                                        <p:attrNameLst>
                                          <p:attrName>ppt_x</p:attrName>
                                          <p:attrName>ppt_y</p:attrName>
                                        </p:attrNameLst>
                                      </p:cBhvr>
                                      <p:rCtr x="-4878" y="11019"/>
                                    </p:animMotion>
                                  </p:childTnLst>
                                </p:cTn>
                              </p:par>
                            </p:childTnLst>
                          </p:cTn>
                        </p:par>
                        <p:par>
                          <p:cTn id="36" fill="hold">
                            <p:stCondLst>
                              <p:cond delay="4500"/>
                            </p:stCondLst>
                            <p:childTnLst>
                              <p:par>
                                <p:cTn id="37" presetID="42" presetClass="path" presetSubtype="0" accel="50000" decel="50000" fill="hold" nodeType="afterEffect">
                                  <p:stCondLst>
                                    <p:cond delay="0"/>
                                  </p:stCondLst>
                                  <p:childTnLst>
                                    <p:animMotion origin="layout" path="M -3.33333E-6 1.85185E-6 L -0.09618 0.27477 " pathEditMode="relative" rAng="0" ptsTypes="AA">
                                      <p:cBhvr>
                                        <p:cTn id="38" dur="500" fill="hold"/>
                                        <p:tgtEl>
                                          <p:spTgt spid="53"/>
                                        </p:tgtEl>
                                        <p:attrNameLst>
                                          <p:attrName>ppt_x</p:attrName>
                                          <p:attrName>ppt_y</p:attrName>
                                        </p:attrNameLst>
                                      </p:cBhvr>
                                      <p:rCtr x="-4809" y="13727"/>
                                    </p:animMotion>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fade">
                                      <p:cBhvr>
                                        <p:cTn id="43" dur="500"/>
                                        <p:tgtEl>
                                          <p:spTgt spid="6"/>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grpId="0" nodeType="clickEffect">
                                  <p:stCondLst>
                                    <p:cond delay="0"/>
                                  </p:stCondLst>
                                  <p:childTnLst>
                                    <p:set>
                                      <p:cBhvr>
                                        <p:cTn id="47" dur="1" fill="hold">
                                          <p:stCondLst>
                                            <p:cond delay="0"/>
                                          </p:stCondLst>
                                        </p:cTn>
                                        <p:tgtEl>
                                          <p:spTgt spid="99">
                                            <p:txEl>
                                              <p:pRg st="0" end="0"/>
                                            </p:txEl>
                                          </p:spTgt>
                                        </p:tgtEl>
                                        <p:attrNameLst>
                                          <p:attrName>style.visibility</p:attrName>
                                        </p:attrNameLst>
                                      </p:cBhvr>
                                      <p:to>
                                        <p:strVal val="visible"/>
                                      </p:to>
                                    </p:set>
                                    <p:anim calcmode="lin" valueType="num">
                                      <p:cBhvr>
                                        <p:cTn id="48" dur="500" fill="hold"/>
                                        <p:tgtEl>
                                          <p:spTgt spid="99">
                                            <p:txEl>
                                              <p:pRg st="0" end="0"/>
                                            </p:txEl>
                                          </p:spTgt>
                                        </p:tgtEl>
                                        <p:attrNameLst>
                                          <p:attrName>ppt_w</p:attrName>
                                        </p:attrNameLst>
                                      </p:cBhvr>
                                      <p:tavLst>
                                        <p:tav tm="0">
                                          <p:val>
                                            <p:fltVal val="0"/>
                                          </p:val>
                                        </p:tav>
                                        <p:tav tm="100000">
                                          <p:val>
                                            <p:strVal val="#ppt_w"/>
                                          </p:val>
                                        </p:tav>
                                      </p:tavLst>
                                    </p:anim>
                                    <p:anim calcmode="lin" valueType="num">
                                      <p:cBhvr>
                                        <p:cTn id="49" dur="500" fill="hold"/>
                                        <p:tgtEl>
                                          <p:spTgt spid="99">
                                            <p:txEl>
                                              <p:pRg st="0" end="0"/>
                                            </p:txEl>
                                          </p:spTgt>
                                        </p:tgtEl>
                                        <p:attrNameLst>
                                          <p:attrName>ppt_h</p:attrName>
                                        </p:attrNameLst>
                                      </p:cBhvr>
                                      <p:tavLst>
                                        <p:tav tm="0">
                                          <p:val>
                                            <p:fltVal val="0"/>
                                          </p:val>
                                        </p:tav>
                                        <p:tav tm="100000">
                                          <p:val>
                                            <p:strVal val="#ppt_h"/>
                                          </p:val>
                                        </p:tav>
                                      </p:tavLst>
                                    </p:anim>
                                    <p:animEffect transition="in" filter="fade">
                                      <p:cBhvr>
                                        <p:cTn id="50" dur="500"/>
                                        <p:tgtEl>
                                          <p:spTgt spid="99">
                                            <p:txEl>
                                              <p:pRg st="0" end="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grpId="0" nodeType="clickEffect">
                                  <p:stCondLst>
                                    <p:cond delay="0"/>
                                  </p:stCondLst>
                                  <p:childTnLst>
                                    <p:set>
                                      <p:cBhvr>
                                        <p:cTn id="54" dur="1" fill="hold">
                                          <p:stCondLst>
                                            <p:cond delay="0"/>
                                          </p:stCondLst>
                                        </p:cTn>
                                        <p:tgtEl>
                                          <p:spTgt spid="99">
                                            <p:txEl>
                                              <p:pRg st="1" end="1"/>
                                            </p:txEl>
                                          </p:spTgt>
                                        </p:tgtEl>
                                        <p:attrNameLst>
                                          <p:attrName>style.visibility</p:attrName>
                                        </p:attrNameLst>
                                      </p:cBhvr>
                                      <p:to>
                                        <p:strVal val="visible"/>
                                      </p:to>
                                    </p:set>
                                    <p:anim calcmode="lin" valueType="num">
                                      <p:cBhvr>
                                        <p:cTn id="55" dur="500" fill="hold"/>
                                        <p:tgtEl>
                                          <p:spTgt spid="99">
                                            <p:txEl>
                                              <p:pRg st="1" end="1"/>
                                            </p:txEl>
                                          </p:spTgt>
                                        </p:tgtEl>
                                        <p:attrNameLst>
                                          <p:attrName>ppt_w</p:attrName>
                                        </p:attrNameLst>
                                      </p:cBhvr>
                                      <p:tavLst>
                                        <p:tav tm="0">
                                          <p:val>
                                            <p:fltVal val="0"/>
                                          </p:val>
                                        </p:tav>
                                        <p:tav tm="100000">
                                          <p:val>
                                            <p:strVal val="#ppt_w"/>
                                          </p:val>
                                        </p:tav>
                                      </p:tavLst>
                                    </p:anim>
                                    <p:anim calcmode="lin" valueType="num">
                                      <p:cBhvr>
                                        <p:cTn id="56" dur="500" fill="hold"/>
                                        <p:tgtEl>
                                          <p:spTgt spid="99">
                                            <p:txEl>
                                              <p:pRg st="1" end="1"/>
                                            </p:txEl>
                                          </p:spTgt>
                                        </p:tgtEl>
                                        <p:attrNameLst>
                                          <p:attrName>ppt_h</p:attrName>
                                        </p:attrNameLst>
                                      </p:cBhvr>
                                      <p:tavLst>
                                        <p:tav tm="0">
                                          <p:val>
                                            <p:fltVal val="0"/>
                                          </p:val>
                                        </p:tav>
                                        <p:tav tm="100000">
                                          <p:val>
                                            <p:strVal val="#ppt_h"/>
                                          </p:val>
                                        </p:tav>
                                      </p:tavLst>
                                    </p:anim>
                                    <p:animEffect transition="in" filter="fade">
                                      <p:cBhvr>
                                        <p:cTn id="57" dur="500"/>
                                        <p:tgtEl>
                                          <p:spTgt spid="99">
                                            <p:txEl>
                                              <p:pRg st="1" end="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ntr" presetSubtype="16" fill="hold" grpId="0" nodeType="clickEffect">
                                  <p:stCondLst>
                                    <p:cond delay="0"/>
                                  </p:stCondLst>
                                  <p:childTnLst>
                                    <p:set>
                                      <p:cBhvr>
                                        <p:cTn id="61" dur="1" fill="hold">
                                          <p:stCondLst>
                                            <p:cond delay="0"/>
                                          </p:stCondLst>
                                        </p:cTn>
                                        <p:tgtEl>
                                          <p:spTgt spid="99">
                                            <p:txEl>
                                              <p:pRg st="2" end="2"/>
                                            </p:txEl>
                                          </p:spTgt>
                                        </p:tgtEl>
                                        <p:attrNameLst>
                                          <p:attrName>style.visibility</p:attrName>
                                        </p:attrNameLst>
                                      </p:cBhvr>
                                      <p:to>
                                        <p:strVal val="visible"/>
                                      </p:to>
                                    </p:set>
                                    <p:anim calcmode="lin" valueType="num">
                                      <p:cBhvr>
                                        <p:cTn id="62" dur="500" fill="hold"/>
                                        <p:tgtEl>
                                          <p:spTgt spid="99">
                                            <p:txEl>
                                              <p:pRg st="2" end="2"/>
                                            </p:txEl>
                                          </p:spTgt>
                                        </p:tgtEl>
                                        <p:attrNameLst>
                                          <p:attrName>ppt_w</p:attrName>
                                        </p:attrNameLst>
                                      </p:cBhvr>
                                      <p:tavLst>
                                        <p:tav tm="0">
                                          <p:val>
                                            <p:fltVal val="0"/>
                                          </p:val>
                                        </p:tav>
                                        <p:tav tm="100000">
                                          <p:val>
                                            <p:strVal val="#ppt_w"/>
                                          </p:val>
                                        </p:tav>
                                      </p:tavLst>
                                    </p:anim>
                                    <p:anim calcmode="lin" valueType="num">
                                      <p:cBhvr>
                                        <p:cTn id="63" dur="500" fill="hold"/>
                                        <p:tgtEl>
                                          <p:spTgt spid="99">
                                            <p:txEl>
                                              <p:pRg st="2" end="2"/>
                                            </p:txEl>
                                          </p:spTgt>
                                        </p:tgtEl>
                                        <p:attrNameLst>
                                          <p:attrName>ppt_h</p:attrName>
                                        </p:attrNameLst>
                                      </p:cBhvr>
                                      <p:tavLst>
                                        <p:tav tm="0">
                                          <p:val>
                                            <p:fltVal val="0"/>
                                          </p:val>
                                        </p:tav>
                                        <p:tav tm="100000">
                                          <p:val>
                                            <p:strVal val="#ppt_h"/>
                                          </p:val>
                                        </p:tav>
                                      </p:tavLst>
                                    </p:anim>
                                    <p:animEffect transition="in" filter="fade">
                                      <p:cBhvr>
                                        <p:cTn id="64" dur="500"/>
                                        <p:tgtEl>
                                          <p:spTgt spid="99">
                                            <p:txEl>
                                              <p:pRg st="2" end="2"/>
                                            </p:txEl>
                                          </p:spTgt>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99">
                                            <p:txEl>
                                              <p:pRg st="3" end="3"/>
                                            </p:txEl>
                                          </p:spTgt>
                                        </p:tgtEl>
                                        <p:attrNameLst>
                                          <p:attrName>style.visibility</p:attrName>
                                        </p:attrNameLst>
                                      </p:cBhvr>
                                      <p:to>
                                        <p:strVal val="visible"/>
                                      </p:to>
                                    </p:set>
                                    <p:anim calcmode="lin" valueType="num">
                                      <p:cBhvr>
                                        <p:cTn id="67" dur="500" fill="hold"/>
                                        <p:tgtEl>
                                          <p:spTgt spid="99">
                                            <p:txEl>
                                              <p:pRg st="3" end="3"/>
                                            </p:txEl>
                                          </p:spTgt>
                                        </p:tgtEl>
                                        <p:attrNameLst>
                                          <p:attrName>ppt_w</p:attrName>
                                        </p:attrNameLst>
                                      </p:cBhvr>
                                      <p:tavLst>
                                        <p:tav tm="0">
                                          <p:val>
                                            <p:fltVal val="0"/>
                                          </p:val>
                                        </p:tav>
                                        <p:tav tm="100000">
                                          <p:val>
                                            <p:strVal val="#ppt_w"/>
                                          </p:val>
                                        </p:tav>
                                      </p:tavLst>
                                    </p:anim>
                                    <p:anim calcmode="lin" valueType="num">
                                      <p:cBhvr>
                                        <p:cTn id="68" dur="500" fill="hold"/>
                                        <p:tgtEl>
                                          <p:spTgt spid="99">
                                            <p:txEl>
                                              <p:pRg st="3" end="3"/>
                                            </p:txEl>
                                          </p:spTgt>
                                        </p:tgtEl>
                                        <p:attrNameLst>
                                          <p:attrName>ppt_h</p:attrName>
                                        </p:attrNameLst>
                                      </p:cBhvr>
                                      <p:tavLst>
                                        <p:tav tm="0">
                                          <p:val>
                                            <p:fltVal val="0"/>
                                          </p:val>
                                        </p:tav>
                                        <p:tav tm="100000">
                                          <p:val>
                                            <p:strVal val="#ppt_h"/>
                                          </p:val>
                                        </p:tav>
                                      </p:tavLst>
                                    </p:anim>
                                    <p:animEffect transition="in" filter="fade">
                                      <p:cBhvr>
                                        <p:cTn id="69" dur="500"/>
                                        <p:tgtEl>
                                          <p:spTgt spid="99">
                                            <p:txEl>
                                              <p:pRg st="3" end="3"/>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2"/>
                                        </p:tgtEl>
                                        <p:attrNameLst>
                                          <p:attrName>style.visibility</p:attrName>
                                        </p:attrNameLst>
                                      </p:cBhvr>
                                      <p:to>
                                        <p:strVal val="visible"/>
                                      </p:to>
                                    </p:set>
                                    <p:animEffect transition="in" filter="fade">
                                      <p:cBhvr>
                                        <p:cTn id="74" dur="500"/>
                                        <p:tgtEl>
                                          <p:spTgt spid="2"/>
                                        </p:tgtEl>
                                      </p:cBhvr>
                                    </p:animEffect>
                                  </p:childTnLst>
                                </p:cTn>
                              </p:par>
                            </p:childTnLst>
                          </p:cTn>
                        </p:par>
                      </p:childTnLst>
                    </p:cTn>
                  </p:par>
                  <p:par>
                    <p:cTn id="75" fill="hold">
                      <p:stCondLst>
                        <p:cond delay="indefinite"/>
                      </p:stCondLst>
                      <p:childTnLst>
                        <p:par>
                          <p:cTn id="76" fill="hold">
                            <p:stCondLst>
                              <p:cond delay="0"/>
                            </p:stCondLst>
                            <p:childTnLst>
                              <p:par>
                                <p:cTn id="77" presetID="53" presetClass="entr" presetSubtype="16" fill="hold" grpId="0" nodeType="clickEffect">
                                  <p:stCondLst>
                                    <p:cond delay="0"/>
                                  </p:stCondLst>
                                  <p:childTnLst>
                                    <p:set>
                                      <p:cBhvr>
                                        <p:cTn id="78" dur="1" fill="hold">
                                          <p:stCondLst>
                                            <p:cond delay="0"/>
                                          </p:stCondLst>
                                        </p:cTn>
                                        <p:tgtEl>
                                          <p:spTgt spid="102">
                                            <p:txEl>
                                              <p:pRg st="0" end="0"/>
                                            </p:txEl>
                                          </p:spTgt>
                                        </p:tgtEl>
                                        <p:attrNameLst>
                                          <p:attrName>style.visibility</p:attrName>
                                        </p:attrNameLst>
                                      </p:cBhvr>
                                      <p:to>
                                        <p:strVal val="visible"/>
                                      </p:to>
                                    </p:set>
                                    <p:anim calcmode="lin" valueType="num">
                                      <p:cBhvr>
                                        <p:cTn id="79" dur="500" fill="hold"/>
                                        <p:tgtEl>
                                          <p:spTgt spid="102">
                                            <p:txEl>
                                              <p:pRg st="0" end="0"/>
                                            </p:txEl>
                                          </p:spTgt>
                                        </p:tgtEl>
                                        <p:attrNameLst>
                                          <p:attrName>ppt_w</p:attrName>
                                        </p:attrNameLst>
                                      </p:cBhvr>
                                      <p:tavLst>
                                        <p:tav tm="0">
                                          <p:val>
                                            <p:fltVal val="0"/>
                                          </p:val>
                                        </p:tav>
                                        <p:tav tm="100000">
                                          <p:val>
                                            <p:strVal val="#ppt_w"/>
                                          </p:val>
                                        </p:tav>
                                      </p:tavLst>
                                    </p:anim>
                                    <p:anim calcmode="lin" valueType="num">
                                      <p:cBhvr>
                                        <p:cTn id="80" dur="500" fill="hold"/>
                                        <p:tgtEl>
                                          <p:spTgt spid="102">
                                            <p:txEl>
                                              <p:pRg st="0" end="0"/>
                                            </p:txEl>
                                          </p:spTgt>
                                        </p:tgtEl>
                                        <p:attrNameLst>
                                          <p:attrName>ppt_h</p:attrName>
                                        </p:attrNameLst>
                                      </p:cBhvr>
                                      <p:tavLst>
                                        <p:tav tm="0">
                                          <p:val>
                                            <p:fltVal val="0"/>
                                          </p:val>
                                        </p:tav>
                                        <p:tav tm="100000">
                                          <p:val>
                                            <p:strVal val="#ppt_h"/>
                                          </p:val>
                                        </p:tav>
                                      </p:tavLst>
                                    </p:anim>
                                    <p:animEffect transition="in" filter="fade">
                                      <p:cBhvr>
                                        <p:cTn id="81" dur="500"/>
                                        <p:tgtEl>
                                          <p:spTgt spid="102">
                                            <p:txEl>
                                              <p:pRg st="0" end="0"/>
                                            </p:txEl>
                                          </p:spTgt>
                                        </p:tgtEl>
                                      </p:cBhvr>
                                    </p:animEffect>
                                  </p:childTnLst>
                                </p:cTn>
                              </p:par>
                              <p:par>
                                <p:cTn id="82" presetID="53" presetClass="entr" presetSubtype="16" fill="hold" grpId="0" nodeType="withEffect">
                                  <p:stCondLst>
                                    <p:cond delay="0"/>
                                  </p:stCondLst>
                                  <p:childTnLst>
                                    <p:set>
                                      <p:cBhvr>
                                        <p:cTn id="83" dur="1" fill="hold">
                                          <p:stCondLst>
                                            <p:cond delay="0"/>
                                          </p:stCondLst>
                                        </p:cTn>
                                        <p:tgtEl>
                                          <p:spTgt spid="102">
                                            <p:txEl>
                                              <p:pRg st="4" end="4"/>
                                            </p:txEl>
                                          </p:spTgt>
                                        </p:tgtEl>
                                        <p:attrNameLst>
                                          <p:attrName>style.visibility</p:attrName>
                                        </p:attrNameLst>
                                      </p:cBhvr>
                                      <p:to>
                                        <p:strVal val="visible"/>
                                      </p:to>
                                    </p:set>
                                    <p:anim calcmode="lin" valueType="num">
                                      <p:cBhvr>
                                        <p:cTn id="84" dur="500" fill="hold"/>
                                        <p:tgtEl>
                                          <p:spTgt spid="102">
                                            <p:txEl>
                                              <p:pRg st="4" end="4"/>
                                            </p:txEl>
                                          </p:spTgt>
                                        </p:tgtEl>
                                        <p:attrNameLst>
                                          <p:attrName>ppt_w</p:attrName>
                                        </p:attrNameLst>
                                      </p:cBhvr>
                                      <p:tavLst>
                                        <p:tav tm="0">
                                          <p:val>
                                            <p:fltVal val="0"/>
                                          </p:val>
                                        </p:tav>
                                        <p:tav tm="100000">
                                          <p:val>
                                            <p:strVal val="#ppt_w"/>
                                          </p:val>
                                        </p:tav>
                                      </p:tavLst>
                                    </p:anim>
                                    <p:anim calcmode="lin" valueType="num">
                                      <p:cBhvr>
                                        <p:cTn id="85" dur="500" fill="hold"/>
                                        <p:tgtEl>
                                          <p:spTgt spid="102">
                                            <p:txEl>
                                              <p:pRg st="4" end="4"/>
                                            </p:txEl>
                                          </p:spTgt>
                                        </p:tgtEl>
                                        <p:attrNameLst>
                                          <p:attrName>ppt_h</p:attrName>
                                        </p:attrNameLst>
                                      </p:cBhvr>
                                      <p:tavLst>
                                        <p:tav tm="0">
                                          <p:val>
                                            <p:fltVal val="0"/>
                                          </p:val>
                                        </p:tav>
                                        <p:tav tm="100000">
                                          <p:val>
                                            <p:strVal val="#ppt_h"/>
                                          </p:val>
                                        </p:tav>
                                      </p:tavLst>
                                    </p:anim>
                                    <p:animEffect transition="in" filter="fade">
                                      <p:cBhvr>
                                        <p:cTn id="86" dur="500"/>
                                        <p:tgtEl>
                                          <p:spTgt spid="102">
                                            <p:txEl>
                                              <p:pRg st="4" end="4"/>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53" presetClass="entr" presetSubtype="16" fill="hold" grpId="0" nodeType="clickEffect">
                                  <p:stCondLst>
                                    <p:cond delay="0"/>
                                  </p:stCondLst>
                                  <p:childTnLst>
                                    <p:set>
                                      <p:cBhvr>
                                        <p:cTn id="90" dur="1" fill="hold">
                                          <p:stCondLst>
                                            <p:cond delay="0"/>
                                          </p:stCondLst>
                                        </p:cTn>
                                        <p:tgtEl>
                                          <p:spTgt spid="102">
                                            <p:txEl>
                                              <p:pRg st="1" end="1"/>
                                            </p:txEl>
                                          </p:spTgt>
                                        </p:tgtEl>
                                        <p:attrNameLst>
                                          <p:attrName>style.visibility</p:attrName>
                                        </p:attrNameLst>
                                      </p:cBhvr>
                                      <p:to>
                                        <p:strVal val="visible"/>
                                      </p:to>
                                    </p:set>
                                    <p:anim calcmode="lin" valueType="num">
                                      <p:cBhvr>
                                        <p:cTn id="91" dur="500" fill="hold"/>
                                        <p:tgtEl>
                                          <p:spTgt spid="102">
                                            <p:txEl>
                                              <p:pRg st="1" end="1"/>
                                            </p:txEl>
                                          </p:spTgt>
                                        </p:tgtEl>
                                        <p:attrNameLst>
                                          <p:attrName>ppt_w</p:attrName>
                                        </p:attrNameLst>
                                      </p:cBhvr>
                                      <p:tavLst>
                                        <p:tav tm="0">
                                          <p:val>
                                            <p:fltVal val="0"/>
                                          </p:val>
                                        </p:tav>
                                        <p:tav tm="100000">
                                          <p:val>
                                            <p:strVal val="#ppt_w"/>
                                          </p:val>
                                        </p:tav>
                                      </p:tavLst>
                                    </p:anim>
                                    <p:anim calcmode="lin" valueType="num">
                                      <p:cBhvr>
                                        <p:cTn id="92" dur="500" fill="hold"/>
                                        <p:tgtEl>
                                          <p:spTgt spid="102">
                                            <p:txEl>
                                              <p:pRg st="1" end="1"/>
                                            </p:txEl>
                                          </p:spTgt>
                                        </p:tgtEl>
                                        <p:attrNameLst>
                                          <p:attrName>ppt_h</p:attrName>
                                        </p:attrNameLst>
                                      </p:cBhvr>
                                      <p:tavLst>
                                        <p:tav tm="0">
                                          <p:val>
                                            <p:fltVal val="0"/>
                                          </p:val>
                                        </p:tav>
                                        <p:tav tm="100000">
                                          <p:val>
                                            <p:strVal val="#ppt_h"/>
                                          </p:val>
                                        </p:tav>
                                      </p:tavLst>
                                    </p:anim>
                                    <p:animEffect transition="in" filter="fade">
                                      <p:cBhvr>
                                        <p:cTn id="93" dur="500"/>
                                        <p:tgtEl>
                                          <p:spTgt spid="102">
                                            <p:txEl>
                                              <p:pRg st="1" end="1"/>
                                            </p:txEl>
                                          </p:spTgt>
                                        </p:tgtEl>
                                      </p:cBhvr>
                                    </p:animEffect>
                                  </p:childTnLst>
                                </p:cTn>
                              </p:par>
                            </p:childTnLst>
                          </p:cTn>
                        </p:par>
                      </p:childTnLst>
                    </p:cTn>
                  </p:par>
                  <p:par>
                    <p:cTn id="94" fill="hold">
                      <p:stCondLst>
                        <p:cond delay="indefinite"/>
                      </p:stCondLst>
                      <p:childTnLst>
                        <p:par>
                          <p:cTn id="95" fill="hold">
                            <p:stCondLst>
                              <p:cond delay="0"/>
                            </p:stCondLst>
                            <p:childTnLst>
                              <p:par>
                                <p:cTn id="96" presetID="53" presetClass="entr" presetSubtype="16" fill="hold" grpId="0" nodeType="clickEffect">
                                  <p:stCondLst>
                                    <p:cond delay="0"/>
                                  </p:stCondLst>
                                  <p:childTnLst>
                                    <p:set>
                                      <p:cBhvr>
                                        <p:cTn id="97" dur="1" fill="hold">
                                          <p:stCondLst>
                                            <p:cond delay="0"/>
                                          </p:stCondLst>
                                        </p:cTn>
                                        <p:tgtEl>
                                          <p:spTgt spid="102">
                                            <p:txEl>
                                              <p:pRg st="2" end="2"/>
                                            </p:txEl>
                                          </p:spTgt>
                                        </p:tgtEl>
                                        <p:attrNameLst>
                                          <p:attrName>style.visibility</p:attrName>
                                        </p:attrNameLst>
                                      </p:cBhvr>
                                      <p:to>
                                        <p:strVal val="visible"/>
                                      </p:to>
                                    </p:set>
                                    <p:anim calcmode="lin" valueType="num">
                                      <p:cBhvr>
                                        <p:cTn id="98" dur="500" fill="hold"/>
                                        <p:tgtEl>
                                          <p:spTgt spid="102">
                                            <p:txEl>
                                              <p:pRg st="2" end="2"/>
                                            </p:txEl>
                                          </p:spTgt>
                                        </p:tgtEl>
                                        <p:attrNameLst>
                                          <p:attrName>ppt_w</p:attrName>
                                        </p:attrNameLst>
                                      </p:cBhvr>
                                      <p:tavLst>
                                        <p:tav tm="0">
                                          <p:val>
                                            <p:fltVal val="0"/>
                                          </p:val>
                                        </p:tav>
                                        <p:tav tm="100000">
                                          <p:val>
                                            <p:strVal val="#ppt_w"/>
                                          </p:val>
                                        </p:tav>
                                      </p:tavLst>
                                    </p:anim>
                                    <p:anim calcmode="lin" valueType="num">
                                      <p:cBhvr>
                                        <p:cTn id="99" dur="500" fill="hold"/>
                                        <p:tgtEl>
                                          <p:spTgt spid="102">
                                            <p:txEl>
                                              <p:pRg st="2" end="2"/>
                                            </p:txEl>
                                          </p:spTgt>
                                        </p:tgtEl>
                                        <p:attrNameLst>
                                          <p:attrName>ppt_h</p:attrName>
                                        </p:attrNameLst>
                                      </p:cBhvr>
                                      <p:tavLst>
                                        <p:tav tm="0">
                                          <p:val>
                                            <p:fltVal val="0"/>
                                          </p:val>
                                        </p:tav>
                                        <p:tav tm="100000">
                                          <p:val>
                                            <p:strVal val="#ppt_h"/>
                                          </p:val>
                                        </p:tav>
                                      </p:tavLst>
                                    </p:anim>
                                    <p:animEffect transition="in" filter="fade">
                                      <p:cBhvr>
                                        <p:cTn id="100" dur="500"/>
                                        <p:tgtEl>
                                          <p:spTgt spid="102">
                                            <p:txEl>
                                              <p:pRg st="2" end="2"/>
                                            </p:txEl>
                                          </p:spTgt>
                                        </p:tgtEl>
                                      </p:cBhvr>
                                    </p:animEffect>
                                  </p:childTnLst>
                                </p:cTn>
                              </p:par>
                            </p:childTnLst>
                          </p:cTn>
                        </p:par>
                      </p:childTnLst>
                    </p:cTn>
                  </p:par>
                  <p:par>
                    <p:cTn id="101" fill="hold">
                      <p:stCondLst>
                        <p:cond delay="indefinite"/>
                      </p:stCondLst>
                      <p:childTnLst>
                        <p:par>
                          <p:cTn id="102" fill="hold">
                            <p:stCondLst>
                              <p:cond delay="0"/>
                            </p:stCondLst>
                            <p:childTnLst>
                              <p:par>
                                <p:cTn id="103" presetID="53" presetClass="entr" presetSubtype="16" fill="hold" grpId="0" nodeType="clickEffect">
                                  <p:stCondLst>
                                    <p:cond delay="0"/>
                                  </p:stCondLst>
                                  <p:childTnLst>
                                    <p:set>
                                      <p:cBhvr>
                                        <p:cTn id="104" dur="1" fill="hold">
                                          <p:stCondLst>
                                            <p:cond delay="0"/>
                                          </p:stCondLst>
                                        </p:cTn>
                                        <p:tgtEl>
                                          <p:spTgt spid="102">
                                            <p:txEl>
                                              <p:pRg st="3" end="3"/>
                                            </p:txEl>
                                          </p:spTgt>
                                        </p:tgtEl>
                                        <p:attrNameLst>
                                          <p:attrName>style.visibility</p:attrName>
                                        </p:attrNameLst>
                                      </p:cBhvr>
                                      <p:to>
                                        <p:strVal val="visible"/>
                                      </p:to>
                                    </p:set>
                                    <p:anim calcmode="lin" valueType="num">
                                      <p:cBhvr>
                                        <p:cTn id="105" dur="500" fill="hold"/>
                                        <p:tgtEl>
                                          <p:spTgt spid="102">
                                            <p:txEl>
                                              <p:pRg st="3" end="3"/>
                                            </p:txEl>
                                          </p:spTgt>
                                        </p:tgtEl>
                                        <p:attrNameLst>
                                          <p:attrName>ppt_w</p:attrName>
                                        </p:attrNameLst>
                                      </p:cBhvr>
                                      <p:tavLst>
                                        <p:tav tm="0">
                                          <p:val>
                                            <p:fltVal val="0"/>
                                          </p:val>
                                        </p:tav>
                                        <p:tav tm="100000">
                                          <p:val>
                                            <p:strVal val="#ppt_w"/>
                                          </p:val>
                                        </p:tav>
                                      </p:tavLst>
                                    </p:anim>
                                    <p:anim calcmode="lin" valueType="num">
                                      <p:cBhvr>
                                        <p:cTn id="106" dur="500" fill="hold"/>
                                        <p:tgtEl>
                                          <p:spTgt spid="102">
                                            <p:txEl>
                                              <p:pRg st="3" end="3"/>
                                            </p:txEl>
                                          </p:spTgt>
                                        </p:tgtEl>
                                        <p:attrNameLst>
                                          <p:attrName>ppt_h</p:attrName>
                                        </p:attrNameLst>
                                      </p:cBhvr>
                                      <p:tavLst>
                                        <p:tav tm="0">
                                          <p:val>
                                            <p:fltVal val="0"/>
                                          </p:val>
                                        </p:tav>
                                        <p:tav tm="100000">
                                          <p:val>
                                            <p:strVal val="#ppt_h"/>
                                          </p:val>
                                        </p:tav>
                                      </p:tavLst>
                                    </p:anim>
                                    <p:animEffect transition="in" filter="fade">
                                      <p:cBhvr>
                                        <p:cTn id="107" dur="500"/>
                                        <p:tgtEl>
                                          <p:spTgt spid="102">
                                            <p:txEl>
                                              <p:pRg st="3" end="3"/>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53" presetClass="entr" presetSubtype="16" fill="hold" grpId="0" nodeType="clickEffect">
                                  <p:stCondLst>
                                    <p:cond delay="0"/>
                                  </p:stCondLst>
                                  <p:childTnLst>
                                    <p:set>
                                      <p:cBhvr>
                                        <p:cTn id="111" dur="1" fill="hold">
                                          <p:stCondLst>
                                            <p:cond delay="0"/>
                                          </p:stCondLst>
                                        </p:cTn>
                                        <p:tgtEl>
                                          <p:spTgt spid="70"/>
                                        </p:tgtEl>
                                        <p:attrNameLst>
                                          <p:attrName>style.visibility</p:attrName>
                                        </p:attrNameLst>
                                      </p:cBhvr>
                                      <p:to>
                                        <p:strVal val="visible"/>
                                      </p:to>
                                    </p:set>
                                    <p:anim calcmode="lin" valueType="num">
                                      <p:cBhvr>
                                        <p:cTn id="112" dur="500" fill="hold"/>
                                        <p:tgtEl>
                                          <p:spTgt spid="70"/>
                                        </p:tgtEl>
                                        <p:attrNameLst>
                                          <p:attrName>ppt_w</p:attrName>
                                        </p:attrNameLst>
                                      </p:cBhvr>
                                      <p:tavLst>
                                        <p:tav tm="0">
                                          <p:val>
                                            <p:fltVal val="0"/>
                                          </p:val>
                                        </p:tav>
                                        <p:tav tm="100000">
                                          <p:val>
                                            <p:strVal val="#ppt_w"/>
                                          </p:val>
                                        </p:tav>
                                      </p:tavLst>
                                    </p:anim>
                                    <p:anim calcmode="lin" valueType="num">
                                      <p:cBhvr>
                                        <p:cTn id="113" dur="500" fill="hold"/>
                                        <p:tgtEl>
                                          <p:spTgt spid="70"/>
                                        </p:tgtEl>
                                        <p:attrNameLst>
                                          <p:attrName>ppt_h</p:attrName>
                                        </p:attrNameLst>
                                      </p:cBhvr>
                                      <p:tavLst>
                                        <p:tav tm="0">
                                          <p:val>
                                            <p:fltVal val="0"/>
                                          </p:val>
                                        </p:tav>
                                        <p:tav tm="100000">
                                          <p:val>
                                            <p:strVal val="#ppt_h"/>
                                          </p:val>
                                        </p:tav>
                                      </p:tavLst>
                                    </p:anim>
                                    <p:animEffect transition="in" filter="fade">
                                      <p:cBhvr>
                                        <p:cTn id="114"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uiExpand="1" build="p"/>
      <p:bldP spid="102" grpId="0" uiExpand="1" build="p"/>
      <p:bldP spid="7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Polimorfismo relacionado con métodos</a:t>
            </a:r>
          </a:p>
        </p:txBody>
      </p:sp>
      <p:sp>
        <p:nvSpPr>
          <p:cNvPr id="3" name="2 Marcador de contenido"/>
          <p:cNvSpPr>
            <a:spLocks noGrp="1"/>
          </p:cNvSpPr>
          <p:nvPr>
            <p:ph idx="1"/>
          </p:nvPr>
        </p:nvSpPr>
        <p:spPr/>
        <p:txBody>
          <a:bodyPr/>
          <a:lstStyle/>
          <a:p>
            <a:r>
              <a:rPr lang="es-ES" sz="1800" dirty="0"/>
              <a:t>Sobrescritura de métodos</a:t>
            </a:r>
          </a:p>
          <a:p>
            <a:r>
              <a:rPr lang="es-ES" sz="1800" b="0" dirty="0"/>
              <a:t>Permite modificar el comportamiento de la clase padre.</a:t>
            </a:r>
          </a:p>
          <a:p>
            <a:r>
              <a:rPr lang="es-ES" sz="1800" b="0" dirty="0"/>
              <a:t>Para que dicho método con diferente funcionalidad sea sobrescrito, deberá cumplir las siguientes características:</a:t>
            </a:r>
          </a:p>
          <a:p>
            <a:pPr lvl="1"/>
            <a:r>
              <a:rPr lang="es-ES" sz="1400" b="0" dirty="0"/>
              <a:t>Tiene que tener el mismo nombre (esto es obvio).</a:t>
            </a:r>
          </a:p>
          <a:p>
            <a:pPr lvl="1"/>
            <a:r>
              <a:rPr lang="es-ES" sz="1400" b="0" dirty="0"/>
              <a:t>El retorno de la clase padre e hijo deberá de ser del mismo tipo.</a:t>
            </a:r>
          </a:p>
          <a:p>
            <a:pPr lvl="1"/>
            <a:r>
              <a:rPr lang="es-ES" sz="1400" b="0" dirty="0"/>
              <a:t>Deberá de conservar la misma lista de argumentos que el mismo método en la clase padre</a:t>
            </a:r>
          </a:p>
          <a:p>
            <a:endParaRPr lang="es-ES" sz="1800" dirty="0"/>
          </a:p>
          <a:p>
            <a:r>
              <a:rPr lang="es-ES" sz="1800" dirty="0"/>
              <a:t>Sobrecarga de métodos</a:t>
            </a:r>
          </a:p>
          <a:p>
            <a:r>
              <a:rPr lang="es-ES" sz="1800" b="0" dirty="0"/>
              <a:t>La sobrecarga es la implementación varias veces de mismo método con ligeras diferencias adaptadas a las distintas necesidades del método.</a:t>
            </a:r>
          </a:p>
          <a:p>
            <a:r>
              <a:rPr lang="es-ES" sz="1800" b="0" dirty="0"/>
              <a:t>Reglas para sobrecargar un método:</a:t>
            </a:r>
          </a:p>
          <a:p>
            <a:pPr lvl="1"/>
            <a:r>
              <a:rPr lang="es-ES" sz="1400" b="0" dirty="0"/>
              <a:t>Los métodos sobrecargados deben de cambiar la lista de argumentos obligatoriamente.</a:t>
            </a:r>
          </a:p>
          <a:p>
            <a:pPr lvl="1"/>
            <a:r>
              <a:rPr lang="es-ES" sz="1400" b="0" dirty="0"/>
              <a:t>Un método puede estar sobrecargado en la clase o en una subclase.</a:t>
            </a:r>
          </a:p>
          <a:p>
            <a:pPr lvl="1"/>
            <a:r>
              <a:rPr lang="es-ES" sz="1400" b="0" dirty="0"/>
              <a:t>Los métodos sobrecargados pueden cambiar el tipo de retorno o el modificador de acceso.</a:t>
            </a:r>
          </a:p>
          <a:p>
            <a:endParaRPr lang="es-ES" dirty="0"/>
          </a:p>
        </p:txBody>
      </p:sp>
    </p:spTree>
    <p:extLst>
      <p:ext uri="{BB962C8B-B14F-4D97-AF65-F5344CB8AC3E}">
        <p14:creationId xmlns:p14="http://schemas.microsoft.com/office/powerpoint/2010/main" val="2566046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ox(in)">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box(in)">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box(in)">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box(in)">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box(in)">
                                      <p:cBhvr>
                                        <p:cTn id="27" dur="500"/>
                                        <p:tgtEl>
                                          <p:spTgt spid="3">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box(in)">
                                      <p:cBhvr>
                                        <p:cTn id="32" dur="500"/>
                                        <p:tgtEl>
                                          <p:spTgt spid="3">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box(in)">
                                      <p:cBhvr>
                                        <p:cTn id="37" dur="500"/>
                                        <p:tgtEl>
                                          <p:spTgt spid="3">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box(in)">
                                      <p:cBhvr>
                                        <p:cTn id="42" dur="500"/>
                                        <p:tgtEl>
                                          <p:spTgt spid="3">
                                            <p:txEl>
                                              <p:pRg st="10" end="1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animEffect transition="in" filter="box(in)">
                                      <p:cBhvr>
                                        <p:cTn id="47" dur="500"/>
                                        <p:tgtEl>
                                          <p:spTgt spid="3">
                                            <p:txEl>
                                              <p:pRg st="11" end="1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nodeType="clickEffect">
                                  <p:stCondLst>
                                    <p:cond delay="0"/>
                                  </p:stCondLst>
                                  <p:childTnLst>
                                    <p:set>
                                      <p:cBhvr>
                                        <p:cTn id="51" dur="1" fill="hold">
                                          <p:stCondLst>
                                            <p:cond delay="0"/>
                                          </p:stCondLst>
                                        </p:cTn>
                                        <p:tgtEl>
                                          <p:spTgt spid="3">
                                            <p:txEl>
                                              <p:pRg st="12" end="12"/>
                                            </p:txEl>
                                          </p:spTgt>
                                        </p:tgtEl>
                                        <p:attrNameLst>
                                          <p:attrName>style.visibility</p:attrName>
                                        </p:attrNameLst>
                                      </p:cBhvr>
                                      <p:to>
                                        <p:strVal val="visible"/>
                                      </p:to>
                                    </p:set>
                                    <p:animEffect transition="in" filter="box(in)">
                                      <p:cBhvr>
                                        <p:cTn id="52"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1 Título"/>
          <p:cNvSpPr>
            <a:spLocks noGrp="1"/>
          </p:cNvSpPr>
          <p:nvPr>
            <p:ph type="title"/>
          </p:nvPr>
        </p:nvSpPr>
        <p:spPr>
          <a:xfrm>
            <a:off x="542924" y="53975"/>
            <a:ext cx="7989515" cy="563563"/>
          </a:xfrm>
        </p:spPr>
        <p:txBody>
          <a:bodyPr/>
          <a:lstStyle/>
          <a:p>
            <a:r>
              <a:rPr lang="es-ES" dirty="0"/>
              <a:t>Llamada a métodos</a:t>
            </a:r>
          </a:p>
        </p:txBody>
      </p:sp>
      <p:grpSp>
        <p:nvGrpSpPr>
          <p:cNvPr id="7" name="6 Grupo"/>
          <p:cNvGrpSpPr/>
          <p:nvPr/>
        </p:nvGrpSpPr>
        <p:grpSpPr>
          <a:xfrm>
            <a:off x="6359498" y="1650557"/>
            <a:ext cx="2448898" cy="2075532"/>
            <a:chOff x="6359498" y="1650557"/>
            <a:chExt cx="2448898" cy="2075532"/>
          </a:xfrm>
        </p:grpSpPr>
        <p:grpSp>
          <p:nvGrpSpPr>
            <p:cNvPr id="23" name="22 Grupo"/>
            <p:cNvGrpSpPr/>
            <p:nvPr/>
          </p:nvGrpSpPr>
          <p:grpSpPr>
            <a:xfrm>
              <a:off x="6359498" y="1650557"/>
              <a:ext cx="2448272" cy="2075532"/>
              <a:chOff x="3174194" y="620688"/>
              <a:chExt cx="2448272" cy="2075532"/>
            </a:xfrm>
          </p:grpSpPr>
          <p:sp>
            <p:nvSpPr>
              <p:cNvPr id="26" name="25 Rectángulo redondeado"/>
              <p:cNvSpPr/>
              <p:nvPr/>
            </p:nvSpPr>
            <p:spPr bwMode="auto">
              <a:xfrm>
                <a:off x="3174194" y="980728"/>
                <a:ext cx="2448272" cy="1715492"/>
              </a:xfrm>
              <a:prstGeom prst="roundRect">
                <a:avLst/>
              </a:prstGeom>
              <a:ln>
                <a:headEnd type="none" w="med" len="med"/>
                <a:tailEnd type="none" w="med" len="me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0" name="Rectangle 3"/>
              <p:cNvSpPr txBox="1">
                <a:spLocks noChangeArrowheads="1"/>
              </p:cNvSpPr>
              <p:nvPr/>
            </p:nvSpPr>
            <p:spPr bwMode="auto">
              <a:xfrm>
                <a:off x="3174194" y="620688"/>
                <a:ext cx="2448272"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a:t>Ave</a:t>
                </a:r>
              </a:p>
            </p:txBody>
          </p:sp>
          <p:cxnSp>
            <p:nvCxnSpPr>
              <p:cNvPr id="18" name="17 Conector recto"/>
              <p:cNvCxnSpPr/>
              <p:nvPr/>
            </p:nvCxnSpPr>
            <p:spPr bwMode="auto">
              <a:xfrm>
                <a:off x="3174195" y="1676722"/>
                <a:ext cx="2448271" cy="0"/>
              </a:xfrm>
              <a:prstGeom prst="line">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pic>
            <p:nvPicPr>
              <p:cNvPr id="1032" name="Picture 8" descr="C:\Users\Raúl\Desktop\Pollito\ave.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20179">
                <a:off x="4861036" y="686606"/>
                <a:ext cx="718070" cy="69459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grpSp>
        <p:sp>
          <p:nvSpPr>
            <p:cNvPr id="46" name="Rectangle 3"/>
            <p:cNvSpPr txBox="1">
              <a:spLocks noChangeArrowheads="1"/>
            </p:cNvSpPr>
            <p:nvPr/>
          </p:nvSpPr>
          <p:spPr bwMode="auto">
            <a:xfrm>
              <a:off x="6359499" y="3028587"/>
              <a:ext cx="2448271"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2">
                      <a:lumMod val="20000"/>
                      <a:lumOff val="80000"/>
                    </a:schemeClr>
                  </a:solidFill>
                  <a:latin typeface="Adobe Fan Heiti Std B" pitchFamily="34" charset="-128"/>
                  <a:ea typeface="Adobe Fan Heiti Std B" pitchFamily="34" charset="-128"/>
                </a:rPr>
                <a:t>hablar</a:t>
              </a:r>
              <a:r>
                <a:rPr lang="en-US" sz="1600" kern="0" dirty="0">
                  <a:solidFill>
                    <a:schemeClr val="accent2">
                      <a:lumMod val="20000"/>
                      <a:lumOff val="80000"/>
                    </a:schemeClr>
                  </a:solidFill>
                  <a:latin typeface="Adobe Fan Heiti Std B" pitchFamily="34" charset="-128"/>
                  <a:ea typeface="Adobe Fan Heiti Std B" pitchFamily="34" charset="-128"/>
                </a:rPr>
                <a:t>( )</a:t>
              </a:r>
            </a:p>
          </p:txBody>
        </p:sp>
        <p:sp>
          <p:nvSpPr>
            <p:cNvPr id="36" name="Rectangle 3"/>
            <p:cNvSpPr txBox="1">
              <a:spLocks noChangeArrowheads="1"/>
            </p:cNvSpPr>
            <p:nvPr/>
          </p:nvSpPr>
          <p:spPr bwMode="auto">
            <a:xfrm>
              <a:off x="6359498" y="3270011"/>
              <a:ext cx="2448272"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i="1" kern="0" dirty="0">
                  <a:solidFill>
                    <a:srgbClr val="0070C0"/>
                  </a:solidFill>
                  <a:ea typeface="Adobe Fan Heiti Std B" pitchFamily="34" charset="-128"/>
                </a:rPr>
                <a:t>"No </a:t>
              </a:r>
              <a:r>
                <a:rPr lang="en-US" sz="1600" i="1" kern="0" dirty="0" err="1">
                  <a:solidFill>
                    <a:srgbClr val="0070C0"/>
                  </a:solidFill>
                  <a:ea typeface="Adobe Fan Heiti Std B" pitchFamily="34" charset="-128"/>
                </a:rPr>
                <a:t>sé</a:t>
              </a:r>
              <a:r>
                <a:rPr lang="en-US" sz="1600" i="1" kern="0" dirty="0">
                  <a:solidFill>
                    <a:srgbClr val="0070C0"/>
                  </a:solidFill>
                  <a:ea typeface="Adobe Fan Heiti Std B" pitchFamily="34" charset="-128"/>
                </a:rPr>
                <a:t> </a:t>
              </a:r>
              <a:r>
                <a:rPr lang="en-US" sz="1600" i="1" kern="0" dirty="0" err="1">
                  <a:solidFill>
                    <a:srgbClr val="0070C0"/>
                  </a:solidFill>
                  <a:ea typeface="Adobe Fan Heiti Std B" pitchFamily="34" charset="-128"/>
                </a:rPr>
                <a:t>qué</a:t>
              </a:r>
              <a:r>
                <a:rPr lang="en-US" sz="1600" i="1" kern="0" dirty="0">
                  <a:solidFill>
                    <a:srgbClr val="0070C0"/>
                  </a:solidFill>
                  <a:ea typeface="Adobe Fan Heiti Std B" pitchFamily="34" charset="-128"/>
                </a:rPr>
                <a:t> </a:t>
              </a:r>
              <a:r>
                <a:rPr lang="en-US" sz="1600" i="1" kern="0" dirty="0" err="1">
                  <a:solidFill>
                    <a:srgbClr val="0070C0"/>
                  </a:solidFill>
                  <a:ea typeface="Adobe Fan Heiti Std B" pitchFamily="34" charset="-128"/>
                </a:rPr>
                <a:t>decir</a:t>
              </a:r>
              <a:r>
                <a:rPr lang="en-US" sz="1600" i="1" kern="0" dirty="0">
                  <a:solidFill>
                    <a:srgbClr val="0070C0"/>
                  </a:solidFill>
                  <a:ea typeface="Adobe Fan Heiti Std B" pitchFamily="34" charset="-128"/>
                </a:rPr>
                <a:t>"</a:t>
              </a:r>
            </a:p>
          </p:txBody>
        </p:sp>
        <p:sp>
          <p:nvSpPr>
            <p:cNvPr id="71" name="Rectangle 3"/>
            <p:cNvSpPr txBox="1">
              <a:spLocks noChangeArrowheads="1"/>
            </p:cNvSpPr>
            <p:nvPr/>
          </p:nvSpPr>
          <p:spPr bwMode="auto">
            <a:xfrm>
              <a:off x="6575522" y="2069158"/>
              <a:ext cx="2016225" cy="198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3"/>
                  </a:solidFill>
                  <a:latin typeface="Adobe Fan Heiti Std B" pitchFamily="34" charset="-128"/>
                  <a:ea typeface="Adobe Fan Heiti Std B" pitchFamily="34" charset="-128"/>
                </a:rPr>
                <a:t>nombre</a:t>
              </a:r>
              <a:endParaRPr lang="en-US" sz="1600" kern="0" dirty="0">
                <a:solidFill>
                  <a:schemeClr val="accent3"/>
                </a:solidFill>
                <a:latin typeface="Adobe Fan Heiti Std B" pitchFamily="34" charset="-128"/>
                <a:ea typeface="Adobe Fan Heiti Std B" pitchFamily="34" charset="-128"/>
              </a:endParaRPr>
            </a:p>
          </p:txBody>
        </p:sp>
        <p:sp>
          <p:nvSpPr>
            <p:cNvPr id="80" name="Rectangle 3"/>
            <p:cNvSpPr txBox="1">
              <a:spLocks noChangeArrowheads="1"/>
            </p:cNvSpPr>
            <p:nvPr/>
          </p:nvSpPr>
          <p:spPr bwMode="auto">
            <a:xfrm>
              <a:off x="6575522" y="2337610"/>
              <a:ext cx="2016225" cy="244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3"/>
                  </a:solidFill>
                  <a:latin typeface="Adobe Fan Heiti Std B" pitchFamily="34" charset="-128"/>
                  <a:ea typeface="Adobe Fan Heiti Std B" pitchFamily="34" charset="-128"/>
                </a:rPr>
                <a:t>edad</a:t>
              </a:r>
              <a:endParaRPr lang="en-US" sz="1600" kern="0" dirty="0">
                <a:solidFill>
                  <a:schemeClr val="accent3"/>
                </a:solidFill>
                <a:latin typeface="Adobe Fan Heiti Std B" pitchFamily="34" charset="-128"/>
                <a:ea typeface="Adobe Fan Heiti Std B" pitchFamily="34" charset="-128"/>
              </a:endParaRPr>
            </a:p>
          </p:txBody>
        </p:sp>
        <p:sp>
          <p:nvSpPr>
            <p:cNvPr id="42" name="Rectangle 3"/>
            <p:cNvSpPr txBox="1">
              <a:spLocks noChangeArrowheads="1"/>
            </p:cNvSpPr>
            <p:nvPr/>
          </p:nvSpPr>
          <p:spPr bwMode="auto">
            <a:xfrm>
              <a:off x="6360125" y="2744629"/>
              <a:ext cx="2448271"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2">
                      <a:lumMod val="20000"/>
                      <a:lumOff val="80000"/>
                    </a:schemeClr>
                  </a:solidFill>
                  <a:latin typeface="Adobe Fan Heiti Std B" pitchFamily="34" charset="-128"/>
                  <a:ea typeface="Adobe Fan Heiti Std B" pitchFamily="34" charset="-128"/>
                </a:rPr>
                <a:t>toString</a:t>
              </a:r>
              <a:r>
                <a:rPr lang="en-US" sz="1600" kern="0" dirty="0">
                  <a:solidFill>
                    <a:schemeClr val="accent2">
                      <a:lumMod val="20000"/>
                      <a:lumOff val="80000"/>
                    </a:schemeClr>
                  </a:solidFill>
                  <a:latin typeface="Adobe Fan Heiti Std B" pitchFamily="34" charset="-128"/>
                  <a:ea typeface="Adobe Fan Heiti Std B" pitchFamily="34" charset="-128"/>
                </a:rPr>
                <a:t>( )</a:t>
              </a:r>
            </a:p>
          </p:txBody>
        </p:sp>
      </p:grpSp>
      <p:grpSp>
        <p:nvGrpSpPr>
          <p:cNvPr id="8" name="7 Grupo"/>
          <p:cNvGrpSpPr/>
          <p:nvPr/>
        </p:nvGrpSpPr>
        <p:grpSpPr>
          <a:xfrm>
            <a:off x="6575522" y="3832347"/>
            <a:ext cx="2241594" cy="2189362"/>
            <a:chOff x="6575522" y="3832347"/>
            <a:chExt cx="2241594" cy="2189362"/>
          </a:xfrm>
        </p:grpSpPr>
        <p:grpSp>
          <p:nvGrpSpPr>
            <p:cNvPr id="9" name="8 Grupo"/>
            <p:cNvGrpSpPr/>
            <p:nvPr/>
          </p:nvGrpSpPr>
          <p:grpSpPr>
            <a:xfrm>
              <a:off x="6575522" y="4428481"/>
              <a:ext cx="1931514" cy="1593228"/>
              <a:chOff x="2454115" y="2924944"/>
              <a:chExt cx="1931514" cy="1593228"/>
            </a:xfrm>
          </p:grpSpPr>
          <p:sp>
            <p:nvSpPr>
              <p:cNvPr id="44" name="43 Rectángulo redondeado"/>
              <p:cNvSpPr/>
              <p:nvPr/>
            </p:nvSpPr>
            <p:spPr bwMode="auto">
              <a:xfrm>
                <a:off x="2454115" y="3359920"/>
                <a:ext cx="1931514" cy="1158252"/>
              </a:xfrm>
              <a:prstGeom prst="roundRect">
                <a:avLst/>
              </a:prstGeom>
              <a:ln>
                <a:headEnd type="none" w="med" len="med"/>
                <a:tailEnd type="none" w="med" len="me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4" name="Rectangle 3"/>
              <p:cNvSpPr txBox="1">
                <a:spLocks noChangeArrowheads="1"/>
              </p:cNvSpPr>
              <p:nvPr/>
            </p:nvSpPr>
            <p:spPr bwMode="auto">
              <a:xfrm>
                <a:off x="2555776" y="2924944"/>
                <a:ext cx="1728192"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err="1"/>
                  <a:t>Gallina</a:t>
                </a:r>
                <a:endParaRPr lang="en-US" sz="1800" kern="0" dirty="0"/>
              </a:p>
            </p:txBody>
          </p:sp>
          <p:sp>
            <p:nvSpPr>
              <p:cNvPr id="55" name="Rectangle 3"/>
              <p:cNvSpPr txBox="1">
                <a:spLocks noChangeArrowheads="1"/>
              </p:cNvSpPr>
              <p:nvPr/>
            </p:nvSpPr>
            <p:spPr bwMode="auto">
              <a:xfrm>
                <a:off x="2555776" y="3861090"/>
                <a:ext cx="1728192"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2">
                        <a:lumMod val="20000"/>
                        <a:lumOff val="80000"/>
                      </a:schemeClr>
                    </a:solidFill>
                    <a:latin typeface="Adobe Fan Heiti Std B" pitchFamily="34" charset="-128"/>
                    <a:ea typeface="Adobe Fan Heiti Std B" pitchFamily="34" charset="-128"/>
                  </a:rPr>
                  <a:t>hablar</a:t>
                </a:r>
                <a:r>
                  <a:rPr lang="en-US" sz="1600" kern="0" dirty="0">
                    <a:solidFill>
                      <a:schemeClr val="accent2">
                        <a:lumMod val="20000"/>
                        <a:lumOff val="80000"/>
                      </a:schemeClr>
                    </a:solidFill>
                    <a:latin typeface="Adobe Fan Heiti Std B" pitchFamily="34" charset="-128"/>
                    <a:ea typeface="Adobe Fan Heiti Std B" pitchFamily="34" charset="-128"/>
                  </a:rPr>
                  <a:t>( )</a:t>
                </a:r>
              </a:p>
            </p:txBody>
          </p:sp>
          <p:sp>
            <p:nvSpPr>
              <p:cNvPr id="56" name="Rectangle 3"/>
              <p:cNvSpPr txBox="1">
                <a:spLocks noChangeArrowheads="1"/>
              </p:cNvSpPr>
              <p:nvPr/>
            </p:nvSpPr>
            <p:spPr bwMode="auto">
              <a:xfrm>
                <a:off x="2555776" y="4121402"/>
                <a:ext cx="1728193"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i="1" kern="0" dirty="0">
                    <a:solidFill>
                      <a:srgbClr val="0070C0"/>
                    </a:solidFill>
                    <a:ea typeface="Adobe Fan Heiti Std B" pitchFamily="34" charset="-128"/>
                  </a:rPr>
                  <a:t>"</a:t>
                </a:r>
                <a:r>
                  <a:rPr lang="en-US" sz="1600" i="1" kern="0" dirty="0" err="1">
                    <a:solidFill>
                      <a:srgbClr val="0070C0"/>
                    </a:solidFill>
                    <a:ea typeface="Adobe Fan Heiti Std B" pitchFamily="34" charset="-128"/>
                  </a:rPr>
                  <a:t>coc</a:t>
                </a:r>
                <a:r>
                  <a:rPr lang="en-US" sz="1600" i="1" kern="0" dirty="0">
                    <a:solidFill>
                      <a:srgbClr val="0070C0"/>
                    </a:solidFill>
                    <a:ea typeface="Adobe Fan Heiti Std B" pitchFamily="34" charset="-128"/>
                  </a:rPr>
                  <a:t>"</a:t>
                </a:r>
              </a:p>
            </p:txBody>
          </p:sp>
        </p:grpSp>
        <p:pic>
          <p:nvPicPr>
            <p:cNvPr id="1027" name="Picture 3" descr="C:\Users\Raúl\Desktop\Pollito\gallina.png">
              <a:hlinkClick r:id="" action="ppaction://noaction">
                <a:snd r:embed="rId3" name="gallina.WAV"/>
              </a:hlinkClick>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97053" y="4219452"/>
              <a:ext cx="920063" cy="126541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cxnSp>
          <p:nvCxnSpPr>
            <p:cNvPr id="68" name="67 Conector recto de flecha"/>
            <p:cNvCxnSpPr/>
            <p:nvPr/>
          </p:nvCxnSpPr>
          <p:spPr bwMode="auto">
            <a:xfrm flipV="1">
              <a:off x="7541279" y="3832347"/>
              <a:ext cx="0" cy="540000"/>
            </a:xfrm>
            <a:prstGeom prst="straightConnector1">
              <a:avLst/>
            </a:prstGeom>
            <a:ln>
              <a:headEnd type="none" w="med" len="med"/>
              <a:tailEnd type="arrow" w="lg" len="lg"/>
            </a:ln>
          </p:spPr>
          <p:style>
            <a:lnRef idx="3">
              <a:schemeClr val="accent1"/>
            </a:lnRef>
            <a:fillRef idx="0">
              <a:schemeClr val="accent1"/>
            </a:fillRef>
            <a:effectRef idx="2">
              <a:schemeClr val="accent1"/>
            </a:effectRef>
            <a:fontRef idx="minor">
              <a:schemeClr val="tx1"/>
            </a:fontRef>
          </p:style>
        </p:cxnSp>
        <p:sp>
          <p:nvSpPr>
            <p:cNvPr id="49" name="Rectangle 3"/>
            <p:cNvSpPr txBox="1">
              <a:spLocks noChangeArrowheads="1"/>
            </p:cNvSpPr>
            <p:nvPr/>
          </p:nvSpPr>
          <p:spPr bwMode="auto">
            <a:xfrm>
              <a:off x="6674184" y="4989552"/>
              <a:ext cx="1728192" cy="528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2">
                      <a:lumMod val="20000"/>
                      <a:lumOff val="80000"/>
                    </a:schemeClr>
                  </a:solidFill>
                  <a:latin typeface="Adobe Fan Heiti Std B" pitchFamily="34" charset="-128"/>
                  <a:ea typeface="Adobe Fan Heiti Std B" pitchFamily="34" charset="-128"/>
                </a:rPr>
                <a:t>ponerHuevo</a:t>
              </a:r>
              <a:r>
                <a:rPr lang="en-US" sz="1600" kern="0" dirty="0">
                  <a:solidFill>
                    <a:schemeClr val="accent2">
                      <a:lumMod val="20000"/>
                      <a:lumOff val="80000"/>
                    </a:schemeClr>
                  </a:solidFill>
                  <a:latin typeface="Adobe Fan Heiti Std B" pitchFamily="34" charset="-128"/>
                  <a:ea typeface="Adobe Fan Heiti Std B" pitchFamily="34" charset="-128"/>
                </a:rPr>
                <a:t>( )</a:t>
              </a:r>
            </a:p>
          </p:txBody>
        </p:sp>
      </p:grpSp>
      <p:grpSp>
        <p:nvGrpSpPr>
          <p:cNvPr id="20" name="19 Grupo"/>
          <p:cNvGrpSpPr/>
          <p:nvPr/>
        </p:nvGrpSpPr>
        <p:grpSpPr>
          <a:xfrm>
            <a:off x="482272" y="1348011"/>
            <a:ext cx="4532162" cy="4773751"/>
            <a:chOff x="482272" y="1348011"/>
            <a:chExt cx="4532162" cy="4773751"/>
          </a:xfrm>
        </p:grpSpPr>
        <p:grpSp>
          <p:nvGrpSpPr>
            <p:cNvPr id="19" name="18 Grupo"/>
            <p:cNvGrpSpPr/>
            <p:nvPr/>
          </p:nvGrpSpPr>
          <p:grpSpPr>
            <a:xfrm>
              <a:off x="482272" y="1348011"/>
              <a:ext cx="4532162" cy="4773751"/>
              <a:chOff x="482272" y="1348011"/>
              <a:chExt cx="4532162" cy="4773751"/>
            </a:xfrm>
          </p:grpSpPr>
          <p:sp>
            <p:nvSpPr>
              <p:cNvPr id="67" name="66 Rectángulo"/>
              <p:cNvSpPr/>
              <p:nvPr/>
            </p:nvSpPr>
            <p:spPr bwMode="auto">
              <a:xfrm>
                <a:off x="482272" y="1703832"/>
                <a:ext cx="4532162" cy="4417930"/>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0" name="Rectangle 3"/>
              <p:cNvSpPr txBox="1">
                <a:spLocks noChangeArrowheads="1"/>
              </p:cNvSpPr>
              <p:nvPr/>
            </p:nvSpPr>
            <p:spPr bwMode="auto">
              <a:xfrm>
                <a:off x="1174924" y="1348011"/>
                <a:ext cx="3109044"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a:t>Test</a:t>
                </a:r>
              </a:p>
            </p:txBody>
          </p:sp>
        </p:grpSp>
        <p:sp>
          <p:nvSpPr>
            <p:cNvPr id="72" name="Rectangle 3"/>
            <p:cNvSpPr txBox="1">
              <a:spLocks noChangeArrowheads="1"/>
            </p:cNvSpPr>
            <p:nvPr/>
          </p:nvSpPr>
          <p:spPr bwMode="auto">
            <a:xfrm>
              <a:off x="626288" y="1797500"/>
              <a:ext cx="3722578" cy="4324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chemeClr val="bg2">
                      <a:lumMod val="50000"/>
                    </a:schemeClr>
                  </a:solidFill>
                  <a:latin typeface="Adobe Fan Heiti Std B" pitchFamily="34" charset="-128"/>
                  <a:ea typeface="Adobe Fan Heiti Std B" pitchFamily="34" charset="-128"/>
                </a:rPr>
                <a:t>public</a:t>
              </a:r>
              <a:r>
                <a:rPr lang="en-US" sz="1400" kern="0" dirty="0">
                  <a:latin typeface="Adobe Fan Heiti Std B" pitchFamily="34" charset="-128"/>
                  <a:ea typeface="Adobe Fan Heiti Std B" pitchFamily="34" charset="-128"/>
                </a:rPr>
                <a:t> class Test {    </a:t>
              </a:r>
            </a:p>
            <a:p>
              <a:pPr marL="0" indent="0">
                <a:buNone/>
              </a:pPr>
              <a:r>
                <a:rPr lang="en-US" sz="1400" kern="0" dirty="0">
                  <a:latin typeface="Adobe Fan Heiti Std B" pitchFamily="34" charset="-128"/>
                  <a:ea typeface="Adobe Fan Heiti Std B" pitchFamily="34" charset="-128"/>
                </a:rPr>
                <a:t> </a:t>
              </a:r>
            </a:p>
            <a:p>
              <a:pPr marL="0" indent="0">
                <a:buNone/>
              </a:pPr>
              <a:r>
                <a:rPr lang="en-US" sz="1400" kern="0" dirty="0">
                  <a:latin typeface="Adobe Fan Heiti Std B" pitchFamily="34" charset="-128"/>
                  <a:ea typeface="Adobe Fan Heiti Std B" pitchFamily="34" charset="-128"/>
                </a:rPr>
                <a:t>   </a:t>
              </a:r>
              <a:r>
                <a:rPr lang="en-US" sz="1400" kern="0" dirty="0">
                  <a:solidFill>
                    <a:schemeClr val="bg2">
                      <a:lumMod val="50000"/>
                    </a:schemeClr>
                  </a:solidFill>
                  <a:latin typeface="Adobe Fan Heiti Std B" pitchFamily="34" charset="-128"/>
                  <a:ea typeface="Adobe Fan Heiti Std B" pitchFamily="34" charset="-128"/>
                </a:rPr>
                <a:t> public </a:t>
              </a:r>
              <a:r>
                <a:rPr lang="en-US" sz="1400" kern="0" dirty="0">
                  <a:solidFill>
                    <a:srgbClr val="FF0000"/>
                  </a:solidFill>
                  <a:latin typeface="Adobe Fan Heiti Std B" pitchFamily="34" charset="-128"/>
                  <a:ea typeface="Adobe Fan Heiti Std B" pitchFamily="34" charset="-128"/>
                </a:rPr>
                <a:t>void main (...) </a:t>
              </a:r>
              <a:r>
                <a:rPr lang="en-US" sz="1400" kern="0" dirty="0">
                  <a:latin typeface="Adobe Fan Heiti Std B" pitchFamily="34" charset="-128"/>
                  <a:ea typeface="Adobe Fan Heiti Std B" pitchFamily="34" charset="-128"/>
                </a:rPr>
                <a:t>{     </a:t>
              </a: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latin typeface="Adobe Fan Heiti Std B" pitchFamily="34" charset="-128"/>
                <a:ea typeface="Adobe Fan Heiti Std B" pitchFamily="34" charset="-128"/>
              </a:endParaRPr>
            </a:p>
            <a:p>
              <a:pPr marL="0" indent="0">
                <a:buNone/>
              </a:pPr>
              <a:endParaRPr lang="en-US" sz="1400" kern="0" dirty="0">
                <a:latin typeface="Adobe Fan Heiti Std B" pitchFamily="34" charset="-128"/>
                <a:ea typeface="Adobe Fan Heiti Std B" pitchFamily="34" charset="-128"/>
              </a:endParaRPr>
            </a:p>
            <a:p>
              <a:pPr marL="0" indent="0">
                <a:buNone/>
              </a:pPr>
              <a:endParaRPr lang="en-US" sz="1400" kern="0" dirty="0">
                <a:latin typeface="Adobe Fan Heiti Std B" pitchFamily="34" charset="-128"/>
                <a:ea typeface="Adobe Fan Heiti Std B" pitchFamily="34" charset="-128"/>
              </a:endParaRPr>
            </a:p>
            <a:p>
              <a:pPr marL="0" indent="0">
                <a:buNone/>
              </a:pPr>
              <a:endParaRPr lang="en-US" sz="1400" kern="0" dirty="0">
                <a:latin typeface="Adobe Fan Heiti Std B" pitchFamily="34" charset="-128"/>
                <a:ea typeface="Adobe Fan Heiti Std B" pitchFamily="34" charset="-128"/>
              </a:endParaRPr>
            </a:p>
            <a:p>
              <a:pPr marL="0" indent="0">
                <a:buNone/>
              </a:pPr>
              <a:endParaRPr lang="en-US" sz="1400" kern="0" dirty="0">
                <a:latin typeface="Adobe Fan Heiti Std B" pitchFamily="34" charset="-128"/>
                <a:ea typeface="Adobe Fan Heiti Std B" pitchFamily="34" charset="-128"/>
              </a:endParaRPr>
            </a:p>
            <a:p>
              <a:pPr marL="0" indent="0">
                <a:buNone/>
              </a:pPr>
              <a:endParaRPr lang="en-US" sz="1400" kern="0" dirty="0">
                <a:latin typeface="Adobe Fan Heiti Std B" pitchFamily="34" charset="-128"/>
                <a:ea typeface="Adobe Fan Heiti Std B" pitchFamily="34" charset="-128"/>
              </a:endParaRPr>
            </a:p>
            <a:p>
              <a:pPr marL="0" indent="0">
                <a:buNone/>
              </a:pPr>
              <a:r>
                <a:rPr lang="en-US" sz="1400" kern="0" dirty="0">
                  <a:latin typeface="Adobe Fan Heiti Std B" pitchFamily="34" charset="-128"/>
                  <a:ea typeface="Adobe Fan Heiti Std B" pitchFamily="34" charset="-128"/>
                </a:rPr>
                <a:t>     }</a:t>
              </a:r>
            </a:p>
            <a:p>
              <a:pPr marL="0" indent="0">
                <a:buNone/>
              </a:pPr>
              <a:r>
                <a:rPr lang="en-US" sz="1400" kern="0" dirty="0">
                  <a:latin typeface="Adobe Fan Heiti Std B" pitchFamily="34" charset="-128"/>
                  <a:ea typeface="Adobe Fan Heiti Std B" pitchFamily="34" charset="-128"/>
                </a:rPr>
                <a:t>}</a:t>
              </a:r>
            </a:p>
          </p:txBody>
        </p:sp>
      </p:grpSp>
      <p:sp>
        <p:nvSpPr>
          <p:cNvPr id="73" name="Rectangle 3"/>
          <p:cNvSpPr txBox="1">
            <a:spLocks noChangeArrowheads="1"/>
          </p:cNvSpPr>
          <p:nvPr/>
        </p:nvSpPr>
        <p:spPr bwMode="auto">
          <a:xfrm>
            <a:off x="1102994" y="2714030"/>
            <a:ext cx="3829046" cy="2736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err="1">
                <a:solidFill>
                  <a:schemeClr val="accent1"/>
                </a:solidFill>
                <a:latin typeface="Adobe Fan Heiti Std B" pitchFamily="34" charset="-128"/>
                <a:ea typeface="Adobe Fan Heiti Std B" pitchFamily="34" charset="-128"/>
              </a:rPr>
              <a:t>Gallina</a:t>
            </a:r>
            <a:r>
              <a:rPr lang="en-US" sz="1400" kern="0" dirty="0">
                <a:solidFill>
                  <a:schemeClr val="bg2">
                    <a:lumMod val="50000"/>
                  </a:schemeClr>
                </a:solidFill>
                <a:latin typeface="Adobe Fan Heiti Std B" pitchFamily="34" charset="-128"/>
                <a:ea typeface="Adobe Fan Heiti Std B" pitchFamily="34" charset="-128"/>
              </a:rPr>
              <a:t> </a:t>
            </a:r>
            <a:r>
              <a:rPr lang="en-US" sz="1400" kern="0" dirty="0" err="1">
                <a:solidFill>
                  <a:schemeClr val="bg2">
                    <a:lumMod val="50000"/>
                  </a:schemeClr>
                </a:solidFill>
                <a:latin typeface="Adobe Fan Heiti Std B" pitchFamily="34" charset="-128"/>
                <a:ea typeface="Adobe Fan Heiti Std B" pitchFamily="34" charset="-128"/>
              </a:rPr>
              <a:t>gallina</a:t>
            </a:r>
            <a:r>
              <a:rPr lang="en-US" sz="1400" kern="0" dirty="0">
                <a:solidFill>
                  <a:schemeClr val="bg2">
                    <a:lumMod val="50000"/>
                  </a:schemeClr>
                </a:solidFill>
                <a:latin typeface="Adobe Fan Heiti Std B" pitchFamily="34" charset="-128"/>
                <a:ea typeface="Adobe Fan Heiti Std B" pitchFamily="34" charset="-128"/>
              </a:rPr>
              <a:t> = new </a:t>
            </a:r>
            <a:r>
              <a:rPr lang="en-US" sz="1400" kern="0" dirty="0" err="1">
                <a:solidFill>
                  <a:srgbClr val="FF0000"/>
                </a:solidFill>
                <a:latin typeface="Adobe Fan Heiti Std B" pitchFamily="34" charset="-128"/>
                <a:ea typeface="Adobe Fan Heiti Std B" pitchFamily="34" charset="-128"/>
              </a:rPr>
              <a:t>Gallina</a:t>
            </a:r>
            <a:r>
              <a:rPr lang="en-US" sz="1400" kern="0" dirty="0">
                <a:solidFill>
                  <a:srgbClr val="FF0000"/>
                </a:solidFill>
                <a:latin typeface="Adobe Fan Heiti Std B" pitchFamily="34" charset="-128"/>
                <a:ea typeface="Adobe Fan Heiti Std B" pitchFamily="34" charset="-128"/>
              </a:rPr>
              <a:t>(</a:t>
            </a:r>
            <a:r>
              <a:rPr lang="en-US" sz="1400" kern="0" dirty="0">
                <a:solidFill>
                  <a:srgbClr val="92D050"/>
                </a:solidFill>
                <a:latin typeface="Adobe Fan Heiti Std B" pitchFamily="34" charset="-128"/>
                <a:ea typeface="Adobe Fan Heiti Std B" pitchFamily="34" charset="-128"/>
              </a:rPr>
              <a:t>"</a:t>
            </a:r>
            <a:r>
              <a:rPr lang="en-US" sz="1400" kern="0" dirty="0" err="1">
                <a:solidFill>
                  <a:srgbClr val="92D050"/>
                </a:solidFill>
                <a:latin typeface="Adobe Fan Heiti Std B" pitchFamily="34" charset="-128"/>
                <a:ea typeface="Adobe Fan Heiti Std B" pitchFamily="34" charset="-128"/>
              </a:rPr>
              <a:t>Raimunda</a:t>
            </a:r>
            <a:r>
              <a:rPr lang="en-US" sz="1400" kern="0" dirty="0">
                <a:solidFill>
                  <a:srgbClr val="92D050"/>
                </a:solidFill>
                <a:latin typeface="Adobe Fan Heiti Std B" pitchFamily="34" charset="-128"/>
                <a:ea typeface="Adobe Fan Heiti Std B" pitchFamily="34" charset="-128"/>
              </a:rPr>
              <a:t>"</a:t>
            </a:r>
            <a:r>
              <a:rPr lang="en-US" sz="1400" kern="0" dirty="0">
                <a:solidFill>
                  <a:schemeClr val="bg2">
                    <a:lumMod val="50000"/>
                  </a:schemeClr>
                </a:solidFill>
                <a:latin typeface="Adobe Fan Heiti Std B" pitchFamily="34" charset="-128"/>
                <a:ea typeface="Adobe Fan Heiti Std B" pitchFamily="34" charset="-128"/>
              </a:rPr>
              <a:t>, </a:t>
            </a:r>
            <a:r>
              <a:rPr lang="en-US" sz="1400" kern="0" dirty="0">
                <a:solidFill>
                  <a:srgbClr val="92D050"/>
                </a:solidFill>
                <a:latin typeface="Adobe Fan Heiti Std B" pitchFamily="34" charset="-128"/>
                <a:ea typeface="Adobe Fan Heiti Std B" pitchFamily="34" charset="-128"/>
              </a:rPr>
              <a:t>2</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bg2">
                    <a:lumMod val="50000"/>
                  </a:schemeClr>
                </a:solidFill>
                <a:latin typeface="Adobe Fan Heiti Std B" pitchFamily="34" charset="-128"/>
                <a:ea typeface="Adobe Fan Heiti Std B" pitchFamily="34" charset="-128"/>
              </a:rPr>
              <a:t>;</a:t>
            </a:r>
          </a:p>
          <a:p>
            <a:pPr marL="0" indent="0">
              <a:buNone/>
            </a:pPr>
            <a:r>
              <a:rPr lang="en-US" sz="1400" kern="0" dirty="0">
                <a:solidFill>
                  <a:schemeClr val="accent1"/>
                </a:solidFill>
                <a:latin typeface="Adobe Fan Heiti Std B" pitchFamily="34" charset="-128"/>
                <a:ea typeface="Adobe Fan Heiti Std B" pitchFamily="34" charset="-128"/>
              </a:rPr>
              <a:t>Ave</a:t>
            </a:r>
            <a:r>
              <a:rPr lang="en-US" sz="1400" kern="0" dirty="0">
                <a:solidFill>
                  <a:schemeClr val="bg2">
                    <a:lumMod val="50000"/>
                  </a:schemeClr>
                </a:solidFill>
                <a:latin typeface="Adobe Fan Heiti Std B" pitchFamily="34" charset="-128"/>
                <a:ea typeface="Adobe Fan Heiti Std B" pitchFamily="34" charset="-128"/>
              </a:rPr>
              <a:t> </a:t>
            </a:r>
            <a:r>
              <a:rPr lang="en-US" sz="1400" kern="0" dirty="0" err="1">
                <a:solidFill>
                  <a:schemeClr val="bg2">
                    <a:lumMod val="50000"/>
                  </a:schemeClr>
                </a:solidFill>
                <a:latin typeface="Adobe Fan Heiti Std B" pitchFamily="34" charset="-128"/>
                <a:ea typeface="Adobe Fan Heiti Std B" pitchFamily="34" charset="-128"/>
              </a:rPr>
              <a:t>ave</a:t>
            </a:r>
            <a:r>
              <a:rPr lang="en-US" sz="1400" kern="0" dirty="0">
                <a:solidFill>
                  <a:schemeClr val="bg2">
                    <a:lumMod val="50000"/>
                  </a:schemeClr>
                </a:solidFill>
                <a:latin typeface="Adobe Fan Heiti Std B" pitchFamily="34" charset="-128"/>
                <a:ea typeface="Adobe Fan Heiti Std B" pitchFamily="34" charset="-128"/>
              </a:rPr>
              <a:t> = </a:t>
            </a:r>
            <a:r>
              <a:rPr lang="en-US" sz="1400" kern="0" dirty="0" err="1">
                <a:solidFill>
                  <a:schemeClr val="bg2">
                    <a:lumMod val="50000"/>
                  </a:schemeClr>
                </a:solidFill>
                <a:latin typeface="Adobe Fan Heiti Std B" pitchFamily="34" charset="-128"/>
                <a:ea typeface="Adobe Fan Heiti Std B" pitchFamily="34" charset="-128"/>
              </a:rPr>
              <a:t>gallina</a:t>
            </a:r>
            <a:r>
              <a:rPr lang="en-US" sz="1400" kern="0" dirty="0">
                <a:solidFill>
                  <a:schemeClr val="bg2">
                    <a:lumMod val="50000"/>
                  </a:schemeClr>
                </a:solidFill>
                <a:latin typeface="Adobe Fan Heiti Std B" pitchFamily="34" charset="-128"/>
                <a:ea typeface="Adobe Fan Heiti Std B" pitchFamily="34" charset="-128"/>
              </a:rPr>
              <a:t>;</a:t>
            </a: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r>
              <a:rPr lang="en-US" sz="1400" kern="0" dirty="0" err="1">
                <a:solidFill>
                  <a:schemeClr val="bg2">
                    <a:lumMod val="50000"/>
                  </a:schemeClr>
                </a:solidFill>
                <a:latin typeface="Adobe Fan Heiti Std B" pitchFamily="34" charset="-128"/>
                <a:ea typeface="Adobe Fan Heiti Std B" pitchFamily="34" charset="-128"/>
              </a:rPr>
              <a:t>ave.</a:t>
            </a:r>
            <a:r>
              <a:rPr lang="en-US" sz="1400" kern="0" dirty="0" err="1">
                <a:solidFill>
                  <a:srgbClr val="FF0000"/>
                </a:solidFill>
                <a:latin typeface="Adobe Fan Heiti Std B" pitchFamily="34" charset="-128"/>
                <a:ea typeface="Adobe Fan Heiti Std B" pitchFamily="34" charset="-128"/>
              </a:rPr>
              <a:t>toString</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bg2">
                    <a:lumMod val="50000"/>
                  </a:schemeClr>
                </a:solidFill>
                <a:latin typeface="Adobe Fan Heiti Std B" pitchFamily="34" charset="-128"/>
                <a:ea typeface="Adobe Fan Heiti Std B" pitchFamily="34" charset="-128"/>
              </a:rPr>
              <a:t>;</a:t>
            </a:r>
          </a:p>
          <a:p>
            <a:pPr marL="0" indent="0">
              <a:buNone/>
            </a:pPr>
            <a:r>
              <a:rPr lang="en-US" sz="1400" kern="0" dirty="0" err="1">
                <a:solidFill>
                  <a:schemeClr val="bg2">
                    <a:lumMod val="50000"/>
                  </a:schemeClr>
                </a:solidFill>
                <a:latin typeface="Adobe Fan Heiti Std B" pitchFamily="34" charset="-128"/>
                <a:ea typeface="Adobe Fan Heiti Std B" pitchFamily="34" charset="-128"/>
              </a:rPr>
              <a:t>ave.</a:t>
            </a:r>
            <a:r>
              <a:rPr lang="en-US" sz="1400" kern="0" dirty="0" err="1">
                <a:solidFill>
                  <a:srgbClr val="FF0000"/>
                </a:solidFill>
                <a:latin typeface="Adobe Fan Heiti Std B" pitchFamily="34" charset="-128"/>
                <a:ea typeface="Adobe Fan Heiti Std B" pitchFamily="34" charset="-128"/>
              </a:rPr>
              <a:t>hablar</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bg2">
                    <a:lumMod val="50000"/>
                  </a:schemeClr>
                </a:solidFill>
                <a:latin typeface="Adobe Fan Heiti Std B" pitchFamily="34" charset="-128"/>
                <a:ea typeface="Adobe Fan Heiti Std B" pitchFamily="34" charset="-128"/>
              </a:rPr>
              <a:t>;</a:t>
            </a:r>
          </a:p>
          <a:p>
            <a:pPr marL="0" indent="0">
              <a:buNone/>
            </a:pPr>
            <a:r>
              <a:rPr lang="en-US" sz="1400" kern="0" dirty="0" err="1">
                <a:solidFill>
                  <a:schemeClr val="bg2">
                    <a:lumMod val="50000"/>
                  </a:schemeClr>
                </a:solidFill>
                <a:latin typeface="Adobe Fan Heiti Std B" pitchFamily="34" charset="-128"/>
                <a:ea typeface="Adobe Fan Heiti Std B" pitchFamily="34" charset="-128"/>
              </a:rPr>
              <a:t>ave.</a:t>
            </a:r>
            <a:r>
              <a:rPr lang="en-US" sz="1400" kern="0" dirty="0" err="1">
                <a:solidFill>
                  <a:srgbClr val="FF0000"/>
                </a:solidFill>
                <a:latin typeface="Adobe Fan Heiti Std B" pitchFamily="34" charset="-128"/>
                <a:ea typeface="Adobe Fan Heiti Std B" pitchFamily="34" charset="-128"/>
              </a:rPr>
              <a:t>ponerHuevo</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bg2">
                    <a:lumMod val="50000"/>
                  </a:schemeClr>
                </a:solidFill>
                <a:latin typeface="Adobe Fan Heiti Std B" pitchFamily="34" charset="-128"/>
                <a:ea typeface="Adobe Fan Heiti Std B" pitchFamily="34" charset="-128"/>
              </a:rPr>
              <a:t>;</a:t>
            </a: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r>
              <a:rPr lang="en-US" sz="1400" kern="0" dirty="0" err="1">
                <a:solidFill>
                  <a:schemeClr val="bg2">
                    <a:lumMod val="50000"/>
                  </a:schemeClr>
                </a:solidFill>
                <a:latin typeface="Adobe Fan Heiti Std B" pitchFamily="34" charset="-128"/>
                <a:ea typeface="Adobe Fan Heiti Std B" pitchFamily="34" charset="-128"/>
              </a:rPr>
              <a:t>gallina.</a:t>
            </a:r>
            <a:r>
              <a:rPr lang="en-US" sz="1400" kern="0" dirty="0" err="1">
                <a:solidFill>
                  <a:srgbClr val="FF0000"/>
                </a:solidFill>
                <a:latin typeface="Adobe Fan Heiti Std B" pitchFamily="34" charset="-128"/>
                <a:ea typeface="Adobe Fan Heiti Std B" pitchFamily="34" charset="-128"/>
              </a:rPr>
              <a:t>toString</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bg2">
                    <a:lumMod val="50000"/>
                  </a:schemeClr>
                </a:solidFill>
                <a:latin typeface="Adobe Fan Heiti Std B" pitchFamily="34" charset="-128"/>
                <a:ea typeface="Adobe Fan Heiti Std B" pitchFamily="34" charset="-128"/>
              </a:rPr>
              <a:t>;</a:t>
            </a:r>
          </a:p>
          <a:p>
            <a:pPr marL="0" indent="0">
              <a:buNone/>
            </a:pPr>
            <a:r>
              <a:rPr lang="en-US" sz="1400" kern="0" dirty="0" err="1">
                <a:solidFill>
                  <a:schemeClr val="bg2">
                    <a:lumMod val="50000"/>
                  </a:schemeClr>
                </a:solidFill>
                <a:latin typeface="Adobe Fan Heiti Std B" pitchFamily="34" charset="-128"/>
                <a:ea typeface="Adobe Fan Heiti Std B" pitchFamily="34" charset="-128"/>
              </a:rPr>
              <a:t>gallina.</a:t>
            </a:r>
            <a:r>
              <a:rPr lang="en-US" sz="1400" kern="0" dirty="0" err="1">
                <a:solidFill>
                  <a:srgbClr val="FF0000"/>
                </a:solidFill>
                <a:latin typeface="Adobe Fan Heiti Std B" pitchFamily="34" charset="-128"/>
                <a:ea typeface="Adobe Fan Heiti Std B" pitchFamily="34" charset="-128"/>
              </a:rPr>
              <a:t>hablar</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bg2">
                    <a:lumMod val="50000"/>
                  </a:schemeClr>
                </a:solidFill>
                <a:latin typeface="Adobe Fan Heiti Std B" pitchFamily="34" charset="-128"/>
                <a:ea typeface="Adobe Fan Heiti Std B" pitchFamily="34" charset="-128"/>
              </a:rPr>
              <a:t>;</a:t>
            </a:r>
          </a:p>
          <a:p>
            <a:pPr marL="0" indent="0">
              <a:buNone/>
            </a:pPr>
            <a:r>
              <a:rPr lang="en-US" sz="1400" kern="0" dirty="0" err="1">
                <a:solidFill>
                  <a:schemeClr val="bg2">
                    <a:lumMod val="50000"/>
                  </a:schemeClr>
                </a:solidFill>
                <a:latin typeface="Adobe Fan Heiti Std B" pitchFamily="34" charset="-128"/>
                <a:ea typeface="Adobe Fan Heiti Std B" pitchFamily="34" charset="-128"/>
              </a:rPr>
              <a:t>gallina.</a:t>
            </a:r>
            <a:r>
              <a:rPr lang="en-US" sz="1400" kern="0" dirty="0" err="1">
                <a:solidFill>
                  <a:srgbClr val="FF0000"/>
                </a:solidFill>
                <a:latin typeface="Adobe Fan Heiti Std B" pitchFamily="34" charset="-128"/>
                <a:ea typeface="Adobe Fan Heiti Std B" pitchFamily="34" charset="-128"/>
              </a:rPr>
              <a:t>ponerHuevo</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bg2">
                    <a:lumMod val="50000"/>
                  </a:schemeClr>
                </a:solidFill>
                <a:latin typeface="Adobe Fan Heiti Std B" pitchFamily="34" charset="-128"/>
                <a:ea typeface="Adobe Fan Heiti Std B" pitchFamily="34" charset="-128"/>
              </a:rPr>
              <a:t>;</a:t>
            </a: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p:txBody>
      </p:sp>
      <p:grpSp>
        <p:nvGrpSpPr>
          <p:cNvPr id="16" name="15 Grupo"/>
          <p:cNvGrpSpPr/>
          <p:nvPr/>
        </p:nvGrpSpPr>
        <p:grpSpPr>
          <a:xfrm>
            <a:off x="3025977" y="4429873"/>
            <a:ext cx="1036657" cy="663410"/>
            <a:chOff x="3025977" y="4429873"/>
            <a:chExt cx="1036657" cy="663410"/>
          </a:xfrm>
        </p:grpSpPr>
        <p:sp>
          <p:nvSpPr>
            <p:cNvPr id="77" name="Rectangle 3"/>
            <p:cNvSpPr txBox="1">
              <a:spLocks noChangeArrowheads="1"/>
            </p:cNvSpPr>
            <p:nvPr/>
          </p:nvSpPr>
          <p:spPr bwMode="auto">
            <a:xfrm>
              <a:off x="3025977" y="4429873"/>
              <a:ext cx="1036657" cy="266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err="1">
                  <a:solidFill>
                    <a:schemeClr val="accent1"/>
                  </a:solidFill>
                  <a:latin typeface="Adobe Fan Heiti Std B" pitchFamily="34" charset="-128"/>
                  <a:ea typeface="Adobe Fan Heiti Std B" pitchFamily="34" charset="-128"/>
                </a:rPr>
                <a:t>gallina</a:t>
              </a:r>
              <a:endParaRPr lang="en-US" sz="1800" kern="0" dirty="0">
                <a:solidFill>
                  <a:schemeClr val="bg2">
                    <a:lumMod val="50000"/>
                  </a:schemeClr>
                </a:solidFill>
                <a:latin typeface="Adobe Fan Heiti Std B" pitchFamily="34" charset="-128"/>
                <a:ea typeface="Adobe Fan Heiti Std B" pitchFamily="34" charset="-128"/>
              </a:endParaRPr>
            </a:p>
          </p:txBody>
        </p:sp>
        <p:sp>
          <p:nvSpPr>
            <p:cNvPr id="78" name="77 Rectángulo"/>
            <p:cNvSpPr/>
            <p:nvPr/>
          </p:nvSpPr>
          <p:spPr bwMode="auto">
            <a:xfrm>
              <a:off x="3102438" y="4767401"/>
              <a:ext cx="864096" cy="325882"/>
            </a:xfrm>
            <a:prstGeom prst="rect">
              <a:avLst/>
            </a:prstGeom>
            <a:solidFill>
              <a:srgbClr val="FCEBC0"/>
            </a:solidFill>
            <a:ln>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14" name="13 Grupo"/>
          <p:cNvGrpSpPr/>
          <p:nvPr/>
        </p:nvGrpSpPr>
        <p:grpSpPr>
          <a:xfrm>
            <a:off x="3031287" y="3378328"/>
            <a:ext cx="1036657" cy="648493"/>
            <a:chOff x="3031287" y="3378328"/>
            <a:chExt cx="1036657" cy="648493"/>
          </a:xfrm>
        </p:grpSpPr>
        <p:sp>
          <p:nvSpPr>
            <p:cNvPr id="15" name="14 Rectángulo"/>
            <p:cNvSpPr/>
            <p:nvPr/>
          </p:nvSpPr>
          <p:spPr bwMode="auto">
            <a:xfrm>
              <a:off x="3116952" y="3700939"/>
              <a:ext cx="864096" cy="325882"/>
            </a:xfrm>
            <a:prstGeom prst="rect">
              <a:avLst/>
            </a:prstGeom>
            <a:solidFill>
              <a:srgbClr val="FCEBC0"/>
            </a:solidFill>
            <a:ln>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9" name="Rectangle 3"/>
            <p:cNvSpPr txBox="1">
              <a:spLocks noChangeArrowheads="1"/>
            </p:cNvSpPr>
            <p:nvPr/>
          </p:nvSpPr>
          <p:spPr bwMode="auto">
            <a:xfrm>
              <a:off x="3031287" y="3378328"/>
              <a:ext cx="1036657" cy="266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err="1">
                  <a:solidFill>
                    <a:schemeClr val="accent1"/>
                  </a:solidFill>
                  <a:latin typeface="Adobe Fan Heiti Std B" pitchFamily="34" charset="-128"/>
                  <a:ea typeface="Adobe Fan Heiti Std B" pitchFamily="34" charset="-128"/>
                </a:rPr>
                <a:t>ave</a:t>
              </a:r>
              <a:endParaRPr lang="en-US" sz="1800" kern="0" dirty="0">
                <a:solidFill>
                  <a:schemeClr val="bg2">
                    <a:lumMod val="50000"/>
                  </a:schemeClr>
                </a:solidFill>
                <a:latin typeface="Adobe Fan Heiti Std B" pitchFamily="34" charset="-128"/>
                <a:ea typeface="Adobe Fan Heiti Std B" pitchFamily="34" charset="-128"/>
              </a:endParaRPr>
            </a:p>
          </p:txBody>
        </p:sp>
      </p:grpSp>
      <p:grpSp>
        <p:nvGrpSpPr>
          <p:cNvPr id="10" name="9 Grupo"/>
          <p:cNvGrpSpPr/>
          <p:nvPr/>
        </p:nvGrpSpPr>
        <p:grpSpPr>
          <a:xfrm>
            <a:off x="4636898" y="2896369"/>
            <a:ext cx="1735302" cy="2433257"/>
            <a:chOff x="4636898" y="2924944"/>
            <a:chExt cx="1735302" cy="2433257"/>
          </a:xfrm>
        </p:grpSpPr>
        <p:grpSp>
          <p:nvGrpSpPr>
            <p:cNvPr id="6" name="5 Grupo"/>
            <p:cNvGrpSpPr/>
            <p:nvPr/>
          </p:nvGrpSpPr>
          <p:grpSpPr>
            <a:xfrm>
              <a:off x="4636898" y="3500066"/>
              <a:ext cx="1735302" cy="1858135"/>
              <a:chOff x="4636898" y="3500066"/>
              <a:chExt cx="1735302" cy="1858135"/>
            </a:xfrm>
          </p:grpSpPr>
          <p:sp>
            <p:nvSpPr>
              <p:cNvPr id="74" name="73 Elipse"/>
              <p:cNvSpPr/>
              <p:nvPr/>
            </p:nvSpPr>
            <p:spPr bwMode="auto">
              <a:xfrm>
                <a:off x="4636898" y="3500066"/>
                <a:ext cx="1735302" cy="1858135"/>
              </a:xfrm>
              <a:prstGeom prst="ellipse">
                <a:avLst/>
              </a:prstGeom>
              <a:solidFill>
                <a:srgbClr val="FCEBC0"/>
              </a:solidFill>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nvGrpSpPr>
              <p:cNvPr id="5" name="4 Grupo"/>
              <p:cNvGrpSpPr/>
              <p:nvPr/>
            </p:nvGrpSpPr>
            <p:grpSpPr>
              <a:xfrm>
                <a:off x="4921391" y="3590709"/>
                <a:ext cx="1230519" cy="946990"/>
                <a:chOff x="4921391" y="3590709"/>
                <a:chExt cx="1230519" cy="946990"/>
              </a:xfrm>
            </p:grpSpPr>
            <p:sp>
              <p:nvSpPr>
                <p:cNvPr id="13" name="12 Elipse"/>
                <p:cNvSpPr/>
                <p:nvPr/>
              </p:nvSpPr>
              <p:spPr bwMode="auto">
                <a:xfrm>
                  <a:off x="4921391" y="3590709"/>
                  <a:ext cx="1166316" cy="946990"/>
                </a:xfrm>
                <a:prstGeom prst="ellipse">
                  <a:avLst/>
                </a:prstGeom>
                <a:solidFill>
                  <a:schemeClr val="accent1">
                    <a:lumMod val="40000"/>
                    <a:lumOff val="60000"/>
                  </a:schemeClr>
                </a:solidFill>
                <a:ln>
                  <a:headEnd type="none" w="med" len="med"/>
                  <a:tailEnd type="none" w="med" len="med"/>
                </a:ln>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5" name="Rectangle 3"/>
                <p:cNvSpPr txBox="1">
                  <a:spLocks noChangeArrowheads="1"/>
                </p:cNvSpPr>
                <p:nvPr/>
              </p:nvSpPr>
              <p:spPr bwMode="auto">
                <a:xfrm>
                  <a:off x="4921391" y="3757953"/>
                  <a:ext cx="1230519" cy="553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bg1"/>
                      </a:solidFill>
                      <a:latin typeface="Adobe Fan Heiti Std B" pitchFamily="34" charset="-128"/>
                      <a:ea typeface="Adobe Fan Heiti Std B" pitchFamily="34" charset="-128"/>
                    </a:rPr>
                    <a:t>toString</a:t>
                  </a:r>
                  <a:r>
                    <a:rPr lang="en-US" sz="1600" kern="0" dirty="0">
                      <a:solidFill>
                        <a:schemeClr val="bg1"/>
                      </a:solidFill>
                      <a:latin typeface="Adobe Fan Heiti Std B" pitchFamily="34" charset="-128"/>
                      <a:ea typeface="Adobe Fan Heiti Std B" pitchFamily="34" charset="-128"/>
                    </a:rPr>
                    <a:t>( )</a:t>
                  </a:r>
                </a:p>
                <a:p>
                  <a:pPr marL="0" indent="0" algn="ctr">
                    <a:buNone/>
                  </a:pPr>
                  <a:r>
                    <a:rPr lang="en-US" sz="1600" kern="0" dirty="0" err="1">
                      <a:solidFill>
                        <a:schemeClr val="bg1"/>
                      </a:solidFill>
                      <a:latin typeface="Adobe Fan Heiti Std B" pitchFamily="34" charset="-128"/>
                      <a:ea typeface="Adobe Fan Heiti Std B" pitchFamily="34" charset="-128"/>
                    </a:rPr>
                    <a:t>hablar</a:t>
                  </a:r>
                  <a:r>
                    <a:rPr lang="en-US" sz="1600" kern="0" dirty="0">
                      <a:solidFill>
                        <a:schemeClr val="bg1"/>
                      </a:solidFill>
                      <a:latin typeface="Adobe Fan Heiti Std B" pitchFamily="34" charset="-128"/>
                      <a:ea typeface="Adobe Fan Heiti Std B" pitchFamily="34" charset="-128"/>
                    </a:rPr>
                    <a:t>( )</a:t>
                  </a:r>
                </a:p>
              </p:txBody>
            </p:sp>
          </p:grpSp>
          <p:sp>
            <p:nvSpPr>
              <p:cNvPr id="76" name="Rectangle 3"/>
              <p:cNvSpPr txBox="1">
                <a:spLocks noChangeArrowheads="1"/>
              </p:cNvSpPr>
              <p:nvPr/>
            </p:nvSpPr>
            <p:spPr bwMode="auto">
              <a:xfrm>
                <a:off x="4724505" y="4582220"/>
                <a:ext cx="1611459" cy="714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5">
                        <a:lumMod val="90000"/>
                      </a:schemeClr>
                    </a:solidFill>
                    <a:latin typeface="Adobe Fan Heiti Std B" pitchFamily="34" charset="-128"/>
                    <a:ea typeface="Adobe Fan Heiti Std B" pitchFamily="34" charset="-128"/>
                  </a:rPr>
                  <a:t>ponerHuevo</a:t>
                </a:r>
                <a:r>
                  <a:rPr lang="en-US" sz="1600" kern="0" dirty="0">
                    <a:solidFill>
                      <a:schemeClr val="accent5">
                        <a:lumMod val="90000"/>
                      </a:schemeClr>
                    </a:solidFill>
                    <a:latin typeface="Adobe Fan Heiti Std B" pitchFamily="34" charset="-128"/>
                    <a:ea typeface="Adobe Fan Heiti Std B" pitchFamily="34" charset="-128"/>
                  </a:rPr>
                  <a:t>( )</a:t>
                </a:r>
              </a:p>
              <a:p>
                <a:pPr marL="0" indent="0" algn="ctr">
                  <a:buNone/>
                </a:pPr>
                <a:r>
                  <a:rPr lang="en-US" sz="1600" kern="0" dirty="0" err="1">
                    <a:solidFill>
                      <a:schemeClr val="accent5">
                        <a:lumMod val="90000"/>
                      </a:schemeClr>
                    </a:solidFill>
                    <a:latin typeface="Adobe Fan Heiti Std B" pitchFamily="34" charset="-128"/>
                    <a:ea typeface="Adobe Fan Heiti Std B" pitchFamily="34" charset="-128"/>
                  </a:rPr>
                  <a:t>hablar</a:t>
                </a:r>
                <a:r>
                  <a:rPr lang="en-US" sz="1600" kern="0" dirty="0">
                    <a:solidFill>
                      <a:schemeClr val="accent5">
                        <a:lumMod val="90000"/>
                      </a:schemeClr>
                    </a:solidFill>
                    <a:latin typeface="Adobe Fan Heiti Std B" pitchFamily="34" charset="-128"/>
                    <a:ea typeface="Adobe Fan Heiti Std B" pitchFamily="34" charset="-128"/>
                  </a:rPr>
                  <a:t>()</a:t>
                </a:r>
              </a:p>
              <a:p>
                <a:pPr marL="0" indent="0" algn="ctr">
                  <a:buNone/>
                </a:pPr>
                <a:endParaRPr lang="en-US" sz="1600" kern="0" dirty="0">
                  <a:solidFill>
                    <a:schemeClr val="accent5">
                      <a:lumMod val="90000"/>
                    </a:schemeClr>
                  </a:solidFill>
                  <a:latin typeface="Adobe Fan Heiti Std B" pitchFamily="34" charset="-128"/>
                  <a:ea typeface="Adobe Fan Heiti Std B" pitchFamily="34" charset="-128"/>
                </a:endParaRPr>
              </a:p>
            </p:txBody>
          </p:sp>
        </p:grpSp>
        <p:sp>
          <p:nvSpPr>
            <p:cNvPr id="81" name="Rectangle 3"/>
            <p:cNvSpPr txBox="1">
              <a:spLocks noChangeArrowheads="1"/>
            </p:cNvSpPr>
            <p:nvPr/>
          </p:nvSpPr>
          <p:spPr bwMode="auto">
            <a:xfrm>
              <a:off x="4945377" y="2924944"/>
              <a:ext cx="1166316" cy="575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200" kern="0" dirty="0">
                  <a:latin typeface="Adobe Fan Heiti Std B" pitchFamily="34" charset="-128"/>
                  <a:ea typeface="Adobe Fan Heiti Std B" pitchFamily="34" charset="-128"/>
                </a:rPr>
                <a:t>Clase</a:t>
              </a:r>
            </a:p>
            <a:p>
              <a:pPr marL="0" indent="0" algn="ctr">
                <a:buNone/>
              </a:pPr>
              <a:r>
                <a:rPr lang="en-US" sz="2000" kern="0" dirty="0" err="1">
                  <a:solidFill>
                    <a:srgbClr val="FF6600"/>
                  </a:solidFill>
                  <a:latin typeface="Adobe Fan Heiti Std B" pitchFamily="34" charset="-128"/>
                  <a:ea typeface="Adobe Fan Heiti Std B" pitchFamily="34" charset="-128"/>
                </a:rPr>
                <a:t>Gallina</a:t>
              </a:r>
              <a:endParaRPr lang="en-US" sz="2000" kern="0" dirty="0">
                <a:solidFill>
                  <a:srgbClr val="FF6600"/>
                </a:solidFill>
                <a:latin typeface="Adobe Fan Heiti Std B" pitchFamily="34" charset="-128"/>
                <a:ea typeface="Adobe Fan Heiti Std B" pitchFamily="34" charset="-128"/>
              </a:endParaRPr>
            </a:p>
          </p:txBody>
        </p:sp>
      </p:grpSp>
      <p:cxnSp>
        <p:nvCxnSpPr>
          <p:cNvPr id="17" name="16 Conector recto de flecha"/>
          <p:cNvCxnSpPr/>
          <p:nvPr/>
        </p:nvCxnSpPr>
        <p:spPr bwMode="auto">
          <a:xfrm>
            <a:off x="3995562" y="3863880"/>
            <a:ext cx="684425" cy="238467"/>
          </a:xfrm>
          <a:prstGeom prst="straightConnector1">
            <a:avLst/>
          </a:prstGeom>
          <a:ln>
            <a:headEnd type="none" w="med" len="med"/>
            <a:tailEnd type="arrow"/>
          </a:ln>
        </p:spPr>
        <p:style>
          <a:lnRef idx="3">
            <a:schemeClr val="accent5"/>
          </a:lnRef>
          <a:fillRef idx="0">
            <a:schemeClr val="accent5"/>
          </a:fillRef>
          <a:effectRef idx="2">
            <a:schemeClr val="accent5"/>
          </a:effectRef>
          <a:fontRef idx="minor">
            <a:schemeClr val="tx1"/>
          </a:fontRef>
        </p:style>
      </p:cxnSp>
      <p:cxnSp>
        <p:nvCxnSpPr>
          <p:cNvPr id="82" name="81 Conector recto de flecha"/>
          <p:cNvCxnSpPr/>
          <p:nvPr/>
        </p:nvCxnSpPr>
        <p:spPr bwMode="auto">
          <a:xfrm flipV="1">
            <a:off x="3981048" y="4697289"/>
            <a:ext cx="684425" cy="238467"/>
          </a:xfrm>
          <a:prstGeom prst="straightConnector1">
            <a:avLst/>
          </a:prstGeom>
          <a:ln>
            <a:headEnd type="none" w="med" len="med"/>
            <a:tailEnd type="arrow"/>
          </a:ln>
        </p:spPr>
        <p:style>
          <a:lnRef idx="3">
            <a:schemeClr val="accent5"/>
          </a:lnRef>
          <a:fillRef idx="0">
            <a:schemeClr val="accent5"/>
          </a:fillRef>
          <a:effectRef idx="2">
            <a:schemeClr val="accent5"/>
          </a:effectRef>
          <a:fontRef idx="minor">
            <a:schemeClr val="tx1"/>
          </a:fontRef>
        </p:style>
      </p:cxnSp>
      <p:sp>
        <p:nvSpPr>
          <p:cNvPr id="3" name="2 Extracto"/>
          <p:cNvSpPr/>
          <p:nvPr/>
        </p:nvSpPr>
        <p:spPr bwMode="auto">
          <a:xfrm rot="5400000">
            <a:off x="4800646" y="3829376"/>
            <a:ext cx="144016" cy="169260"/>
          </a:xfrm>
          <a:prstGeom prst="flowChartExtra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3" name="42 Extracto"/>
          <p:cNvSpPr/>
          <p:nvPr/>
        </p:nvSpPr>
        <p:spPr bwMode="auto">
          <a:xfrm rot="5400000">
            <a:off x="4891704" y="4107883"/>
            <a:ext cx="144016" cy="169260"/>
          </a:xfrm>
          <a:prstGeom prst="flowChartExtra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7" name="46 Extracto"/>
          <p:cNvSpPr/>
          <p:nvPr/>
        </p:nvSpPr>
        <p:spPr bwMode="auto">
          <a:xfrm rot="5400000">
            <a:off x="4942426" y="4932453"/>
            <a:ext cx="144016" cy="169260"/>
          </a:xfrm>
          <a:prstGeom prst="flowChartExtra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 name="3 Flecha circular"/>
          <p:cNvSpPr/>
          <p:nvPr/>
        </p:nvSpPr>
        <p:spPr bwMode="auto">
          <a:xfrm rot="5563311">
            <a:off x="5364676" y="3981571"/>
            <a:ext cx="1106964" cy="1255854"/>
          </a:xfrm>
          <a:prstGeom prst="circularArrow">
            <a:avLst>
              <a:gd name="adj1" fmla="val 8335"/>
              <a:gd name="adj2" fmla="val 1142319"/>
              <a:gd name="adj3" fmla="val 20321151"/>
              <a:gd name="adj4" fmla="val 10800000"/>
              <a:gd name="adj5" fmla="val 12500"/>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8" name="57 Extracto"/>
          <p:cNvSpPr/>
          <p:nvPr/>
        </p:nvSpPr>
        <p:spPr bwMode="auto">
          <a:xfrm rot="5400000">
            <a:off x="3133858" y="3477504"/>
            <a:ext cx="144016" cy="169260"/>
          </a:xfrm>
          <a:prstGeom prst="flowChartExtra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9" name="58 Extracto"/>
          <p:cNvSpPr/>
          <p:nvPr/>
        </p:nvSpPr>
        <p:spPr bwMode="auto">
          <a:xfrm rot="5400000">
            <a:off x="2972989" y="4516595"/>
            <a:ext cx="144016" cy="169260"/>
          </a:xfrm>
          <a:prstGeom prst="flowChartExtra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1" name="20 Multiplicar"/>
          <p:cNvSpPr/>
          <p:nvPr/>
        </p:nvSpPr>
        <p:spPr bwMode="auto">
          <a:xfrm>
            <a:off x="886892" y="4192513"/>
            <a:ext cx="288032" cy="249835"/>
          </a:xfrm>
          <a:prstGeom prst="mathMultiply">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1" name="60 Extracto"/>
          <p:cNvSpPr/>
          <p:nvPr/>
        </p:nvSpPr>
        <p:spPr bwMode="auto">
          <a:xfrm rot="5400000">
            <a:off x="4639995" y="4640834"/>
            <a:ext cx="144016" cy="169260"/>
          </a:xfrm>
          <a:prstGeom prst="flowChartExtra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29187064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73">
                                            <p:txEl>
                                              <p:pRg st="0" end="0"/>
                                            </p:txEl>
                                          </p:spTgt>
                                        </p:tgtEl>
                                        <p:attrNameLst>
                                          <p:attrName>style.visibility</p:attrName>
                                        </p:attrNameLst>
                                      </p:cBhvr>
                                      <p:to>
                                        <p:strVal val="visible"/>
                                      </p:to>
                                    </p:set>
                                    <p:anim calcmode="lin" valueType="num">
                                      <p:cBhvr>
                                        <p:cTn id="20" dur="500" fill="hold"/>
                                        <p:tgtEl>
                                          <p:spTgt spid="73">
                                            <p:txEl>
                                              <p:pRg st="0" end="0"/>
                                            </p:txEl>
                                          </p:spTgt>
                                        </p:tgtEl>
                                        <p:attrNameLst>
                                          <p:attrName>ppt_w</p:attrName>
                                        </p:attrNameLst>
                                      </p:cBhvr>
                                      <p:tavLst>
                                        <p:tav tm="0">
                                          <p:val>
                                            <p:fltVal val="0"/>
                                          </p:val>
                                        </p:tav>
                                        <p:tav tm="100000">
                                          <p:val>
                                            <p:strVal val="#ppt_w"/>
                                          </p:val>
                                        </p:tav>
                                      </p:tavLst>
                                    </p:anim>
                                    <p:anim calcmode="lin" valueType="num">
                                      <p:cBhvr>
                                        <p:cTn id="21" dur="500" fill="hold"/>
                                        <p:tgtEl>
                                          <p:spTgt spid="73">
                                            <p:txEl>
                                              <p:pRg st="0" end="0"/>
                                            </p:txEl>
                                          </p:spTgt>
                                        </p:tgtEl>
                                        <p:attrNameLst>
                                          <p:attrName>ppt_h</p:attrName>
                                        </p:attrNameLst>
                                      </p:cBhvr>
                                      <p:tavLst>
                                        <p:tav tm="0">
                                          <p:val>
                                            <p:fltVal val="0"/>
                                          </p:val>
                                        </p:tav>
                                        <p:tav tm="100000">
                                          <p:val>
                                            <p:strVal val="#ppt_h"/>
                                          </p:val>
                                        </p:tav>
                                      </p:tavLst>
                                    </p:anim>
                                    <p:animEffect transition="in" filter="fade">
                                      <p:cBhvr>
                                        <p:cTn id="22" dur="500"/>
                                        <p:tgtEl>
                                          <p:spTgt spid="73">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ppt_w</p:attrName>
                                        </p:attrNameLst>
                                      </p:cBhvr>
                                      <p:tavLst>
                                        <p:tav tm="0">
                                          <p:val>
                                            <p:fltVal val="0"/>
                                          </p:val>
                                        </p:tav>
                                        <p:tav tm="100000">
                                          <p:val>
                                            <p:strVal val="#ppt_w"/>
                                          </p:val>
                                        </p:tav>
                                      </p:tavLst>
                                    </p:anim>
                                    <p:anim calcmode="lin" valueType="num">
                                      <p:cBhvr>
                                        <p:cTn id="28" dur="500" fill="hold"/>
                                        <p:tgtEl>
                                          <p:spTgt spid="10"/>
                                        </p:tgtEl>
                                        <p:attrNameLst>
                                          <p:attrName>ppt_h</p:attrName>
                                        </p:attrNameLst>
                                      </p:cBhvr>
                                      <p:tavLst>
                                        <p:tav tm="0">
                                          <p:val>
                                            <p:fltVal val="0"/>
                                          </p:val>
                                        </p:tav>
                                        <p:tav tm="100000">
                                          <p:val>
                                            <p:strVal val="#ppt_h"/>
                                          </p:val>
                                        </p:tav>
                                      </p:tavLst>
                                    </p:anim>
                                    <p:animEffect transition="in" filter="fade">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53" presetClass="entr" presetSubtype="16"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 calcmode="lin" valueType="num">
                                      <p:cBhvr>
                                        <p:cTn id="34" dur="500" fill="hold"/>
                                        <p:tgtEl>
                                          <p:spTgt spid="16"/>
                                        </p:tgtEl>
                                        <p:attrNameLst>
                                          <p:attrName>ppt_w</p:attrName>
                                        </p:attrNameLst>
                                      </p:cBhvr>
                                      <p:tavLst>
                                        <p:tav tm="0">
                                          <p:val>
                                            <p:fltVal val="0"/>
                                          </p:val>
                                        </p:tav>
                                        <p:tav tm="100000">
                                          <p:val>
                                            <p:strVal val="#ppt_w"/>
                                          </p:val>
                                        </p:tav>
                                      </p:tavLst>
                                    </p:anim>
                                    <p:anim calcmode="lin" valueType="num">
                                      <p:cBhvr>
                                        <p:cTn id="35" dur="500" fill="hold"/>
                                        <p:tgtEl>
                                          <p:spTgt spid="16"/>
                                        </p:tgtEl>
                                        <p:attrNameLst>
                                          <p:attrName>ppt_h</p:attrName>
                                        </p:attrNameLst>
                                      </p:cBhvr>
                                      <p:tavLst>
                                        <p:tav tm="0">
                                          <p:val>
                                            <p:fltVal val="0"/>
                                          </p:val>
                                        </p:tav>
                                        <p:tav tm="100000">
                                          <p:val>
                                            <p:strVal val="#ppt_h"/>
                                          </p:val>
                                        </p:tav>
                                      </p:tavLst>
                                    </p:anim>
                                    <p:animEffect transition="in" filter="fade">
                                      <p:cBhvr>
                                        <p:cTn id="36" dur="500"/>
                                        <p:tgtEl>
                                          <p:spTgt spid="16"/>
                                        </p:tgtEl>
                                      </p:cBhvr>
                                    </p:animEffect>
                                  </p:childTnLst>
                                </p:cTn>
                              </p:par>
                            </p:childTnLst>
                          </p:cTn>
                        </p:par>
                        <p:par>
                          <p:cTn id="37" fill="hold">
                            <p:stCondLst>
                              <p:cond delay="500"/>
                            </p:stCondLst>
                            <p:childTnLst>
                              <p:par>
                                <p:cTn id="38" presetID="22" presetClass="entr" presetSubtype="8" fill="hold" nodeType="afterEffect">
                                  <p:stCondLst>
                                    <p:cond delay="0"/>
                                  </p:stCondLst>
                                  <p:childTnLst>
                                    <p:set>
                                      <p:cBhvr>
                                        <p:cTn id="39" dur="1" fill="hold">
                                          <p:stCondLst>
                                            <p:cond delay="0"/>
                                          </p:stCondLst>
                                        </p:cTn>
                                        <p:tgtEl>
                                          <p:spTgt spid="82"/>
                                        </p:tgtEl>
                                        <p:attrNameLst>
                                          <p:attrName>style.visibility</p:attrName>
                                        </p:attrNameLst>
                                      </p:cBhvr>
                                      <p:to>
                                        <p:strVal val="visible"/>
                                      </p:to>
                                    </p:set>
                                    <p:animEffect transition="in" filter="wipe(left)">
                                      <p:cBhvr>
                                        <p:cTn id="40" dur="500"/>
                                        <p:tgtEl>
                                          <p:spTgt spid="82"/>
                                        </p:tgtEl>
                                      </p:cBhvr>
                                    </p:animEffect>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73">
                                            <p:txEl>
                                              <p:pRg st="1" end="1"/>
                                            </p:txEl>
                                          </p:spTgt>
                                        </p:tgtEl>
                                        <p:attrNameLst>
                                          <p:attrName>style.visibility</p:attrName>
                                        </p:attrNameLst>
                                      </p:cBhvr>
                                      <p:to>
                                        <p:strVal val="visible"/>
                                      </p:to>
                                    </p:set>
                                    <p:anim calcmode="lin" valueType="num">
                                      <p:cBhvr>
                                        <p:cTn id="45" dur="500" fill="hold"/>
                                        <p:tgtEl>
                                          <p:spTgt spid="73">
                                            <p:txEl>
                                              <p:pRg st="1" end="1"/>
                                            </p:txEl>
                                          </p:spTgt>
                                        </p:tgtEl>
                                        <p:attrNameLst>
                                          <p:attrName>ppt_w</p:attrName>
                                        </p:attrNameLst>
                                      </p:cBhvr>
                                      <p:tavLst>
                                        <p:tav tm="0">
                                          <p:val>
                                            <p:fltVal val="0"/>
                                          </p:val>
                                        </p:tav>
                                        <p:tav tm="100000">
                                          <p:val>
                                            <p:strVal val="#ppt_w"/>
                                          </p:val>
                                        </p:tav>
                                      </p:tavLst>
                                    </p:anim>
                                    <p:anim calcmode="lin" valueType="num">
                                      <p:cBhvr>
                                        <p:cTn id="46" dur="500" fill="hold"/>
                                        <p:tgtEl>
                                          <p:spTgt spid="73">
                                            <p:txEl>
                                              <p:pRg st="1" end="1"/>
                                            </p:txEl>
                                          </p:spTgt>
                                        </p:tgtEl>
                                        <p:attrNameLst>
                                          <p:attrName>ppt_h</p:attrName>
                                        </p:attrNameLst>
                                      </p:cBhvr>
                                      <p:tavLst>
                                        <p:tav tm="0">
                                          <p:val>
                                            <p:fltVal val="0"/>
                                          </p:val>
                                        </p:tav>
                                        <p:tav tm="100000">
                                          <p:val>
                                            <p:strVal val="#ppt_h"/>
                                          </p:val>
                                        </p:tav>
                                      </p:tavLst>
                                    </p:anim>
                                    <p:animEffect transition="in" filter="fade">
                                      <p:cBhvr>
                                        <p:cTn id="47" dur="500"/>
                                        <p:tgtEl>
                                          <p:spTgt spid="73">
                                            <p:txEl>
                                              <p:pRg st="1" end="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3" presetClass="entr" presetSubtype="16" fill="hold" nodeType="clickEffect">
                                  <p:stCondLst>
                                    <p:cond delay="0"/>
                                  </p:stCondLst>
                                  <p:childTnLst>
                                    <p:set>
                                      <p:cBhvr>
                                        <p:cTn id="51" dur="1" fill="hold">
                                          <p:stCondLst>
                                            <p:cond delay="0"/>
                                          </p:stCondLst>
                                        </p:cTn>
                                        <p:tgtEl>
                                          <p:spTgt spid="14"/>
                                        </p:tgtEl>
                                        <p:attrNameLst>
                                          <p:attrName>style.visibility</p:attrName>
                                        </p:attrNameLst>
                                      </p:cBhvr>
                                      <p:to>
                                        <p:strVal val="visible"/>
                                      </p:to>
                                    </p:set>
                                    <p:anim calcmode="lin" valueType="num">
                                      <p:cBhvr>
                                        <p:cTn id="52" dur="500" fill="hold"/>
                                        <p:tgtEl>
                                          <p:spTgt spid="14"/>
                                        </p:tgtEl>
                                        <p:attrNameLst>
                                          <p:attrName>ppt_w</p:attrName>
                                        </p:attrNameLst>
                                      </p:cBhvr>
                                      <p:tavLst>
                                        <p:tav tm="0">
                                          <p:val>
                                            <p:fltVal val="0"/>
                                          </p:val>
                                        </p:tav>
                                        <p:tav tm="100000">
                                          <p:val>
                                            <p:strVal val="#ppt_w"/>
                                          </p:val>
                                        </p:tav>
                                      </p:tavLst>
                                    </p:anim>
                                    <p:anim calcmode="lin" valueType="num">
                                      <p:cBhvr>
                                        <p:cTn id="53" dur="500" fill="hold"/>
                                        <p:tgtEl>
                                          <p:spTgt spid="14"/>
                                        </p:tgtEl>
                                        <p:attrNameLst>
                                          <p:attrName>ppt_h</p:attrName>
                                        </p:attrNameLst>
                                      </p:cBhvr>
                                      <p:tavLst>
                                        <p:tav tm="0">
                                          <p:val>
                                            <p:fltVal val="0"/>
                                          </p:val>
                                        </p:tav>
                                        <p:tav tm="100000">
                                          <p:val>
                                            <p:strVal val="#ppt_h"/>
                                          </p:val>
                                        </p:tav>
                                      </p:tavLst>
                                    </p:anim>
                                    <p:animEffect transition="in" filter="fade">
                                      <p:cBhvr>
                                        <p:cTn id="54" dur="500"/>
                                        <p:tgtEl>
                                          <p:spTgt spid="14"/>
                                        </p:tgtEl>
                                      </p:cBhvr>
                                    </p:animEffec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wipe(left)">
                                      <p:cBhvr>
                                        <p:cTn id="58" dur="500"/>
                                        <p:tgtEl>
                                          <p:spTgt spid="17"/>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grpId="0" nodeType="clickEffect">
                                  <p:stCondLst>
                                    <p:cond delay="0"/>
                                  </p:stCondLst>
                                  <p:childTnLst>
                                    <p:set>
                                      <p:cBhvr>
                                        <p:cTn id="62" dur="1" fill="hold">
                                          <p:stCondLst>
                                            <p:cond delay="0"/>
                                          </p:stCondLst>
                                        </p:cTn>
                                        <p:tgtEl>
                                          <p:spTgt spid="58"/>
                                        </p:tgtEl>
                                        <p:attrNameLst>
                                          <p:attrName>style.visibility</p:attrName>
                                        </p:attrNameLst>
                                      </p:cBhvr>
                                      <p:to>
                                        <p:strVal val="visible"/>
                                      </p:to>
                                    </p:set>
                                    <p:anim calcmode="lin" valueType="num">
                                      <p:cBhvr>
                                        <p:cTn id="63" dur="500" fill="hold"/>
                                        <p:tgtEl>
                                          <p:spTgt spid="58"/>
                                        </p:tgtEl>
                                        <p:attrNameLst>
                                          <p:attrName>ppt_w</p:attrName>
                                        </p:attrNameLst>
                                      </p:cBhvr>
                                      <p:tavLst>
                                        <p:tav tm="0">
                                          <p:val>
                                            <p:fltVal val="0"/>
                                          </p:val>
                                        </p:tav>
                                        <p:tav tm="100000">
                                          <p:val>
                                            <p:strVal val="#ppt_w"/>
                                          </p:val>
                                        </p:tav>
                                      </p:tavLst>
                                    </p:anim>
                                    <p:anim calcmode="lin" valueType="num">
                                      <p:cBhvr>
                                        <p:cTn id="64" dur="500" fill="hold"/>
                                        <p:tgtEl>
                                          <p:spTgt spid="58"/>
                                        </p:tgtEl>
                                        <p:attrNameLst>
                                          <p:attrName>ppt_h</p:attrName>
                                        </p:attrNameLst>
                                      </p:cBhvr>
                                      <p:tavLst>
                                        <p:tav tm="0">
                                          <p:val>
                                            <p:fltVal val="0"/>
                                          </p:val>
                                        </p:tav>
                                        <p:tav tm="100000">
                                          <p:val>
                                            <p:strVal val="#ppt_h"/>
                                          </p:val>
                                        </p:tav>
                                      </p:tavLst>
                                    </p:anim>
                                    <p:animEffect transition="in" filter="fade">
                                      <p:cBhvr>
                                        <p:cTn id="65" dur="500"/>
                                        <p:tgtEl>
                                          <p:spTgt spid="58"/>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grpId="0" nodeType="clickEffect">
                                  <p:stCondLst>
                                    <p:cond delay="0"/>
                                  </p:stCondLst>
                                  <p:childTnLst>
                                    <p:set>
                                      <p:cBhvr>
                                        <p:cTn id="69" dur="1" fill="hold">
                                          <p:stCondLst>
                                            <p:cond delay="0"/>
                                          </p:stCondLst>
                                        </p:cTn>
                                        <p:tgtEl>
                                          <p:spTgt spid="73">
                                            <p:txEl>
                                              <p:pRg st="3" end="3"/>
                                            </p:txEl>
                                          </p:spTgt>
                                        </p:tgtEl>
                                        <p:attrNameLst>
                                          <p:attrName>style.visibility</p:attrName>
                                        </p:attrNameLst>
                                      </p:cBhvr>
                                      <p:to>
                                        <p:strVal val="visible"/>
                                      </p:to>
                                    </p:set>
                                    <p:anim calcmode="lin" valueType="num">
                                      <p:cBhvr>
                                        <p:cTn id="70" dur="500" fill="hold"/>
                                        <p:tgtEl>
                                          <p:spTgt spid="73">
                                            <p:txEl>
                                              <p:pRg st="3" end="3"/>
                                            </p:txEl>
                                          </p:spTgt>
                                        </p:tgtEl>
                                        <p:attrNameLst>
                                          <p:attrName>ppt_w</p:attrName>
                                        </p:attrNameLst>
                                      </p:cBhvr>
                                      <p:tavLst>
                                        <p:tav tm="0">
                                          <p:val>
                                            <p:fltVal val="0"/>
                                          </p:val>
                                        </p:tav>
                                        <p:tav tm="100000">
                                          <p:val>
                                            <p:strVal val="#ppt_w"/>
                                          </p:val>
                                        </p:tav>
                                      </p:tavLst>
                                    </p:anim>
                                    <p:anim calcmode="lin" valueType="num">
                                      <p:cBhvr>
                                        <p:cTn id="71" dur="500" fill="hold"/>
                                        <p:tgtEl>
                                          <p:spTgt spid="73">
                                            <p:txEl>
                                              <p:pRg st="3" end="3"/>
                                            </p:txEl>
                                          </p:spTgt>
                                        </p:tgtEl>
                                        <p:attrNameLst>
                                          <p:attrName>ppt_h</p:attrName>
                                        </p:attrNameLst>
                                      </p:cBhvr>
                                      <p:tavLst>
                                        <p:tav tm="0">
                                          <p:val>
                                            <p:fltVal val="0"/>
                                          </p:val>
                                        </p:tav>
                                        <p:tav tm="100000">
                                          <p:val>
                                            <p:strVal val="#ppt_h"/>
                                          </p:val>
                                        </p:tav>
                                      </p:tavLst>
                                    </p:anim>
                                    <p:animEffect transition="in" filter="fade">
                                      <p:cBhvr>
                                        <p:cTn id="72" dur="500"/>
                                        <p:tgtEl>
                                          <p:spTgt spid="73">
                                            <p:txEl>
                                              <p:pRg st="3" end="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53" presetClass="entr" presetSubtype="16" fill="hold" grpId="0" nodeType="clickEffect">
                                  <p:stCondLst>
                                    <p:cond delay="0"/>
                                  </p:stCondLst>
                                  <p:childTnLst>
                                    <p:set>
                                      <p:cBhvr>
                                        <p:cTn id="76" dur="1" fill="hold">
                                          <p:stCondLst>
                                            <p:cond delay="0"/>
                                          </p:stCondLst>
                                        </p:cTn>
                                        <p:tgtEl>
                                          <p:spTgt spid="3"/>
                                        </p:tgtEl>
                                        <p:attrNameLst>
                                          <p:attrName>style.visibility</p:attrName>
                                        </p:attrNameLst>
                                      </p:cBhvr>
                                      <p:to>
                                        <p:strVal val="visible"/>
                                      </p:to>
                                    </p:set>
                                    <p:anim calcmode="lin" valueType="num">
                                      <p:cBhvr>
                                        <p:cTn id="77" dur="500" fill="hold"/>
                                        <p:tgtEl>
                                          <p:spTgt spid="3"/>
                                        </p:tgtEl>
                                        <p:attrNameLst>
                                          <p:attrName>ppt_w</p:attrName>
                                        </p:attrNameLst>
                                      </p:cBhvr>
                                      <p:tavLst>
                                        <p:tav tm="0">
                                          <p:val>
                                            <p:fltVal val="0"/>
                                          </p:val>
                                        </p:tav>
                                        <p:tav tm="100000">
                                          <p:val>
                                            <p:strVal val="#ppt_w"/>
                                          </p:val>
                                        </p:tav>
                                      </p:tavLst>
                                    </p:anim>
                                    <p:anim calcmode="lin" valueType="num">
                                      <p:cBhvr>
                                        <p:cTn id="78" dur="500" fill="hold"/>
                                        <p:tgtEl>
                                          <p:spTgt spid="3"/>
                                        </p:tgtEl>
                                        <p:attrNameLst>
                                          <p:attrName>ppt_h</p:attrName>
                                        </p:attrNameLst>
                                      </p:cBhvr>
                                      <p:tavLst>
                                        <p:tav tm="0">
                                          <p:val>
                                            <p:fltVal val="0"/>
                                          </p:val>
                                        </p:tav>
                                        <p:tav tm="100000">
                                          <p:val>
                                            <p:strVal val="#ppt_h"/>
                                          </p:val>
                                        </p:tav>
                                      </p:tavLst>
                                    </p:anim>
                                    <p:animEffect transition="in" filter="fade">
                                      <p:cBhvr>
                                        <p:cTn id="79" dur="500"/>
                                        <p:tgtEl>
                                          <p:spTgt spid="3"/>
                                        </p:tgtEl>
                                      </p:cBhvr>
                                    </p:animEffect>
                                  </p:childTnLst>
                                </p:cTn>
                              </p:par>
                            </p:childTnLst>
                          </p:cTn>
                        </p:par>
                      </p:childTnLst>
                    </p:cTn>
                  </p:par>
                  <p:par>
                    <p:cTn id="80" fill="hold">
                      <p:stCondLst>
                        <p:cond delay="indefinite"/>
                      </p:stCondLst>
                      <p:childTnLst>
                        <p:par>
                          <p:cTn id="81" fill="hold">
                            <p:stCondLst>
                              <p:cond delay="0"/>
                            </p:stCondLst>
                            <p:childTnLst>
                              <p:par>
                                <p:cTn id="82" presetID="53" presetClass="entr" presetSubtype="16" fill="hold" grpId="0" nodeType="clickEffect">
                                  <p:stCondLst>
                                    <p:cond delay="0"/>
                                  </p:stCondLst>
                                  <p:childTnLst>
                                    <p:set>
                                      <p:cBhvr>
                                        <p:cTn id="83" dur="1" fill="hold">
                                          <p:stCondLst>
                                            <p:cond delay="0"/>
                                          </p:stCondLst>
                                        </p:cTn>
                                        <p:tgtEl>
                                          <p:spTgt spid="73">
                                            <p:txEl>
                                              <p:pRg st="4" end="4"/>
                                            </p:txEl>
                                          </p:spTgt>
                                        </p:tgtEl>
                                        <p:attrNameLst>
                                          <p:attrName>style.visibility</p:attrName>
                                        </p:attrNameLst>
                                      </p:cBhvr>
                                      <p:to>
                                        <p:strVal val="visible"/>
                                      </p:to>
                                    </p:set>
                                    <p:anim calcmode="lin" valueType="num">
                                      <p:cBhvr>
                                        <p:cTn id="84" dur="500" fill="hold"/>
                                        <p:tgtEl>
                                          <p:spTgt spid="73">
                                            <p:txEl>
                                              <p:pRg st="4" end="4"/>
                                            </p:txEl>
                                          </p:spTgt>
                                        </p:tgtEl>
                                        <p:attrNameLst>
                                          <p:attrName>ppt_w</p:attrName>
                                        </p:attrNameLst>
                                      </p:cBhvr>
                                      <p:tavLst>
                                        <p:tav tm="0">
                                          <p:val>
                                            <p:fltVal val="0"/>
                                          </p:val>
                                        </p:tav>
                                        <p:tav tm="100000">
                                          <p:val>
                                            <p:strVal val="#ppt_w"/>
                                          </p:val>
                                        </p:tav>
                                      </p:tavLst>
                                    </p:anim>
                                    <p:anim calcmode="lin" valueType="num">
                                      <p:cBhvr>
                                        <p:cTn id="85" dur="500" fill="hold"/>
                                        <p:tgtEl>
                                          <p:spTgt spid="73">
                                            <p:txEl>
                                              <p:pRg st="4" end="4"/>
                                            </p:txEl>
                                          </p:spTgt>
                                        </p:tgtEl>
                                        <p:attrNameLst>
                                          <p:attrName>ppt_h</p:attrName>
                                        </p:attrNameLst>
                                      </p:cBhvr>
                                      <p:tavLst>
                                        <p:tav tm="0">
                                          <p:val>
                                            <p:fltVal val="0"/>
                                          </p:val>
                                        </p:tav>
                                        <p:tav tm="100000">
                                          <p:val>
                                            <p:strVal val="#ppt_h"/>
                                          </p:val>
                                        </p:tav>
                                      </p:tavLst>
                                    </p:anim>
                                    <p:animEffect transition="in" filter="fade">
                                      <p:cBhvr>
                                        <p:cTn id="86" dur="500"/>
                                        <p:tgtEl>
                                          <p:spTgt spid="73">
                                            <p:txEl>
                                              <p:pRg st="4" end="4"/>
                                            </p:txEl>
                                          </p:spTgt>
                                        </p:tgtEl>
                                      </p:cBhvr>
                                    </p:animEffect>
                                  </p:childTnLst>
                                </p:cTn>
                              </p:par>
                              <p:par>
                                <p:cTn id="87" presetID="1" presetClass="exit" presetSubtype="0" fill="hold" grpId="1" nodeType="withEffect">
                                  <p:stCondLst>
                                    <p:cond delay="0"/>
                                  </p:stCondLst>
                                  <p:childTnLst>
                                    <p:set>
                                      <p:cBhvr>
                                        <p:cTn id="88" dur="1" fill="hold">
                                          <p:stCondLst>
                                            <p:cond delay="0"/>
                                          </p:stCondLst>
                                        </p:cTn>
                                        <p:tgtEl>
                                          <p:spTgt spid="3"/>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53" presetClass="entr" presetSubtype="16" fill="hold" grpId="0" nodeType="clickEffect">
                                  <p:stCondLst>
                                    <p:cond delay="0"/>
                                  </p:stCondLst>
                                  <p:childTnLst>
                                    <p:set>
                                      <p:cBhvr>
                                        <p:cTn id="92" dur="1" fill="hold">
                                          <p:stCondLst>
                                            <p:cond delay="0"/>
                                          </p:stCondLst>
                                        </p:cTn>
                                        <p:tgtEl>
                                          <p:spTgt spid="43"/>
                                        </p:tgtEl>
                                        <p:attrNameLst>
                                          <p:attrName>style.visibility</p:attrName>
                                        </p:attrNameLst>
                                      </p:cBhvr>
                                      <p:to>
                                        <p:strVal val="visible"/>
                                      </p:to>
                                    </p:set>
                                    <p:anim calcmode="lin" valueType="num">
                                      <p:cBhvr>
                                        <p:cTn id="93" dur="500" fill="hold"/>
                                        <p:tgtEl>
                                          <p:spTgt spid="43"/>
                                        </p:tgtEl>
                                        <p:attrNameLst>
                                          <p:attrName>ppt_w</p:attrName>
                                        </p:attrNameLst>
                                      </p:cBhvr>
                                      <p:tavLst>
                                        <p:tav tm="0">
                                          <p:val>
                                            <p:fltVal val="0"/>
                                          </p:val>
                                        </p:tav>
                                        <p:tav tm="100000">
                                          <p:val>
                                            <p:strVal val="#ppt_w"/>
                                          </p:val>
                                        </p:tav>
                                      </p:tavLst>
                                    </p:anim>
                                    <p:anim calcmode="lin" valueType="num">
                                      <p:cBhvr>
                                        <p:cTn id="94" dur="500" fill="hold"/>
                                        <p:tgtEl>
                                          <p:spTgt spid="43"/>
                                        </p:tgtEl>
                                        <p:attrNameLst>
                                          <p:attrName>ppt_h</p:attrName>
                                        </p:attrNameLst>
                                      </p:cBhvr>
                                      <p:tavLst>
                                        <p:tav tm="0">
                                          <p:val>
                                            <p:fltVal val="0"/>
                                          </p:val>
                                        </p:tav>
                                        <p:tav tm="100000">
                                          <p:val>
                                            <p:strVal val="#ppt_h"/>
                                          </p:val>
                                        </p:tav>
                                      </p:tavLst>
                                    </p:anim>
                                    <p:animEffect transition="in" filter="fade">
                                      <p:cBhvr>
                                        <p:cTn id="95" dur="500"/>
                                        <p:tgtEl>
                                          <p:spTgt spid="43"/>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1" fill="hold" grpId="0" nodeType="clickEffect">
                                  <p:stCondLst>
                                    <p:cond delay="0"/>
                                  </p:stCondLst>
                                  <p:childTnLst>
                                    <p:set>
                                      <p:cBhvr>
                                        <p:cTn id="99" dur="1" fill="hold">
                                          <p:stCondLst>
                                            <p:cond delay="0"/>
                                          </p:stCondLst>
                                        </p:cTn>
                                        <p:tgtEl>
                                          <p:spTgt spid="4"/>
                                        </p:tgtEl>
                                        <p:attrNameLst>
                                          <p:attrName>style.visibility</p:attrName>
                                        </p:attrNameLst>
                                      </p:cBhvr>
                                      <p:to>
                                        <p:strVal val="visible"/>
                                      </p:to>
                                    </p:set>
                                    <p:animEffect transition="in" filter="wipe(up)">
                                      <p:cBhvr>
                                        <p:cTn id="100" dur="500"/>
                                        <p:tgtEl>
                                          <p:spTgt spid="4"/>
                                        </p:tgtEl>
                                      </p:cBhvr>
                                    </p:animEffect>
                                  </p:childTnLst>
                                </p:cTn>
                              </p:par>
                            </p:childTnLst>
                          </p:cTn>
                        </p:par>
                      </p:childTnLst>
                    </p:cTn>
                  </p:par>
                  <p:par>
                    <p:cTn id="101" fill="hold">
                      <p:stCondLst>
                        <p:cond delay="indefinite"/>
                      </p:stCondLst>
                      <p:childTnLst>
                        <p:par>
                          <p:cTn id="102" fill="hold">
                            <p:stCondLst>
                              <p:cond delay="0"/>
                            </p:stCondLst>
                            <p:childTnLst>
                              <p:par>
                                <p:cTn id="103" presetID="53" presetClass="entr" presetSubtype="16" fill="hold" grpId="0" nodeType="clickEffect">
                                  <p:stCondLst>
                                    <p:cond delay="0"/>
                                  </p:stCondLst>
                                  <p:childTnLst>
                                    <p:set>
                                      <p:cBhvr>
                                        <p:cTn id="104" dur="1" fill="hold">
                                          <p:stCondLst>
                                            <p:cond delay="0"/>
                                          </p:stCondLst>
                                        </p:cTn>
                                        <p:tgtEl>
                                          <p:spTgt spid="47"/>
                                        </p:tgtEl>
                                        <p:attrNameLst>
                                          <p:attrName>style.visibility</p:attrName>
                                        </p:attrNameLst>
                                      </p:cBhvr>
                                      <p:to>
                                        <p:strVal val="visible"/>
                                      </p:to>
                                    </p:set>
                                    <p:anim calcmode="lin" valueType="num">
                                      <p:cBhvr>
                                        <p:cTn id="105" dur="500" fill="hold"/>
                                        <p:tgtEl>
                                          <p:spTgt spid="47"/>
                                        </p:tgtEl>
                                        <p:attrNameLst>
                                          <p:attrName>ppt_w</p:attrName>
                                        </p:attrNameLst>
                                      </p:cBhvr>
                                      <p:tavLst>
                                        <p:tav tm="0">
                                          <p:val>
                                            <p:fltVal val="0"/>
                                          </p:val>
                                        </p:tav>
                                        <p:tav tm="100000">
                                          <p:val>
                                            <p:strVal val="#ppt_w"/>
                                          </p:val>
                                        </p:tav>
                                      </p:tavLst>
                                    </p:anim>
                                    <p:anim calcmode="lin" valueType="num">
                                      <p:cBhvr>
                                        <p:cTn id="106" dur="500" fill="hold"/>
                                        <p:tgtEl>
                                          <p:spTgt spid="47"/>
                                        </p:tgtEl>
                                        <p:attrNameLst>
                                          <p:attrName>ppt_h</p:attrName>
                                        </p:attrNameLst>
                                      </p:cBhvr>
                                      <p:tavLst>
                                        <p:tav tm="0">
                                          <p:val>
                                            <p:fltVal val="0"/>
                                          </p:val>
                                        </p:tav>
                                        <p:tav tm="100000">
                                          <p:val>
                                            <p:strVal val="#ppt_h"/>
                                          </p:val>
                                        </p:tav>
                                      </p:tavLst>
                                    </p:anim>
                                    <p:animEffect transition="in" filter="fade">
                                      <p:cBhvr>
                                        <p:cTn id="107" dur="500"/>
                                        <p:tgtEl>
                                          <p:spTgt spid="47"/>
                                        </p:tgtEl>
                                      </p:cBhvr>
                                    </p:animEffect>
                                  </p:childTnLst>
                                </p:cTn>
                              </p:par>
                              <p:par>
                                <p:cTn id="108" presetID="10" presetClass="exit" presetSubtype="0" fill="hold" grpId="1" nodeType="withEffect">
                                  <p:stCondLst>
                                    <p:cond delay="0"/>
                                  </p:stCondLst>
                                  <p:childTnLst>
                                    <p:animEffect transition="out" filter="fade">
                                      <p:cBhvr>
                                        <p:cTn id="109" dur="500"/>
                                        <p:tgtEl>
                                          <p:spTgt spid="43"/>
                                        </p:tgtEl>
                                      </p:cBhvr>
                                    </p:animEffect>
                                    <p:set>
                                      <p:cBhvr>
                                        <p:cTn id="110" dur="1" fill="hold">
                                          <p:stCondLst>
                                            <p:cond delay="499"/>
                                          </p:stCondLst>
                                        </p:cTn>
                                        <p:tgtEl>
                                          <p:spTgt spid="43"/>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53" presetClass="entr" presetSubtype="16" fill="hold" grpId="0" nodeType="clickEffect">
                                  <p:stCondLst>
                                    <p:cond delay="0"/>
                                  </p:stCondLst>
                                  <p:childTnLst>
                                    <p:set>
                                      <p:cBhvr>
                                        <p:cTn id="114" dur="1" fill="hold">
                                          <p:stCondLst>
                                            <p:cond delay="0"/>
                                          </p:stCondLst>
                                        </p:cTn>
                                        <p:tgtEl>
                                          <p:spTgt spid="73">
                                            <p:txEl>
                                              <p:pRg st="5" end="5"/>
                                            </p:txEl>
                                          </p:spTgt>
                                        </p:tgtEl>
                                        <p:attrNameLst>
                                          <p:attrName>style.visibility</p:attrName>
                                        </p:attrNameLst>
                                      </p:cBhvr>
                                      <p:to>
                                        <p:strVal val="visible"/>
                                      </p:to>
                                    </p:set>
                                    <p:anim calcmode="lin" valueType="num">
                                      <p:cBhvr>
                                        <p:cTn id="115" dur="500" fill="hold"/>
                                        <p:tgtEl>
                                          <p:spTgt spid="73">
                                            <p:txEl>
                                              <p:pRg st="5" end="5"/>
                                            </p:txEl>
                                          </p:spTgt>
                                        </p:tgtEl>
                                        <p:attrNameLst>
                                          <p:attrName>ppt_w</p:attrName>
                                        </p:attrNameLst>
                                      </p:cBhvr>
                                      <p:tavLst>
                                        <p:tav tm="0">
                                          <p:val>
                                            <p:fltVal val="0"/>
                                          </p:val>
                                        </p:tav>
                                        <p:tav tm="100000">
                                          <p:val>
                                            <p:strVal val="#ppt_w"/>
                                          </p:val>
                                        </p:tav>
                                      </p:tavLst>
                                    </p:anim>
                                    <p:anim calcmode="lin" valueType="num">
                                      <p:cBhvr>
                                        <p:cTn id="116" dur="500" fill="hold"/>
                                        <p:tgtEl>
                                          <p:spTgt spid="73">
                                            <p:txEl>
                                              <p:pRg st="5" end="5"/>
                                            </p:txEl>
                                          </p:spTgt>
                                        </p:tgtEl>
                                        <p:attrNameLst>
                                          <p:attrName>ppt_h</p:attrName>
                                        </p:attrNameLst>
                                      </p:cBhvr>
                                      <p:tavLst>
                                        <p:tav tm="0">
                                          <p:val>
                                            <p:fltVal val="0"/>
                                          </p:val>
                                        </p:tav>
                                        <p:tav tm="100000">
                                          <p:val>
                                            <p:strVal val="#ppt_h"/>
                                          </p:val>
                                        </p:tav>
                                      </p:tavLst>
                                    </p:anim>
                                    <p:animEffect transition="in" filter="fade">
                                      <p:cBhvr>
                                        <p:cTn id="117" dur="500"/>
                                        <p:tgtEl>
                                          <p:spTgt spid="73">
                                            <p:txEl>
                                              <p:pRg st="5" end="5"/>
                                            </p:txEl>
                                          </p:spTgt>
                                        </p:tgtEl>
                                      </p:cBhvr>
                                    </p:animEffect>
                                  </p:childTnLst>
                                </p:cTn>
                              </p:par>
                              <p:par>
                                <p:cTn id="118" presetID="10" presetClass="exit" presetSubtype="0" fill="hold" grpId="1" nodeType="withEffect">
                                  <p:stCondLst>
                                    <p:cond delay="0"/>
                                  </p:stCondLst>
                                  <p:childTnLst>
                                    <p:animEffect transition="out" filter="fade">
                                      <p:cBhvr>
                                        <p:cTn id="119" dur="500"/>
                                        <p:tgtEl>
                                          <p:spTgt spid="4"/>
                                        </p:tgtEl>
                                      </p:cBhvr>
                                    </p:animEffect>
                                    <p:set>
                                      <p:cBhvr>
                                        <p:cTn id="120" dur="1" fill="hold">
                                          <p:stCondLst>
                                            <p:cond delay="499"/>
                                          </p:stCondLst>
                                        </p:cTn>
                                        <p:tgtEl>
                                          <p:spTgt spid="4"/>
                                        </p:tgtEl>
                                        <p:attrNameLst>
                                          <p:attrName>style.visibility</p:attrName>
                                        </p:attrNameLst>
                                      </p:cBhvr>
                                      <p:to>
                                        <p:strVal val="hidden"/>
                                      </p:to>
                                    </p:set>
                                  </p:childTnLst>
                                </p:cTn>
                              </p:par>
                              <p:par>
                                <p:cTn id="121" presetID="10" presetClass="exit" presetSubtype="0" fill="hold" grpId="1" nodeType="withEffect">
                                  <p:stCondLst>
                                    <p:cond delay="0"/>
                                  </p:stCondLst>
                                  <p:childTnLst>
                                    <p:animEffect transition="out" filter="fade">
                                      <p:cBhvr>
                                        <p:cTn id="122" dur="500"/>
                                        <p:tgtEl>
                                          <p:spTgt spid="47"/>
                                        </p:tgtEl>
                                      </p:cBhvr>
                                    </p:animEffect>
                                    <p:set>
                                      <p:cBhvr>
                                        <p:cTn id="123" dur="1" fill="hold">
                                          <p:stCondLst>
                                            <p:cond delay="499"/>
                                          </p:stCondLst>
                                        </p:cTn>
                                        <p:tgtEl>
                                          <p:spTgt spid="47"/>
                                        </p:tgtEl>
                                        <p:attrNameLst>
                                          <p:attrName>style.visibility</p:attrName>
                                        </p:attrNameLst>
                                      </p:cBhvr>
                                      <p:to>
                                        <p:strVal val="hidden"/>
                                      </p:to>
                                    </p:set>
                                  </p:childTnLst>
                                </p:cTn>
                              </p:par>
                            </p:childTnLst>
                          </p:cTn>
                        </p:par>
                      </p:childTnLst>
                    </p:cTn>
                  </p:par>
                  <p:par>
                    <p:cTn id="124" fill="hold">
                      <p:stCondLst>
                        <p:cond delay="indefinite"/>
                      </p:stCondLst>
                      <p:childTnLst>
                        <p:par>
                          <p:cTn id="125" fill="hold">
                            <p:stCondLst>
                              <p:cond delay="0"/>
                            </p:stCondLst>
                            <p:childTnLst>
                              <p:par>
                                <p:cTn id="126" presetID="53" presetClass="entr" presetSubtype="16" fill="hold" grpId="0" nodeType="clickEffect">
                                  <p:stCondLst>
                                    <p:cond delay="0"/>
                                  </p:stCondLst>
                                  <p:childTnLst>
                                    <p:set>
                                      <p:cBhvr>
                                        <p:cTn id="127" dur="1" fill="hold">
                                          <p:stCondLst>
                                            <p:cond delay="0"/>
                                          </p:stCondLst>
                                        </p:cTn>
                                        <p:tgtEl>
                                          <p:spTgt spid="21"/>
                                        </p:tgtEl>
                                        <p:attrNameLst>
                                          <p:attrName>style.visibility</p:attrName>
                                        </p:attrNameLst>
                                      </p:cBhvr>
                                      <p:to>
                                        <p:strVal val="visible"/>
                                      </p:to>
                                    </p:set>
                                    <p:anim calcmode="lin" valueType="num">
                                      <p:cBhvr>
                                        <p:cTn id="128" dur="500" fill="hold"/>
                                        <p:tgtEl>
                                          <p:spTgt spid="21"/>
                                        </p:tgtEl>
                                        <p:attrNameLst>
                                          <p:attrName>ppt_w</p:attrName>
                                        </p:attrNameLst>
                                      </p:cBhvr>
                                      <p:tavLst>
                                        <p:tav tm="0">
                                          <p:val>
                                            <p:fltVal val="0"/>
                                          </p:val>
                                        </p:tav>
                                        <p:tav tm="100000">
                                          <p:val>
                                            <p:strVal val="#ppt_w"/>
                                          </p:val>
                                        </p:tav>
                                      </p:tavLst>
                                    </p:anim>
                                    <p:anim calcmode="lin" valueType="num">
                                      <p:cBhvr>
                                        <p:cTn id="129" dur="500" fill="hold"/>
                                        <p:tgtEl>
                                          <p:spTgt spid="21"/>
                                        </p:tgtEl>
                                        <p:attrNameLst>
                                          <p:attrName>ppt_h</p:attrName>
                                        </p:attrNameLst>
                                      </p:cBhvr>
                                      <p:tavLst>
                                        <p:tav tm="0">
                                          <p:val>
                                            <p:fltVal val="0"/>
                                          </p:val>
                                        </p:tav>
                                        <p:tav tm="100000">
                                          <p:val>
                                            <p:strVal val="#ppt_h"/>
                                          </p:val>
                                        </p:tav>
                                      </p:tavLst>
                                    </p:anim>
                                    <p:animEffect transition="in" filter="fade">
                                      <p:cBhvr>
                                        <p:cTn id="130" dur="500"/>
                                        <p:tgtEl>
                                          <p:spTgt spid="21"/>
                                        </p:tgtEl>
                                      </p:cBhvr>
                                    </p:animEffect>
                                  </p:childTnLst>
                                </p:cTn>
                              </p:par>
                            </p:childTnLst>
                          </p:cTn>
                        </p:par>
                      </p:childTnLst>
                    </p:cTn>
                  </p:par>
                  <p:par>
                    <p:cTn id="131" fill="hold">
                      <p:stCondLst>
                        <p:cond delay="indefinite"/>
                      </p:stCondLst>
                      <p:childTnLst>
                        <p:par>
                          <p:cTn id="132" fill="hold">
                            <p:stCondLst>
                              <p:cond delay="0"/>
                            </p:stCondLst>
                            <p:childTnLst>
                              <p:par>
                                <p:cTn id="133" presetID="53" presetClass="entr" presetSubtype="16" fill="hold" grpId="0" nodeType="clickEffect">
                                  <p:stCondLst>
                                    <p:cond delay="0"/>
                                  </p:stCondLst>
                                  <p:childTnLst>
                                    <p:set>
                                      <p:cBhvr>
                                        <p:cTn id="134" dur="1" fill="hold">
                                          <p:stCondLst>
                                            <p:cond delay="0"/>
                                          </p:stCondLst>
                                        </p:cTn>
                                        <p:tgtEl>
                                          <p:spTgt spid="59"/>
                                        </p:tgtEl>
                                        <p:attrNameLst>
                                          <p:attrName>style.visibility</p:attrName>
                                        </p:attrNameLst>
                                      </p:cBhvr>
                                      <p:to>
                                        <p:strVal val="visible"/>
                                      </p:to>
                                    </p:set>
                                    <p:anim calcmode="lin" valueType="num">
                                      <p:cBhvr>
                                        <p:cTn id="135" dur="500" fill="hold"/>
                                        <p:tgtEl>
                                          <p:spTgt spid="59"/>
                                        </p:tgtEl>
                                        <p:attrNameLst>
                                          <p:attrName>ppt_w</p:attrName>
                                        </p:attrNameLst>
                                      </p:cBhvr>
                                      <p:tavLst>
                                        <p:tav tm="0">
                                          <p:val>
                                            <p:fltVal val="0"/>
                                          </p:val>
                                        </p:tav>
                                        <p:tav tm="100000">
                                          <p:val>
                                            <p:strVal val="#ppt_w"/>
                                          </p:val>
                                        </p:tav>
                                      </p:tavLst>
                                    </p:anim>
                                    <p:anim calcmode="lin" valueType="num">
                                      <p:cBhvr>
                                        <p:cTn id="136" dur="500" fill="hold"/>
                                        <p:tgtEl>
                                          <p:spTgt spid="59"/>
                                        </p:tgtEl>
                                        <p:attrNameLst>
                                          <p:attrName>ppt_h</p:attrName>
                                        </p:attrNameLst>
                                      </p:cBhvr>
                                      <p:tavLst>
                                        <p:tav tm="0">
                                          <p:val>
                                            <p:fltVal val="0"/>
                                          </p:val>
                                        </p:tav>
                                        <p:tav tm="100000">
                                          <p:val>
                                            <p:strVal val="#ppt_h"/>
                                          </p:val>
                                        </p:tav>
                                      </p:tavLst>
                                    </p:anim>
                                    <p:animEffect transition="in" filter="fade">
                                      <p:cBhvr>
                                        <p:cTn id="137" dur="500"/>
                                        <p:tgtEl>
                                          <p:spTgt spid="59"/>
                                        </p:tgtEl>
                                      </p:cBhvr>
                                    </p:animEffect>
                                  </p:childTnLst>
                                </p:cTn>
                              </p:par>
                              <p:par>
                                <p:cTn id="138" presetID="10" presetClass="exit" presetSubtype="0" fill="hold" grpId="1" nodeType="withEffect">
                                  <p:stCondLst>
                                    <p:cond delay="0"/>
                                  </p:stCondLst>
                                  <p:childTnLst>
                                    <p:animEffect transition="out" filter="fade">
                                      <p:cBhvr>
                                        <p:cTn id="139" dur="500"/>
                                        <p:tgtEl>
                                          <p:spTgt spid="58"/>
                                        </p:tgtEl>
                                      </p:cBhvr>
                                    </p:animEffect>
                                    <p:set>
                                      <p:cBhvr>
                                        <p:cTn id="140" dur="1" fill="hold">
                                          <p:stCondLst>
                                            <p:cond delay="499"/>
                                          </p:stCondLst>
                                        </p:cTn>
                                        <p:tgtEl>
                                          <p:spTgt spid="58"/>
                                        </p:tgtEl>
                                        <p:attrNameLst>
                                          <p:attrName>style.visibility</p:attrName>
                                        </p:attrNameLst>
                                      </p:cBhvr>
                                      <p:to>
                                        <p:strVal val="hidden"/>
                                      </p:to>
                                    </p:set>
                                  </p:childTnLst>
                                </p:cTn>
                              </p:par>
                            </p:childTnLst>
                          </p:cTn>
                        </p:par>
                      </p:childTnLst>
                    </p:cTn>
                  </p:par>
                  <p:par>
                    <p:cTn id="141" fill="hold">
                      <p:stCondLst>
                        <p:cond delay="indefinite"/>
                      </p:stCondLst>
                      <p:childTnLst>
                        <p:par>
                          <p:cTn id="142" fill="hold">
                            <p:stCondLst>
                              <p:cond delay="0"/>
                            </p:stCondLst>
                            <p:childTnLst>
                              <p:par>
                                <p:cTn id="143" presetID="53" presetClass="entr" presetSubtype="16" fill="hold" grpId="0" nodeType="clickEffect">
                                  <p:stCondLst>
                                    <p:cond delay="0"/>
                                  </p:stCondLst>
                                  <p:childTnLst>
                                    <p:set>
                                      <p:cBhvr>
                                        <p:cTn id="144" dur="1" fill="hold">
                                          <p:stCondLst>
                                            <p:cond delay="0"/>
                                          </p:stCondLst>
                                        </p:cTn>
                                        <p:tgtEl>
                                          <p:spTgt spid="73">
                                            <p:txEl>
                                              <p:pRg st="7" end="7"/>
                                            </p:txEl>
                                          </p:spTgt>
                                        </p:tgtEl>
                                        <p:attrNameLst>
                                          <p:attrName>style.visibility</p:attrName>
                                        </p:attrNameLst>
                                      </p:cBhvr>
                                      <p:to>
                                        <p:strVal val="visible"/>
                                      </p:to>
                                    </p:set>
                                    <p:anim calcmode="lin" valueType="num">
                                      <p:cBhvr>
                                        <p:cTn id="145" dur="500" fill="hold"/>
                                        <p:tgtEl>
                                          <p:spTgt spid="73">
                                            <p:txEl>
                                              <p:pRg st="7" end="7"/>
                                            </p:txEl>
                                          </p:spTgt>
                                        </p:tgtEl>
                                        <p:attrNameLst>
                                          <p:attrName>ppt_w</p:attrName>
                                        </p:attrNameLst>
                                      </p:cBhvr>
                                      <p:tavLst>
                                        <p:tav tm="0">
                                          <p:val>
                                            <p:fltVal val="0"/>
                                          </p:val>
                                        </p:tav>
                                        <p:tav tm="100000">
                                          <p:val>
                                            <p:strVal val="#ppt_w"/>
                                          </p:val>
                                        </p:tav>
                                      </p:tavLst>
                                    </p:anim>
                                    <p:anim calcmode="lin" valueType="num">
                                      <p:cBhvr>
                                        <p:cTn id="146" dur="500" fill="hold"/>
                                        <p:tgtEl>
                                          <p:spTgt spid="73">
                                            <p:txEl>
                                              <p:pRg st="7" end="7"/>
                                            </p:txEl>
                                          </p:spTgt>
                                        </p:tgtEl>
                                        <p:attrNameLst>
                                          <p:attrName>ppt_h</p:attrName>
                                        </p:attrNameLst>
                                      </p:cBhvr>
                                      <p:tavLst>
                                        <p:tav tm="0">
                                          <p:val>
                                            <p:fltVal val="0"/>
                                          </p:val>
                                        </p:tav>
                                        <p:tav tm="100000">
                                          <p:val>
                                            <p:strVal val="#ppt_h"/>
                                          </p:val>
                                        </p:tav>
                                      </p:tavLst>
                                    </p:anim>
                                    <p:animEffect transition="in" filter="fade">
                                      <p:cBhvr>
                                        <p:cTn id="147" dur="500"/>
                                        <p:tgtEl>
                                          <p:spTgt spid="73">
                                            <p:txEl>
                                              <p:pRg st="7" end="7"/>
                                            </p:txEl>
                                          </p:spTgt>
                                        </p:tgtEl>
                                      </p:cBhvr>
                                    </p:animEffect>
                                  </p:childTnLst>
                                </p:cTn>
                              </p:par>
                            </p:childTnLst>
                          </p:cTn>
                        </p:par>
                      </p:childTnLst>
                    </p:cTn>
                  </p:par>
                  <p:par>
                    <p:cTn id="148" fill="hold">
                      <p:stCondLst>
                        <p:cond delay="indefinite"/>
                      </p:stCondLst>
                      <p:childTnLst>
                        <p:par>
                          <p:cTn id="149" fill="hold">
                            <p:stCondLst>
                              <p:cond delay="0"/>
                            </p:stCondLst>
                            <p:childTnLst>
                              <p:par>
                                <p:cTn id="150" presetID="53" presetClass="entr" presetSubtype="16" fill="hold" grpId="2" nodeType="clickEffect">
                                  <p:stCondLst>
                                    <p:cond delay="0"/>
                                  </p:stCondLst>
                                  <p:childTnLst>
                                    <p:set>
                                      <p:cBhvr>
                                        <p:cTn id="151" dur="1" fill="hold">
                                          <p:stCondLst>
                                            <p:cond delay="0"/>
                                          </p:stCondLst>
                                        </p:cTn>
                                        <p:tgtEl>
                                          <p:spTgt spid="3"/>
                                        </p:tgtEl>
                                        <p:attrNameLst>
                                          <p:attrName>style.visibility</p:attrName>
                                        </p:attrNameLst>
                                      </p:cBhvr>
                                      <p:to>
                                        <p:strVal val="visible"/>
                                      </p:to>
                                    </p:set>
                                    <p:anim calcmode="lin" valueType="num">
                                      <p:cBhvr>
                                        <p:cTn id="152" dur="500" fill="hold"/>
                                        <p:tgtEl>
                                          <p:spTgt spid="3"/>
                                        </p:tgtEl>
                                        <p:attrNameLst>
                                          <p:attrName>ppt_w</p:attrName>
                                        </p:attrNameLst>
                                      </p:cBhvr>
                                      <p:tavLst>
                                        <p:tav tm="0">
                                          <p:val>
                                            <p:fltVal val="0"/>
                                          </p:val>
                                        </p:tav>
                                        <p:tav tm="100000">
                                          <p:val>
                                            <p:strVal val="#ppt_w"/>
                                          </p:val>
                                        </p:tav>
                                      </p:tavLst>
                                    </p:anim>
                                    <p:anim calcmode="lin" valueType="num">
                                      <p:cBhvr>
                                        <p:cTn id="153" dur="500" fill="hold"/>
                                        <p:tgtEl>
                                          <p:spTgt spid="3"/>
                                        </p:tgtEl>
                                        <p:attrNameLst>
                                          <p:attrName>ppt_h</p:attrName>
                                        </p:attrNameLst>
                                      </p:cBhvr>
                                      <p:tavLst>
                                        <p:tav tm="0">
                                          <p:val>
                                            <p:fltVal val="0"/>
                                          </p:val>
                                        </p:tav>
                                        <p:tav tm="100000">
                                          <p:val>
                                            <p:strVal val="#ppt_h"/>
                                          </p:val>
                                        </p:tav>
                                      </p:tavLst>
                                    </p:anim>
                                    <p:animEffect transition="in" filter="fade">
                                      <p:cBhvr>
                                        <p:cTn id="154" dur="500"/>
                                        <p:tgtEl>
                                          <p:spTgt spid="3"/>
                                        </p:tgtEl>
                                      </p:cBhvr>
                                    </p:animEffect>
                                  </p:childTnLst>
                                </p:cTn>
                              </p:par>
                            </p:childTnLst>
                          </p:cTn>
                        </p:par>
                      </p:childTnLst>
                    </p:cTn>
                  </p:par>
                  <p:par>
                    <p:cTn id="155" fill="hold">
                      <p:stCondLst>
                        <p:cond delay="indefinite"/>
                      </p:stCondLst>
                      <p:childTnLst>
                        <p:par>
                          <p:cTn id="156" fill="hold">
                            <p:stCondLst>
                              <p:cond delay="0"/>
                            </p:stCondLst>
                            <p:childTnLst>
                              <p:par>
                                <p:cTn id="157" presetID="53" presetClass="entr" presetSubtype="16" fill="hold" grpId="0" nodeType="clickEffect">
                                  <p:stCondLst>
                                    <p:cond delay="0"/>
                                  </p:stCondLst>
                                  <p:childTnLst>
                                    <p:set>
                                      <p:cBhvr>
                                        <p:cTn id="158" dur="1" fill="hold">
                                          <p:stCondLst>
                                            <p:cond delay="0"/>
                                          </p:stCondLst>
                                        </p:cTn>
                                        <p:tgtEl>
                                          <p:spTgt spid="73">
                                            <p:txEl>
                                              <p:pRg st="8" end="8"/>
                                            </p:txEl>
                                          </p:spTgt>
                                        </p:tgtEl>
                                        <p:attrNameLst>
                                          <p:attrName>style.visibility</p:attrName>
                                        </p:attrNameLst>
                                      </p:cBhvr>
                                      <p:to>
                                        <p:strVal val="visible"/>
                                      </p:to>
                                    </p:set>
                                    <p:anim calcmode="lin" valueType="num">
                                      <p:cBhvr>
                                        <p:cTn id="159" dur="500" fill="hold"/>
                                        <p:tgtEl>
                                          <p:spTgt spid="73">
                                            <p:txEl>
                                              <p:pRg st="8" end="8"/>
                                            </p:txEl>
                                          </p:spTgt>
                                        </p:tgtEl>
                                        <p:attrNameLst>
                                          <p:attrName>ppt_w</p:attrName>
                                        </p:attrNameLst>
                                      </p:cBhvr>
                                      <p:tavLst>
                                        <p:tav tm="0">
                                          <p:val>
                                            <p:fltVal val="0"/>
                                          </p:val>
                                        </p:tav>
                                        <p:tav tm="100000">
                                          <p:val>
                                            <p:strVal val="#ppt_w"/>
                                          </p:val>
                                        </p:tav>
                                      </p:tavLst>
                                    </p:anim>
                                    <p:anim calcmode="lin" valueType="num">
                                      <p:cBhvr>
                                        <p:cTn id="160" dur="500" fill="hold"/>
                                        <p:tgtEl>
                                          <p:spTgt spid="73">
                                            <p:txEl>
                                              <p:pRg st="8" end="8"/>
                                            </p:txEl>
                                          </p:spTgt>
                                        </p:tgtEl>
                                        <p:attrNameLst>
                                          <p:attrName>ppt_h</p:attrName>
                                        </p:attrNameLst>
                                      </p:cBhvr>
                                      <p:tavLst>
                                        <p:tav tm="0">
                                          <p:val>
                                            <p:fltVal val="0"/>
                                          </p:val>
                                        </p:tav>
                                        <p:tav tm="100000">
                                          <p:val>
                                            <p:strVal val="#ppt_h"/>
                                          </p:val>
                                        </p:tav>
                                      </p:tavLst>
                                    </p:anim>
                                    <p:animEffect transition="in" filter="fade">
                                      <p:cBhvr>
                                        <p:cTn id="161" dur="500"/>
                                        <p:tgtEl>
                                          <p:spTgt spid="73">
                                            <p:txEl>
                                              <p:pRg st="8" end="8"/>
                                            </p:txEl>
                                          </p:spTgt>
                                        </p:tgtEl>
                                      </p:cBhvr>
                                    </p:animEffect>
                                  </p:childTnLst>
                                </p:cTn>
                              </p:par>
                            </p:childTnLst>
                          </p:cTn>
                        </p:par>
                      </p:childTnLst>
                    </p:cTn>
                  </p:par>
                  <p:par>
                    <p:cTn id="162" fill="hold">
                      <p:stCondLst>
                        <p:cond delay="indefinite"/>
                      </p:stCondLst>
                      <p:childTnLst>
                        <p:par>
                          <p:cTn id="163" fill="hold">
                            <p:stCondLst>
                              <p:cond delay="0"/>
                            </p:stCondLst>
                            <p:childTnLst>
                              <p:par>
                                <p:cTn id="164" presetID="53" presetClass="entr" presetSubtype="16" fill="hold" grpId="2" nodeType="clickEffect">
                                  <p:stCondLst>
                                    <p:cond delay="0"/>
                                  </p:stCondLst>
                                  <p:childTnLst>
                                    <p:set>
                                      <p:cBhvr>
                                        <p:cTn id="165" dur="1" fill="hold">
                                          <p:stCondLst>
                                            <p:cond delay="0"/>
                                          </p:stCondLst>
                                        </p:cTn>
                                        <p:tgtEl>
                                          <p:spTgt spid="47"/>
                                        </p:tgtEl>
                                        <p:attrNameLst>
                                          <p:attrName>style.visibility</p:attrName>
                                        </p:attrNameLst>
                                      </p:cBhvr>
                                      <p:to>
                                        <p:strVal val="visible"/>
                                      </p:to>
                                    </p:set>
                                    <p:anim calcmode="lin" valueType="num">
                                      <p:cBhvr>
                                        <p:cTn id="166" dur="500" fill="hold"/>
                                        <p:tgtEl>
                                          <p:spTgt spid="47"/>
                                        </p:tgtEl>
                                        <p:attrNameLst>
                                          <p:attrName>ppt_w</p:attrName>
                                        </p:attrNameLst>
                                      </p:cBhvr>
                                      <p:tavLst>
                                        <p:tav tm="0">
                                          <p:val>
                                            <p:fltVal val="0"/>
                                          </p:val>
                                        </p:tav>
                                        <p:tav tm="100000">
                                          <p:val>
                                            <p:strVal val="#ppt_w"/>
                                          </p:val>
                                        </p:tav>
                                      </p:tavLst>
                                    </p:anim>
                                    <p:anim calcmode="lin" valueType="num">
                                      <p:cBhvr>
                                        <p:cTn id="167" dur="500" fill="hold"/>
                                        <p:tgtEl>
                                          <p:spTgt spid="47"/>
                                        </p:tgtEl>
                                        <p:attrNameLst>
                                          <p:attrName>ppt_h</p:attrName>
                                        </p:attrNameLst>
                                      </p:cBhvr>
                                      <p:tavLst>
                                        <p:tav tm="0">
                                          <p:val>
                                            <p:fltVal val="0"/>
                                          </p:val>
                                        </p:tav>
                                        <p:tav tm="100000">
                                          <p:val>
                                            <p:strVal val="#ppt_h"/>
                                          </p:val>
                                        </p:tav>
                                      </p:tavLst>
                                    </p:anim>
                                    <p:animEffect transition="in" filter="fade">
                                      <p:cBhvr>
                                        <p:cTn id="168" dur="500"/>
                                        <p:tgtEl>
                                          <p:spTgt spid="47"/>
                                        </p:tgtEl>
                                      </p:cBhvr>
                                    </p:animEffect>
                                  </p:childTnLst>
                                </p:cTn>
                              </p:par>
                              <p:par>
                                <p:cTn id="169" presetID="1" presetClass="exit" presetSubtype="0" fill="hold" grpId="3" nodeType="withEffect">
                                  <p:stCondLst>
                                    <p:cond delay="0"/>
                                  </p:stCondLst>
                                  <p:childTnLst>
                                    <p:set>
                                      <p:cBhvr>
                                        <p:cTn id="170" dur="1" fill="hold">
                                          <p:stCondLst>
                                            <p:cond delay="0"/>
                                          </p:stCondLst>
                                        </p:cTn>
                                        <p:tgtEl>
                                          <p:spTgt spid="3"/>
                                        </p:tgtEl>
                                        <p:attrNameLst>
                                          <p:attrName>style.visibility</p:attrName>
                                        </p:attrNameLst>
                                      </p:cBhvr>
                                      <p:to>
                                        <p:strVal val="hidden"/>
                                      </p:to>
                                    </p:set>
                                  </p:childTnLst>
                                </p:cTn>
                              </p:par>
                            </p:childTnLst>
                          </p:cTn>
                        </p:par>
                      </p:childTnLst>
                    </p:cTn>
                  </p:par>
                  <p:par>
                    <p:cTn id="171" fill="hold">
                      <p:stCondLst>
                        <p:cond delay="indefinite"/>
                      </p:stCondLst>
                      <p:childTnLst>
                        <p:par>
                          <p:cTn id="172" fill="hold">
                            <p:stCondLst>
                              <p:cond delay="0"/>
                            </p:stCondLst>
                            <p:childTnLst>
                              <p:par>
                                <p:cTn id="173" presetID="53" presetClass="entr" presetSubtype="16" fill="hold" grpId="0" nodeType="clickEffect">
                                  <p:stCondLst>
                                    <p:cond delay="0"/>
                                  </p:stCondLst>
                                  <p:childTnLst>
                                    <p:set>
                                      <p:cBhvr>
                                        <p:cTn id="174" dur="1" fill="hold">
                                          <p:stCondLst>
                                            <p:cond delay="0"/>
                                          </p:stCondLst>
                                        </p:cTn>
                                        <p:tgtEl>
                                          <p:spTgt spid="73">
                                            <p:txEl>
                                              <p:pRg st="9" end="9"/>
                                            </p:txEl>
                                          </p:spTgt>
                                        </p:tgtEl>
                                        <p:attrNameLst>
                                          <p:attrName>style.visibility</p:attrName>
                                        </p:attrNameLst>
                                      </p:cBhvr>
                                      <p:to>
                                        <p:strVal val="visible"/>
                                      </p:to>
                                    </p:set>
                                    <p:anim calcmode="lin" valueType="num">
                                      <p:cBhvr>
                                        <p:cTn id="175" dur="500" fill="hold"/>
                                        <p:tgtEl>
                                          <p:spTgt spid="73">
                                            <p:txEl>
                                              <p:pRg st="9" end="9"/>
                                            </p:txEl>
                                          </p:spTgt>
                                        </p:tgtEl>
                                        <p:attrNameLst>
                                          <p:attrName>ppt_w</p:attrName>
                                        </p:attrNameLst>
                                      </p:cBhvr>
                                      <p:tavLst>
                                        <p:tav tm="0">
                                          <p:val>
                                            <p:fltVal val="0"/>
                                          </p:val>
                                        </p:tav>
                                        <p:tav tm="100000">
                                          <p:val>
                                            <p:strVal val="#ppt_w"/>
                                          </p:val>
                                        </p:tav>
                                      </p:tavLst>
                                    </p:anim>
                                    <p:anim calcmode="lin" valueType="num">
                                      <p:cBhvr>
                                        <p:cTn id="176" dur="500" fill="hold"/>
                                        <p:tgtEl>
                                          <p:spTgt spid="73">
                                            <p:txEl>
                                              <p:pRg st="9" end="9"/>
                                            </p:txEl>
                                          </p:spTgt>
                                        </p:tgtEl>
                                        <p:attrNameLst>
                                          <p:attrName>ppt_h</p:attrName>
                                        </p:attrNameLst>
                                      </p:cBhvr>
                                      <p:tavLst>
                                        <p:tav tm="0">
                                          <p:val>
                                            <p:fltVal val="0"/>
                                          </p:val>
                                        </p:tav>
                                        <p:tav tm="100000">
                                          <p:val>
                                            <p:strVal val="#ppt_h"/>
                                          </p:val>
                                        </p:tav>
                                      </p:tavLst>
                                    </p:anim>
                                    <p:animEffect transition="in" filter="fade">
                                      <p:cBhvr>
                                        <p:cTn id="177" dur="500"/>
                                        <p:tgtEl>
                                          <p:spTgt spid="73">
                                            <p:txEl>
                                              <p:pRg st="9" end="9"/>
                                            </p:txEl>
                                          </p:spTgt>
                                        </p:tgtEl>
                                      </p:cBhvr>
                                    </p:animEffect>
                                  </p:childTnLst>
                                </p:cTn>
                              </p:par>
                            </p:childTnLst>
                          </p:cTn>
                        </p:par>
                      </p:childTnLst>
                    </p:cTn>
                  </p:par>
                  <p:par>
                    <p:cTn id="178" fill="hold">
                      <p:stCondLst>
                        <p:cond delay="indefinite"/>
                      </p:stCondLst>
                      <p:childTnLst>
                        <p:par>
                          <p:cTn id="179" fill="hold">
                            <p:stCondLst>
                              <p:cond delay="0"/>
                            </p:stCondLst>
                            <p:childTnLst>
                              <p:par>
                                <p:cTn id="180" presetID="53" presetClass="entr" presetSubtype="16" fill="hold" grpId="0" nodeType="clickEffect">
                                  <p:stCondLst>
                                    <p:cond delay="0"/>
                                  </p:stCondLst>
                                  <p:childTnLst>
                                    <p:set>
                                      <p:cBhvr>
                                        <p:cTn id="181" dur="1" fill="hold">
                                          <p:stCondLst>
                                            <p:cond delay="0"/>
                                          </p:stCondLst>
                                        </p:cTn>
                                        <p:tgtEl>
                                          <p:spTgt spid="61"/>
                                        </p:tgtEl>
                                        <p:attrNameLst>
                                          <p:attrName>style.visibility</p:attrName>
                                        </p:attrNameLst>
                                      </p:cBhvr>
                                      <p:to>
                                        <p:strVal val="visible"/>
                                      </p:to>
                                    </p:set>
                                    <p:anim calcmode="lin" valueType="num">
                                      <p:cBhvr>
                                        <p:cTn id="182" dur="500" fill="hold"/>
                                        <p:tgtEl>
                                          <p:spTgt spid="61"/>
                                        </p:tgtEl>
                                        <p:attrNameLst>
                                          <p:attrName>ppt_w</p:attrName>
                                        </p:attrNameLst>
                                      </p:cBhvr>
                                      <p:tavLst>
                                        <p:tav tm="0">
                                          <p:val>
                                            <p:fltVal val="0"/>
                                          </p:val>
                                        </p:tav>
                                        <p:tav tm="100000">
                                          <p:val>
                                            <p:strVal val="#ppt_w"/>
                                          </p:val>
                                        </p:tav>
                                      </p:tavLst>
                                    </p:anim>
                                    <p:anim calcmode="lin" valueType="num">
                                      <p:cBhvr>
                                        <p:cTn id="183" dur="500" fill="hold"/>
                                        <p:tgtEl>
                                          <p:spTgt spid="61"/>
                                        </p:tgtEl>
                                        <p:attrNameLst>
                                          <p:attrName>ppt_h</p:attrName>
                                        </p:attrNameLst>
                                      </p:cBhvr>
                                      <p:tavLst>
                                        <p:tav tm="0">
                                          <p:val>
                                            <p:fltVal val="0"/>
                                          </p:val>
                                        </p:tav>
                                        <p:tav tm="100000">
                                          <p:val>
                                            <p:strVal val="#ppt_h"/>
                                          </p:val>
                                        </p:tav>
                                      </p:tavLst>
                                    </p:anim>
                                    <p:animEffect transition="in" filter="fade">
                                      <p:cBhvr>
                                        <p:cTn id="184" dur="500"/>
                                        <p:tgtEl>
                                          <p:spTgt spid="61"/>
                                        </p:tgtEl>
                                      </p:cBhvr>
                                    </p:animEffect>
                                  </p:childTnLst>
                                </p:cTn>
                              </p:par>
                              <p:par>
                                <p:cTn id="185" presetID="1" presetClass="exit" presetSubtype="0" fill="hold" grpId="3" nodeType="withEffect">
                                  <p:stCondLst>
                                    <p:cond delay="0"/>
                                  </p:stCondLst>
                                  <p:childTnLst>
                                    <p:set>
                                      <p:cBhvr>
                                        <p:cTn id="186" dur="1" fill="hold">
                                          <p:stCondLst>
                                            <p:cond delay="0"/>
                                          </p:stCondLst>
                                        </p:cTn>
                                        <p:tgtEl>
                                          <p:spTgt spid="4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uiExpand="1" build="p"/>
      <p:bldP spid="3" grpId="0" animBg="1"/>
      <p:bldP spid="3" grpId="1" animBg="1"/>
      <p:bldP spid="3" grpId="2" animBg="1"/>
      <p:bldP spid="3" grpId="3" animBg="1"/>
      <p:bldP spid="43" grpId="0" animBg="1"/>
      <p:bldP spid="43" grpId="1" animBg="1"/>
      <p:bldP spid="47" grpId="0" animBg="1"/>
      <p:bldP spid="47" grpId="1" animBg="1"/>
      <p:bldP spid="47" grpId="2" animBg="1"/>
      <p:bldP spid="47" grpId="3" animBg="1"/>
      <p:bldP spid="4" grpId="0" animBg="1"/>
      <p:bldP spid="4" grpId="1" animBg="1"/>
      <p:bldP spid="58" grpId="0" animBg="1"/>
      <p:bldP spid="58" grpId="1" animBg="1"/>
      <p:bldP spid="59" grpId="0" animBg="1"/>
      <p:bldP spid="21" grpId="0" animBg="1"/>
      <p:bldP spid="61"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Conversión descendente</a:t>
            </a:r>
          </a:p>
        </p:txBody>
      </p:sp>
      <p:sp>
        <p:nvSpPr>
          <p:cNvPr id="3" name="2 Marcador de contenido"/>
          <p:cNvSpPr>
            <a:spLocks noGrp="1"/>
          </p:cNvSpPr>
          <p:nvPr>
            <p:ph idx="1"/>
          </p:nvPr>
        </p:nvSpPr>
        <p:spPr/>
        <p:txBody>
          <a:bodyPr/>
          <a:lstStyle/>
          <a:p>
            <a:r>
              <a:rPr lang="es-ES" sz="2000" b="0" dirty="0"/>
              <a:t>El </a:t>
            </a:r>
            <a:r>
              <a:rPr lang="es-ES" sz="2000" i="1" dirty="0"/>
              <a:t>casting</a:t>
            </a:r>
            <a:r>
              <a:rPr lang="es-ES" sz="2000" b="0" i="1" dirty="0"/>
              <a:t> </a:t>
            </a:r>
            <a:r>
              <a:rPr lang="es-ES" sz="2000" b="0" dirty="0"/>
              <a:t>es la conversión de unos tipos u objetos en otros. Para convertir un objeto en otro debe de haber entre ambos objetos una relación de herencia. Dado que la subclase contiene toda la información que pueda contener su superclase es lógico pensar que el casting es posible.</a:t>
            </a:r>
          </a:p>
          <a:p>
            <a:pPr>
              <a:buNone/>
            </a:pPr>
            <a:endParaRPr lang="es-ES" sz="2000" b="0" dirty="0"/>
          </a:p>
          <a:p>
            <a:r>
              <a:rPr lang="es-ES" sz="2000" b="0" dirty="0"/>
              <a:t>Los errores se producen cuando se llama a métodos que en el objeto destino no existe.</a:t>
            </a:r>
          </a:p>
          <a:p>
            <a:pPr>
              <a:buNone/>
            </a:pPr>
            <a:endParaRPr lang="es-ES" sz="2000" b="0" dirty="0"/>
          </a:p>
          <a:p>
            <a:r>
              <a:rPr lang="es-ES" sz="2000" b="0" dirty="0"/>
              <a:t>Las reglas son las siguientes:</a:t>
            </a:r>
          </a:p>
          <a:p>
            <a:pPr lvl="1"/>
            <a:r>
              <a:rPr lang="es-ES" sz="1800" b="0" dirty="0"/>
              <a:t>Cuando se utiliza una clase más específica (más abajo en la jerarquía) no hace falta casting.</a:t>
            </a:r>
          </a:p>
          <a:p>
            <a:pPr lvl="1"/>
            <a:r>
              <a:rPr lang="es-ES" sz="1800" b="0" dirty="0"/>
              <a:t>Cuando se utiliza una clase menos específica (más arriba en la jerarquía) hay que hacer un casting explícitamente.</a:t>
            </a:r>
          </a:p>
          <a:p>
            <a:endParaRPr lang="es-ES" sz="1600" dirty="0"/>
          </a:p>
        </p:txBody>
      </p:sp>
    </p:spTree>
    <p:extLst>
      <p:ext uri="{BB962C8B-B14F-4D97-AF65-F5344CB8AC3E}">
        <p14:creationId xmlns:p14="http://schemas.microsoft.com/office/powerpoint/2010/main" val="2748318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ox(in)">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nodeType="click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box(in)">
                                      <p:cBhvr>
                                        <p:cTn id="16" dur="500"/>
                                        <p:tgtEl>
                                          <p:spTgt spid="3">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animEffect transition="in" filter="box(in)">
                                      <p:cBhvr>
                                        <p:cTn id="2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1 Título"/>
          <p:cNvSpPr>
            <a:spLocks noGrp="1"/>
          </p:cNvSpPr>
          <p:nvPr>
            <p:ph type="title"/>
          </p:nvPr>
        </p:nvSpPr>
        <p:spPr>
          <a:xfrm>
            <a:off x="542924" y="53975"/>
            <a:ext cx="7989515" cy="563563"/>
          </a:xfrm>
        </p:spPr>
        <p:txBody>
          <a:bodyPr/>
          <a:lstStyle/>
          <a:p>
            <a:r>
              <a:rPr lang="es-ES" dirty="0"/>
              <a:t>Conversión descendente</a:t>
            </a:r>
            <a:endParaRPr lang="es-ES" dirty="0">
              <a:solidFill>
                <a:srgbClr val="FFFF00"/>
              </a:solidFill>
            </a:endParaRPr>
          </a:p>
        </p:txBody>
      </p:sp>
      <p:cxnSp>
        <p:nvCxnSpPr>
          <p:cNvPr id="71" name="70 Conector recto de flecha"/>
          <p:cNvCxnSpPr/>
          <p:nvPr/>
        </p:nvCxnSpPr>
        <p:spPr bwMode="auto">
          <a:xfrm>
            <a:off x="2569149" y="4324503"/>
            <a:ext cx="684425" cy="238467"/>
          </a:xfrm>
          <a:prstGeom prst="straightConnector1">
            <a:avLst/>
          </a:prstGeom>
          <a:ln>
            <a:headEnd type="none" w="med" len="med"/>
            <a:tailEnd type="arrow"/>
          </a:ln>
        </p:spPr>
        <p:style>
          <a:lnRef idx="3">
            <a:schemeClr val="accent5"/>
          </a:lnRef>
          <a:fillRef idx="0">
            <a:schemeClr val="accent5"/>
          </a:fillRef>
          <a:effectRef idx="2">
            <a:schemeClr val="accent5"/>
          </a:effectRef>
          <a:fontRef idx="minor">
            <a:schemeClr val="tx1"/>
          </a:fontRef>
        </p:style>
      </p:cxnSp>
      <p:cxnSp>
        <p:nvCxnSpPr>
          <p:cNvPr id="80" name="79 Conector recto de flecha"/>
          <p:cNvCxnSpPr/>
          <p:nvPr/>
        </p:nvCxnSpPr>
        <p:spPr bwMode="auto">
          <a:xfrm flipV="1">
            <a:off x="2554635" y="5157912"/>
            <a:ext cx="684425" cy="238467"/>
          </a:xfrm>
          <a:prstGeom prst="straightConnector1">
            <a:avLst/>
          </a:prstGeom>
          <a:ln>
            <a:headEnd type="none" w="med" len="med"/>
            <a:tailEnd type="arrow"/>
          </a:ln>
        </p:spPr>
        <p:style>
          <a:lnRef idx="3">
            <a:schemeClr val="accent5"/>
          </a:lnRef>
          <a:fillRef idx="0">
            <a:schemeClr val="accent5"/>
          </a:fillRef>
          <a:effectRef idx="2">
            <a:schemeClr val="accent5"/>
          </a:effectRef>
          <a:fontRef idx="minor">
            <a:schemeClr val="tx1"/>
          </a:fontRef>
        </p:style>
      </p:cxnSp>
      <p:sp>
        <p:nvSpPr>
          <p:cNvPr id="91" name="90 Rectángulo"/>
          <p:cNvSpPr/>
          <p:nvPr/>
        </p:nvSpPr>
        <p:spPr bwMode="auto">
          <a:xfrm>
            <a:off x="2200078" y="908721"/>
            <a:ext cx="4532162" cy="2337192"/>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3" name="Rectangle 3"/>
          <p:cNvSpPr txBox="1">
            <a:spLocks noChangeArrowheads="1"/>
          </p:cNvSpPr>
          <p:nvPr/>
        </p:nvSpPr>
        <p:spPr bwMode="auto">
          <a:xfrm>
            <a:off x="2653620" y="1052736"/>
            <a:ext cx="3829046" cy="199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chemeClr val="accent1"/>
                </a:solidFill>
                <a:latin typeface="Adobe Fan Heiti Std B" pitchFamily="34" charset="-128"/>
                <a:ea typeface="Adobe Fan Heiti Std B" pitchFamily="34" charset="-128"/>
              </a:rPr>
              <a:t>                    </a:t>
            </a:r>
            <a:r>
              <a:rPr lang="en-US" sz="1400" kern="0" dirty="0">
                <a:solidFill>
                  <a:schemeClr val="bg2">
                    <a:lumMod val="50000"/>
                  </a:schemeClr>
                </a:solidFill>
                <a:latin typeface="Adobe Fan Heiti Std B" pitchFamily="34" charset="-128"/>
                <a:ea typeface="Adobe Fan Heiti Std B" pitchFamily="34" charset="-128"/>
              </a:rPr>
              <a:t> new </a:t>
            </a:r>
            <a:r>
              <a:rPr lang="en-US" sz="1400" kern="0" dirty="0" err="1">
                <a:solidFill>
                  <a:srgbClr val="FF0000"/>
                </a:solidFill>
                <a:latin typeface="Adobe Fan Heiti Std B" pitchFamily="34" charset="-128"/>
                <a:ea typeface="Adobe Fan Heiti Std B" pitchFamily="34" charset="-128"/>
              </a:rPr>
              <a:t>Gallina</a:t>
            </a:r>
            <a:r>
              <a:rPr lang="en-US" sz="1400" kern="0" dirty="0">
                <a:solidFill>
                  <a:srgbClr val="FF0000"/>
                </a:solidFill>
                <a:latin typeface="Adobe Fan Heiti Std B" pitchFamily="34" charset="-128"/>
                <a:ea typeface="Adobe Fan Heiti Std B" pitchFamily="34" charset="-128"/>
              </a:rPr>
              <a:t>(</a:t>
            </a:r>
            <a:r>
              <a:rPr lang="en-US" sz="1400" kern="0" dirty="0">
                <a:solidFill>
                  <a:srgbClr val="92D050"/>
                </a:solidFill>
                <a:latin typeface="Adobe Fan Heiti Std B" pitchFamily="34" charset="-128"/>
                <a:ea typeface="Adobe Fan Heiti Std B" pitchFamily="34" charset="-128"/>
              </a:rPr>
              <a:t>"</a:t>
            </a:r>
            <a:r>
              <a:rPr lang="en-US" sz="1400" kern="0" dirty="0" err="1">
                <a:solidFill>
                  <a:srgbClr val="92D050"/>
                </a:solidFill>
                <a:latin typeface="Adobe Fan Heiti Std B" pitchFamily="34" charset="-128"/>
                <a:ea typeface="Adobe Fan Heiti Std B" pitchFamily="34" charset="-128"/>
              </a:rPr>
              <a:t>Raimunda</a:t>
            </a:r>
            <a:r>
              <a:rPr lang="en-US" sz="1400" kern="0" dirty="0">
                <a:solidFill>
                  <a:srgbClr val="92D050"/>
                </a:solidFill>
                <a:latin typeface="Adobe Fan Heiti Std B" pitchFamily="34" charset="-128"/>
                <a:ea typeface="Adobe Fan Heiti Std B" pitchFamily="34" charset="-128"/>
              </a:rPr>
              <a:t>"</a:t>
            </a:r>
            <a:r>
              <a:rPr lang="en-US" sz="1400" kern="0" dirty="0">
                <a:solidFill>
                  <a:schemeClr val="bg2">
                    <a:lumMod val="50000"/>
                  </a:schemeClr>
                </a:solidFill>
                <a:latin typeface="Adobe Fan Heiti Std B" pitchFamily="34" charset="-128"/>
                <a:ea typeface="Adobe Fan Heiti Std B" pitchFamily="34" charset="-128"/>
              </a:rPr>
              <a:t>, </a:t>
            </a:r>
            <a:r>
              <a:rPr lang="en-US" sz="1400" kern="0" dirty="0">
                <a:solidFill>
                  <a:srgbClr val="92D050"/>
                </a:solidFill>
                <a:latin typeface="Adobe Fan Heiti Std B" pitchFamily="34" charset="-128"/>
                <a:ea typeface="Adobe Fan Heiti Std B" pitchFamily="34" charset="-128"/>
              </a:rPr>
              <a:t>2</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bg2">
                    <a:lumMod val="50000"/>
                  </a:schemeClr>
                </a:solidFill>
                <a:latin typeface="Adobe Fan Heiti Std B" pitchFamily="34" charset="-128"/>
                <a:ea typeface="Adobe Fan Heiti Std B" pitchFamily="34" charset="-128"/>
              </a:rPr>
              <a:t>;</a:t>
            </a:r>
          </a:p>
          <a:p>
            <a:pPr marL="0" indent="0">
              <a:buNone/>
            </a:pPr>
            <a:r>
              <a:rPr lang="en-US" sz="1400" kern="0" dirty="0" err="1">
                <a:solidFill>
                  <a:srgbClr val="000000"/>
                </a:solidFill>
                <a:latin typeface="Adobe Fan Heiti Std B" pitchFamily="34" charset="-128"/>
                <a:ea typeface="Adobe Fan Heiti Std B" pitchFamily="34" charset="-128"/>
              </a:rPr>
              <a:t>ave</a:t>
            </a:r>
            <a:r>
              <a:rPr lang="en-US" sz="1400" kern="0" dirty="0" err="1">
                <a:solidFill>
                  <a:schemeClr val="bg2">
                    <a:lumMod val="50000"/>
                  </a:schemeClr>
                </a:solidFill>
                <a:latin typeface="Adobe Fan Heiti Std B" pitchFamily="34" charset="-128"/>
                <a:ea typeface="Adobe Fan Heiti Std B" pitchFamily="34" charset="-128"/>
              </a:rPr>
              <a:t>.</a:t>
            </a:r>
            <a:r>
              <a:rPr lang="en-US" sz="1400" kern="0" dirty="0" err="1">
                <a:solidFill>
                  <a:srgbClr val="FF0000"/>
                </a:solidFill>
                <a:latin typeface="Adobe Fan Heiti Std B" pitchFamily="34" charset="-128"/>
                <a:ea typeface="Adobe Fan Heiti Std B" pitchFamily="34" charset="-128"/>
              </a:rPr>
              <a:t>ponerHuevo</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bg2">
                    <a:lumMod val="50000"/>
                  </a:schemeClr>
                </a:solidFill>
                <a:latin typeface="Adobe Fan Heiti Std B" pitchFamily="34" charset="-128"/>
                <a:ea typeface="Adobe Fan Heiti Std B" pitchFamily="34" charset="-128"/>
              </a:rPr>
              <a:t>;</a:t>
            </a:r>
          </a:p>
          <a:p>
            <a:pPr marL="0" indent="0">
              <a:buNone/>
            </a:pPr>
            <a:endParaRPr lang="en-US" sz="1400" kern="0" dirty="0">
              <a:solidFill>
                <a:schemeClr val="accent1"/>
              </a:solidFill>
              <a:latin typeface="Adobe Fan Heiti Std B" pitchFamily="34" charset="-128"/>
              <a:ea typeface="Adobe Fan Heiti Std B" pitchFamily="34" charset="-128"/>
            </a:endParaRPr>
          </a:p>
          <a:p>
            <a:pPr marL="0" indent="0">
              <a:buNone/>
            </a:pPr>
            <a:r>
              <a:rPr lang="en-US" sz="1400" kern="0" dirty="0" err="1">
                <a:solidFill>
                  <a:schemeClr val="accent1"/>
                </a:solidFill>
                <a:latin typeface="Adobe Fan Heiti Std B" pitchFamily="34" charset="-128"/>
                <a:ea typeface="Adobe Fan Heiti Std B" pitchFamily="34" charset="-128"/>
              </a:rPr>
              <a:t>Gallina</a:t>
            </a:r>
            <a:r>
              <a:rPr lang="en-US" sz="1400" kern="0" dirty="0">
                <a:solidFill>
                  <a:schemeClr val="bg2">
                    <a:lumMod val="50000"/>
                  </a:schemeClr>
                </a:solidFill>
                <a:latin typeface="Adobe Fan Heiti Std B" pitchFamily="34" charset="-128"/>
                <a:ea typeface="Adobe Fan Heiti Std B" pitchFamily="34" charset="-128"/>
              </a:rPr>
              <a:t> </a:t>
            </a:r>
            <a:r>
              <a:rPr lang="en-US" sz="1400" kern="0" dirty="0" err="1">
                <a:solidFill>
                  <a:schemeClr val="bg2">
                    <a:lumMod val="50000"/>
                  </a:schemeClr>
                </a:solidFill>
                <a:latin typeface="Adobe Fan Heiti Std B" pitchFamily="34" charset="-128"/>
                <a:ea typeface="Adobe Fan Heiti Std B" pitchFamily="34" charset="-128"/>
              </a:rPr>
              <a:t>gallina</a:t>
            </a:r>
            <a:r>
              <a:rPr lang="en-US" sz="1400" kern="0" dirty="0">
                <a:solidFill>
                  <a:schemeClr val="bg2">
                    <a:lumMod val="50000"/>
                  </a:schemeClr>
                </a:solidFill>
                <a:latin typeface="Adobe Fan Heiti Std B" pitchFamily="34" charset="-128"/>
                <a:ea typeface="Adobe Fan Heiti Std B" pitchFamily="34" charset="-128"/>
              </a:rPr>
              <a:t>;</a:t>
            </a:r>
          </a:p>
          <a:p>
            <a:pPr marL="0" indent="0">
              <a:buNone/>
            </a:pPr>
            <a:r>
              <a:rPr lang="en-US" sz="1400" kern="0" dirty="0" err="1">
                <a:solidFill>
                  <a:schemeClr val="bg2">
                    <a:lumMod val="50000"/>
                  </a:schemeClr>
                </a:solidFill>
                <a:latin typeface="Adobe Fan Heiti Std B" pitchFamily="34" charset="-128"/>
                <a:ea typeface="Adobe Fan Heiti Std B" pitchFamily="34" charset="-128"/>
              </a:rPr>
              <a:t>gallina</a:t>
            </a:r>
            <a:r>
              <a:rPr lang="en-US" sz="1400" kern="0" dirty="0">
                <a:solidFill>
                  <a:schemeClr val="bg2">
                    <a:lumMod val="50000"/>
                  </a:schemeClr>
                </a:solidFill>
                <a:latin typeface="Adobe Fan Heiti Std B" pitchFamily="34" charset="-128"/>
                <a:ea typeface="Adobe Fan Heiti Std B" pitchFamily="34" charset="-128"/>
              </a:rPr>
              <a:t> =   </a:t>
            </a:r>
            <a:r>
              <a:rPr lang="en-US" sz="1400" kern="0" dirty="0">
                <a:solidFill>
                  <a:schemeClr val="accent1"/>
                </a:solidFill>
                <a:latin typeface="Adobe Fan Heiti Std B" pitchFamily="34" charset="-128"/>
                <a:ea typeface="Adobe Fan Heiti Std B" pitchFamily="34" charset="-128"/>
              </a:rPr>
              <a:t>(</a:t>
            </a:r>
            <a:r>
              <a:rPr lang="en-US" sz="1400" kern="0" dirty="0" err="1">
                <a:solidFill>
                  <a:schemeClr val="accent1"/>
                </a:solidFill>
                <a:latin typeface="Adobe Fan Heiti Std B" pitchFamily="34" charset="-128"/>
                <a:ea typeface="Adobe Fan Heiti Std B" pitchFamily="34" charset="-128"/>
              </a:rPr>
              <a:t>Gallina</a:t>
            </a:r>
            <a:r>
              <a:rPr lang="en-US" sz="1400" kern="0" dirty="0">
                <a:solidFill>
                  <a:schemeClr val="accent1"/>
                </a:solidFill>
                <a:latin typeface="Adobe Fan Heiti Std B" pitchFamily="34" charset="-128"/>
                <a:ea typeface="Adobe Fan Heiti Std B" pitchFamily="34" charset="-128"/>
              </a:rPr>
              <a:t>) </a:t>
            </a:r>
            <a:r>
              <a:rPr lang="en-US" sz="1400" kern="0" dirty="0" err="1">
                <a:solidFill>
                  <a:srgbClr val="000000"/>
                </a:solidFill>
                <a:latin typeface="Adobe Fan Heiti Std B" pitchFamily="34" charset="-128"/>
                <a:ea typeface="Adobe Fan Heiti Std B" pitchFamily="34" charset="-128"/>
              </a:rPr>
              <a:t>ave</a:t>
            </a:r>
            <a:r>
              <a:rPr lang="en-US" sz="1400" kern="0" dirty="0">
                <a:solidFill>
                  <a:schemeClr val="bg2">
                    <a:lumMod val="50000"/>
                  </a:schemeClr>
                </a:solidFill>
                <a:latin typeface="Adobe Fan Heiti Std B" pitchFamily="34" charset="-128"/>
                <a:ea typeface="Adobe Fan Heiti Std B" pitchFamily="34" charset="-128"/>
              </a:rPr>
              <a:t>;</a:t>
            </a:r>
          </a:p>
          <a:p>
            <a:pPr marL="0" indent="0">
              <a:buNone/>
            </a:pPr>
            <a:r>
              <a:rPr lang="en-US" sz="1400" kern="0" dirty="0" err="1">
                <a:solidFill>
                  <a:schemeClr val="bg2">
                    <a:lumMod val="50000"/>
                  </a:schemeClr>
                </a:solidFill>
                <a:latin typeface="Adobe Fan Heiti Std B" pitchFamily="34" charset="-128"/>
                <a:ea typeface="Adobe Fan Heiti Std B" pitchFamily="34" charset="-128"/>
              </a:rPr>
              <a:t>gallina.</a:t>
            </a:r>
            <a:r>
              <a:rPr lang="en-US" sz="1400" kern="0" dirty="0" err="1">
                <a:solidFill>
                  <a:srgbClr val="FF0000"/>
                </a:solidFill>
                <a:latin typeface="Adobe Fan Heiti Std B" pitchFamily="34" charset="-128"/>
                <a:ea typeface="Adobe Fan Heiti Std B" pitchFamily="34" charset="-128"/>
              </a:rPr>
              <a:t>ponerHuevo</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bg2">
                    <a:lumMod val="50000"/>
                  </a:schemeClr>
                </a:solidFill>
                <a:latin typeface="Adobe Fan Heiti Std B" pitchFamily="34" charset="-128"/>
                <a:ea typeface="Adobe Fan Heiti Std B" pitchFamily="34" charset="-128"/>
              </a:rPr>
              <a:t>;</a:t>
            </a: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r>
              <a:rPr lang="en-US" sz="1400" kern="0" dirty="0">
                <a:solidFill>
                  <a:schemeClr val="accent1"/>
                </a:solidFill>
                <a:latin typeface="Adobe Fan Heiti Std B" pitchFamily="34" charset="-128"/>
                <a:ea typeface="Adobe Fan Heiti Std B" pitchFamily="34" charset="-128"/>
              </a:rPr>
              <a:t>( (</a:t>
            </a:r>
            <a:r>
              <a:rPr lang="en-US" sz="1400" kern="0" dirty="0" err="1">
                <a:solidFill>
                  <a:schemeClr val="accent1"/>
                </a:solidFill>
                <a:latin typeface="Adobe Fan Heiti Std B" pitchFamily="34" charset="-128"/>
                <a:ea typeface="Adobe Fan Heiti Std B" pitchFamily="34" charset="-128"/>
              </a:rPr>
              <a:t>Gallina</a:t>
            </a:r>
            <a:r>
              <a:rPr lang="en-US" sz="1400" kern="0" dirty="0">
                <a:solidFill>
                  <a:schemeClr val="accent1"/>
                </a:solidFill>
                <a:latin typeface="Adobe Fan Heiti Std B" pitchFamily="34" charset="-128"/>
                <a:ea typeface="Adobe Fan Heiti Std B" pitchFamily="34" charset="-128"/>
              </a:rPr>
              <a:t>) </a:t>
            </a:r>
            <a:r>
              <a:rPr lang="en-US" sz="1400" kern="0" dirty="0" err="1">
                <a:solidFill>
                  <a:srgbClr val="000000"/>
                </a:solidFill>
                <a:latin typeface="Adobe Fan Heiti Std B" pitchFamily="34" charset="-128"/>
                <a:ea typeface="Adobe Fan Heiti Std B" pitchFamily="34" charset="-128"/>
              </a:rPr>
              <a:t>ave</a:t>
            </a:r>
            <a:r>
              <a:rPr lang="en-US" sz="1400" kern="0" dirty="0">
                <a:solidFill>
                  <a:schemeClr val="accent1"/>
                </a:solidFill>
                <a:latin typeface="Adobe Fan Heiti Std B" pitchFamily="34" charset="-128"/>
                <a:ea typeface="Adobe Fan Heiti Std B" pitchFamily="34" charset="-128"/>
              </a:rPr>
              <a:t> )</a:t>
            </a:r>
            <a:r>
              <a:rPr lang="en-US" sz="1400" kern="0" dirty="0">
                <a:solidFill>
                  <a:srgbClr val="000000"/>
                </a:solidFill>
                <a:latin typeface="Adobe Fan Heiti Std B" pitchFamily="34" charset="-128"/>
                <a:ea typeface="Adobe Fan Heiti Std B" pitchFamily="34" charset="-128"/>
              </a:rPr>
              <a:t>.</a:t>
            </a:r>
            <a:r>
              <a:rPr lang="en-US" sz="1400" kern="0" dirty="0" err="1">
                <a:solidFill>
                  <a:srgbClr val="FF0000"/>
                </a:solidFill>
                <a:latin typeface="Adobe Fan Heiti Std B" pitchFamily="34" charset="-128"/>
                <a:ea typeface="Adobe Fan Heiti Std B" pitchFamily="34" charset="-128"/>
              </a:rPr>
              <a:t>ponerHuevo</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bg2">
                    <a:lumMod val="50000"/>
                  </a:schemeClr>
                </a:solidFill>
                <a:latin typeface="Adobe Fan Heiti Std B" pitchFamily="34" charset="-128"/>
                <a:ea typeface="Adobe Fan Heiti Std B" pitchFamily="34" charset="-128"/>
              </a:rPr>
              <a:t>;</a:t>
            </a: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p:txBody>
      </p:sp>
      <p:cxnSp>
        <p:nvCxnSpPr>
          <p:cNvPr id="112" name="111 Conector recto de flecha"/>
          <p:cNvCxnSpPr>
            <a:stCxn id="121" idx="1"/>
            <a:endCxn id="63" idx="6"/>
          </p:cNvCxnSpPr>
          <p:nvPr/>
        </p:nvCxnSpPr>
        <p:spPr bwMode="auto">
          <a:xfrm flipH="1">
            <a:off x="4945787" y="4851889"/>
            <a:ext cx="2213168" cy="9293"/>
          </a:xfrm>
          <a:prstGeom prst="straightConnector1">
            <a:avLst/>
          </a:prstGeom>
          <a:ln>
            <a:headEnd type="none" w="med" len="med"/>
            <a:tailEnd type="arrow"/>
          </a:ln>
        </p:spPr>
        <p:style>
          <a:lnRef idx="3">
            <a:schemeClr val="accent5"/>
          </a:lnRef>
          <a:fillRef idx="0">
            <a:schemeClr val="accent5"/>
          </a:fillRef>
          <a:effectRef idx="2">
            <a:schemeClr val="accent5"/>
          </a:effectRef>
          <a:fontRef idx="minor">
            <a:schemeClr val="tx1"/>
          </a:fontRef>
        </p:style>
      </p:cxnSp>
      <p:grpSp>
        <p:nvGrpSpPr>
          <p:cNvPr id="15" name="14 Grupo"/>
          <p:cNvGrpSpPr/>
          <p:nvPr/>
        </p:nvGrpSpPr>
        <p:grpSpPr>
          <a:xfrm>
            <a:off x="1604874" y="3838951"/>
            <a:ext cx="1048061" cy="912354"/>
            <a:chOff x="1604874" y="3838951"/>
            <a:chExt cx="1048061" cy="912354"/>
          </a:xfrm>
        </p:grpSpPr>
        <p:sp>
          <p:nvSpPr>
            <p:cNvPr id="58" name="57 Rectángulo"/>
            <p:cNvSpPr/>
            <p:nvPr/>
          </p:nvSpPr>
          <p:spPr bwMode="auto">
            <a:xfrm>
              <a:off x="1690539" y="4161562"/>
              <a:ext cx="864096" cy="325882"/>
            </a:xfrm>
            <a:prstGeom prst="rect">
              <a:avLst/>
            </a:prstGeom>
            <a:solidFill>
              <a:schemeClr val="accent1">
                <a:lumMod val="40000"/>
                <a:lumOff val="60000"/>
              </a:schemeClr>
            </a:solidFill>
            <a:ln>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9" name="Rectangle 3"/>
            <p:cNvSpPr txBox="1">
              <a:spLocks noChangeArrowheads="1"/>
            </p:cNvSpPr>
            <p:nvPr/>
          </p:nvSpPr>
          <p:spPr bwMode="auto">
            <a:xfrm>
              <a:off x="1604874" y="3838951"/>
              <a:ext cx="1036657" cy="266696"/>
            </a:xfrm>
            <a:prstGeom prst="rect">
              <a:avLst/>
            </a:prstGeom>
            <a:noFill/>
            <a:ln>
              <a:noFill/>
            </a:ln>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err="1">
                  <a:solidFill>
                    <a:srgbClr val="000000"/>
                  </a:solidFill>
                  <a:latin typeface="Adobe Fan Heiti Std B" pitchFamily="34" charset="-128"/>
                  <a:ea typeface="Adobe Fan Heiti Std B" pitchFamily="34" charset="-128"/>
                </a:rPr>
                <a:t>ave</a:t>
              </a:r>
              <a:endParaRPr lang="en-US" sz="1800" kern="0" dirty="0">
                <a:solidFill>
                  <a:srgbClr val="000000"/>
                </a:solidFill>
                <a:latin typeface="Adobe Fan Heiti Std B" pitchFamily="34" charset="-128"/>
                <a:ea typeface="Adobe Fan Heiti Std B" pitchFamily="34" charset="-128"/>
              </a:endParaRPr>
            </a:p>
          </p:txBody>
        </p:sp>
        <p:sp>
          <p:nvSpPr>
            <p:cNvPr id="119" name="Rectangle 3"/>
            <p:cNvSpPr txBox="1">
              <a:spLocks noChangeArrowheads="1"/>
            </p:cNvSpPr>
            <p:nvPr/>
          </p:nvSpPr>
          <p:spPr bwMode="auto">
            <a:xfrm>
              <a:off x="1616278" y="4484609"/>
              <a:ext cx="1036657" cy="266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solidFill>
                    <a:schemeClr val="accent1"/>
                  </a:solidFill>
                  <a:latin typeface="Adobe Fan Heiti Std B" pitchFamily="34" charset="-128"/>
                  <a:ea typeface="Adobe Fan Heiti Std B" pitchFamily="34" charset="-128"/>
                </a:rPr>
                <a:t>Ave</a:t>
              </a:r>
              <a:endParaRPr lang="en-US" sz="1400" kern="0" dirty="0">
                <a:solidFill>
                  <a:schemeClr val="bg2">
                    <a:lumMod val="50000"/>
                  </a:schemeClr>
                </a:solidFill>
                <a:latin typeface="Adobe Fan Heiti Std B" pitchFamily="34" charset="-128"/>
                <a:ea typeface="Adobe Fan Heiti Std B" pitchFamily="34" charset="-128"/>
              </a:endParaRPr>
            </a:p>
          </p:txBody>
        </p:sp>
      </p:grpSp>
      <p:grpSp>
        <p:nvGrpSpPr>
          <p:cNvPr id="16" name="15 Grupo"/>
          <p:cNvGrpSpPr/>
          <p:nvPr/>
        </p:nvGrpSpPr>
        <p:grpSpPr>
          <a:xfrm>
            <a:off x="1599564" y="4890496"/>
            <a:ext cx="1038110" cy="928781"/>
            <a:chOff x="1599564" y="4890496"/>
            <a:chExt cx="1038110" cy="928781"/>
          </a:xfrm>
        </p:grpSpPr>
        <p:grpSp>
          <p:nvGrpSpPr>
            <p:cNvPr id="47" name="46 Grupo"/>
            <p:cNvGrpSpPr/>
            <p:nvPr/>
          </p:nvGrpSpPr>
          <p:grpSpPr>
            <a:xfrm>
              <a:off x="1599564" y="4890496"/>
              <a:ext cx="1036657" cy="663410"/>
              <a:chOff x="3025977" y="4429873"/>
              <a:chExt cx="1036657" cy="663410"/>
            </a:xfrm>
          </p:grpSpPr>
          <p:sp>
            <p:nvSpPr>
              <p:cNvPr id="55" name="Rectangle 3"/>
              <p:cNvSpPr txBox="1">
                <a:spLocks noChangeArrowheads="1"/>
              </p:cNvSpPr>
              <p:nvPr/>
            </p:nvSpPr>
            <p:spPr bwMode="auto">
              <a:xfrm>
                <a:off x="3025977" y="4429873"/>
                <a:ext cx="1036657" cy="266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err="1">
                    <a:solidFill>
                      <a:srgbClr val="000000"/>
                    </a:solidFill>
                    <a:latin typeface="Adobe Fan Heiti Std B" pitchFamily="34" charset="-128"/>
                    <a:ea typeface="Adobe Fan Heiti Std B" pitchFamily="34" charset="-128"/>
                  </a:rPr>
                  <a:t>gallina</a:t>
                </a:r>
                <a:endParaRPr lang="en-US" sz="1800" kern="0" dirty="0">
                  <a:solidFill>
                    <a:srgbClr val="000000"/>
                  </a:solidFill>
                  <a:latin typeface="Adobe Fan Heiti Std B" pitchFamily="34" charset="-128"/>
                  <a:ea typeface="Adobe Fan Heiti Std B" pitchFamily="34" charset="-128"/>
                </a:endParaRPr>
              </a:p>
            </p:txBody>
          </p:sp>
          <p:sp>
            <p:nvSpPr>
              <p:cNvPr id="56" name="55 Rectángulo"/>
              <p:cNvSpPr/>
              <p:nvPr/>
            </p:nvSpPr>
            <p:spPr bwMode="auto">
              <a:xfrm>
                <a:off x="3102438" y="4767401"/>
                <a:ext cx="864096" cy="325882"/>
              </a:xfrm>
              <a:prstGeom prst="rect">
                <a:avLst/>
              </a:prstGeom>
              <a:solidFill>
                <a:srgbClr val="FFE79B"/>
              </a:solidFill>
              <a:ln>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sp>
          <p:nvSpPr>
            <p:cNvPr id="120" name="Rectangle 3"/>
            <p:cNvSpPr txBox="1">
              <a:spLocks noChangeArrowheads="1"/>
            </p:cNvSpPr>
            <p:nvPr/>
          </p:nvSpPr>
          <p:spPr bwMode="auto">
            <a:xfrm>
              <a:off x="1601017" y="5552581"/>
              <a:ext cx="1036657" cy="266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err="1">
                  <a:solidFill>
                    <a:schemeClr val="accent1"/>
                  </a:solidFill>
                  <a:latin typeface="Adobe Fan Heiti Std B" pitchFamily="34" charset="-128"/>
                  <a:ea typeface="Adobe Fan Heiti Std B" pitchFamily="34" charset="-128"/>
                </a:rPr>
                <a:t>Gallina</a:t>
              </a:r>
              <a:endParaRPr lang="en-US" sz="1400" kern="0" dirty="0">
                <a:solidFill>
                  <a:schemeClr val="bg2">
                    <a:lumMod val="50000"/>
                  </a:schemeClr>
                </a:solidFill>
                <a:latin typeface="Adobe Fan Heiti Std B" pitchFamily="34" charset="-128"/>
                <a:ea typeface="Adobe Fan Heiti Std B" pitchFamily="34" charset="-128"/>
              </a:endParaRPr>
            </a:p>
          </p:txBody>
        </p:sp>
      </p:grpSp>
      <p:grpSp>
        <p:nvGrpSpPr>
          <p:cNvPr id="17" name="16 Grupo"/>
          <p:cNvGrpSpPr/>
          <p:nvPr/>
        </p:nvGrpSpPr>
        <p:grpSpPr>
          <a:xfrm>
            <a:off x="7058402" y="4366337"/>
            <a:ext cx="1041990" cy="912354"/>
            <a:chOff x="7058402" y="4366337"/>
            <a:chExt cx="1041990" cy="912354"/>
          </a:xfrm>
        </p:grpSpPr>
        <p:sp>
          <p:nvSpPr>
            <p:cNvPr id="121" name="120 Rectángulo"/>
            <p:cNvSpPr/>
            <p:nvPr/>
          </p:nvSpPr>
          <p:spPr bwMode="auto">
            <a:xfrm>
              <a:off x="7158955" y="4688948"/>
              <a:ext cx="864096" cy="325882"/>
            </a:xfrm>
            <a:prstGeom prst="rect">
              <a:avLst/>
            </a:prstGeom>
            <a:solidFill>
              <a:schemeClr val="accent1">
                <a:lumMod val="40000"/>
                <a:lumOff val="60000"/>
              </a:schemeClr>
            </a:solidFill>
            <a:ln>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22" name="Rectangle 3"/>
            <p:cNvSpPr txBox="1">
              <a:spLocks noChangeArrowheads="1"/>
            </p:cNvSpPr>
            <p:nvPr/>
          </p:nvSpPr>
          <p:spPr bwMode="auto">
            <a:xfrm>
              <a:off x="7058402" y="4366337"/>
              <a:ext cx="1036657" cy="266696"/>
            </a:xfrm>
            <a:prstGeom prst="rect">
              <a:avLst/>
            </a:prstGeom>
            <a:noFill/>
            <a:ln>
              <a:noFill/>
            </a:ln>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err="1">
                  <a:solidFill>
                    <a:srgbClr val="000000"/>
                  </a:solidFill>
                  <a:latin typeface="Adobe Fan Heiti Std B" pitchFamily="34" charset="-128"/>
                  <a:ea typeface="Adobe Fan Heiti Std B" pitchFamily="34" charset="-128"/>
                </a:rPr>
                <a:t>ave</a:t>
              </a:r>
              <a:endParaRPr lang="en-US" sz="1800" kern="0" dirty="0">
                <a:solidFill>
                  <a:srgbClr val="000000"/>
                </a:solidFill>
                <a:latin typeface="Adobe Fan Heiti Std B" pitchFamily="34" charset="-128"/>
                <a:ea typeface="Adobe Fan Heiti Std B" pitchFamily="34" charset="-128"/>
              </a:endParaRPr>
            </a:p>
          </p:txBody>
        </p:sp>
        <p:sp>
          <p:nvSpPr>
            <p:cNvPr id="123" name="Rectangle 3"/>
            <p:cNvSpPr txBox="1">
              <a:spLocks noChangeArrowheads="1"/>
            </p:cNvSpPr>
            <p:nvPr/>
          </p:nvSpPr>
          <p:spPr bwMode="auto">
            <a:xfrm>
              <a:off x="7063735" y="5011995"/>
              <a:ext cx="1036657" cy="266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solidFill>
                    <a:schemeClr val="accent1"/>
                  </a:solidFill>
                  <a:latin typeface="Adobe Fan Heiti Std B" pitchFamily="34" charset="-128"/>
                  <a:ea typeface="Adobe Fan Heiti Std B" pitchFamily="34" charset="-128"/>
                </a:rPr>
                <a:t>Ave</a:t>
              </a:r>
              <a:endParaRPr lang="en-US" sz="1400" kern="0" dirty="0">
                <a:solidFill>
                  <a:schemeClr val="bg2">
                    <a:lumMod val="50000"/>
                  </a:schemeClr>
                </a:solidFill>
                <a:latin typeface="Adobe Fan Heiti Std B" pitchFamily="34" charset="-128"/>
                <a:ea typeface="Adobe Fan Heiti Std B" pitchFamily="34" charset="-128"/>
              </a:endParaRPr>
            </a:p>
          </p:txBody>
        </p:sp>
      </p:grpSp>
      <p:grpSp>
        <p:nvGrpSpPr>
          <p:cNvPr id="18" name="17 Grupo"/>
          <p:cNvGrpSpPr/>
          <p:nvPr/>
        </p:nvGrpSpPr>
        <p:grpSpPr>
          <a:xfrm>
            <a:off x="5377835" y="4703185"/>
            <a:ext cx="1036657" cy="597391"/>
            <a:chOff x="5377835" y="4703185"/>
            <a:chExt cx="1036657" cy="597391"/>
          </a:xfrm>
        </p:grpSpPr>
        <p:sp>
          <p:nvSpPr>
            <p:cNvPr id="118" name="117 Rectángulo"/>
            <p:cNvSpPr/>
            <p:nvPr/>
          </p:nvSpPr>
          <p:spPr bwMode="auto">
            <a:xfrm>
              <a:off x="5493275" y="4703185"/>
              <a:ext cx="744313" cy="325882"/>
            </a:xfrm>
            <a:prstGeom prst="rect">
              <a:avLst/>
            </a:prstGeom>
            <a:solidFill>
              <a:srgbClr val="FFE79B"/>
            </a:solidFill>
            <a:ln>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24" name="Rectangle 3"/>
            <p:cNvSpPr txBox="1">
              <a:spLocks noChangeArrowheads="1"/>
            </p:cNvSpPr>
            <p:nvPr/>
          </p:nvSpPr>
          <p:spPr bwMode="auto">
            <a:xfrm>
              <a:off x="5377835" y="5033880"/>
              <a:ext cx="1036657" cy="266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err="1">
                  <a:solidFill>
                    <a:schemeClr val="accent1"/>
                  </a:solidFill>
                  <a:latin typeface="Adobe Fan Heiti Std B" pitchFamily="34" charset="-128"/>
                  <a:ea typeface="Adobe Fan Heiti Std B" pitchFamily="34" charset="-128"/>
                </a:rPr>
                <a:t>Gallina</a:t>
              </a:r>
              <a:endParaRPr lang="en-US" sz="1400" kern="0" dirty="0">
                <a:solidFill>
                  <a:schemeClr val="bg2">
                    <a:lumMod val="50000"/>
                  </a:schemeClr>
                </a:solidFill>
                <a:latin typeface="Adobe Fan Heiti Std B" pitchFamily="34" charset="-128"/>
                <a:ea typeface="Adobe Fan Heiti Std B" pitchFamily="34" charset="-128"/>
              </a:endParaRPr>
            </a:p>
          </p:txBody>
        </p:sp>
      </p:grpSp>
      <p:sp>
        <p:nvSpPr>
          <p:cNvPr id="125" name="Rectangle 3"/>
          <p:cNvSpPr txBox="1">
            <a:spLocks noChangeArrowheads="1"/>
          </p:cNvSpPr>
          <p:nvPr/>
        </p:nvSpPr>
        <p:spPr bwMode="auto">
          <a:xfrm>
            <a:off x="6169923" y="4532847"/>
            <a:ext cx="1036657" cy="266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solidFill>
                  <a:srgbClr val="00B050"/>
                </a:solidFill>
                <a:latin typeface="Adobe Fan Heiti Std B" pitchFamily="34" charset="-128"/>
                <a:ea typeface="Adobe Fan Heiti Std B" pitchFamily="34" charset="-128"/>
              </a:rPr>
              <a:t>(casting)</a:t>
            </a:r>
          </a:p>
        </p:txBody>
      </p:sp>
      <p:grpSp>
        <p:nvGrpSpPr>
          <p:cNvPr id="13" name="12 Grupo"/>
          <p:cNvGrpSpPr/>
          <p:nvPr/>
        </p:nvGrpSpPr>
        <p:grpSpPr>
          <a:xfrm>
            <a:off x="3210485" y="3356992"/>
            <a:ext cx="1958561" cy="2981024"/>
            <a:chOff x="3210485" y="3356992"/>
            <a:chExt cx="1958561" cy="2981024"/>
          </a:xfrm>
        </p:grpSpPr>
        <p:grpSp>
          <p:nvGrpSpPr>
            <p:cNvPr id="60" name="59 Grupo"/>
            <p:cNvGrpSpPr/>
            <p:nvPr/>
          </p:nvGrpSpPr>
          <p:grpSpPr>
            <a:xfrm>
              <a:off x="3210485" y="3356992"/>
              <a:ext cx="1735302" cy="2433257"/>
              <a:chOff x="4636898" y="2924944"/>
              <a:chExt cx="1735302" cy="2433257"/>
            </a:xfrm>
          </p:grpSpPr>
          <p:grpSp>
            <p:nvGrpSpPr>
              <p:cNvPr id="61" name="60 Grupo"/>
              <p:cNvGrpSpPr/>
              <p:nvPr/>
            </p:nvGrpSpPr>
            <p:grpSpPr>
              <a:xfrm>
                <a:off x="4636898" y="3500066"/>
                <a:ext cx="1735302" cy="1858135"/>
                <a:chOff x="4636898" y="3500066"/>
                <a:chExt cx="1735302" cy="1858135"/>
              </a:xfrm>
            </p:grpSpPr>
            <p:sp>
              <p:nvSpPr>
                <p:cNvPr id="63" name="62 Elipse"/>
                <p:cNvSpPr/>
                <p:nvPr/>
              </p:nvSpPr>
              <p:spPr bwMode="auto">
                <a:xfrm>
                  <a:off x="4636898" y="3500066"/>
                  <a:ext cx="1735302" cy="1858135"/>
                </a:xfrm>
                <a:prstGeom prst="ellipse">
                  <a:avLst/>
                </a:prstGeom>
                <a:solidFill>
                  <a:srgbClr val="FFE79B"/>
                </a:solidFill>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nvGrpSpPr>
                <p:cNvPr id="65" name="64 Grupo"/>
                <p:cNvGrpSpPr/>
                <p:nvPr/>
              </p:nvGrpSpPr>
              <p:grpSpPr>
                <a:xfrm>
                  <a:off x="4921391" y="3590709"/>
                  <a:ext cx="1270572" cy="946990"/>
                  <a:chOff x="4921391" y="3590709"/>
                  <a:chExt cx="1270572" cy="946990"/>
                </a:xfrm>
              </p:grpSpPr>
              <p:sp>
                <p:nvSpPr>
                  <p:cNvPr id="68" name="67 Elipse"/>
                  <p:cNvSpPr/>
                  <p:nvPr/>
                </p:nvSpPr>
                <p:spPr bwMode="auto">
                  <a:xfrm>
                    <a:off x="4921391" y="3590709"/>
                    <a:ext cx="1166316" cy="946990"/>
                  </a:xfrm>
                  <a:prstGeom prst="ellipse">
                    <a:avLst/>
                  </a:prstGeom>
                  <a:solidFill>
                    <a:schemeClr val="accent1">
                      <a:lumMod val="40000"/>
                      <a:lumOff val="60000"/>
                    </a:schemeClr>
                  </a:solidFill>
                  <a:ln>
                    <a:headEnd type="none" w="med" len="med"/>
                    <a:tailEnd type="none" w="med" len="med"/>
                  </a:ln>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9" name="Rectangle 3"/>
                  <p:cNvSpPr txBox="1">
                    <a:spLocks noChangeArrowheads="1"/>
                  </p:cNvSpPr>
                  <p:nvPr/>
                </p:nvSpPr>
                <p:spPr bwMode="auto">
                  <a:xfrm>
                    <a:off x="4921391" y="3757953"/>
                    <a:ext cx="1270572" cy="553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bg1"/>
                        </a:solidFill>
                        <a:latin typeface="Adobe Fan Heiti Std B" pitchFamily="34" charset="-128"/>
                        <a:ea typeface="Adobe Fan Heiti Std B" pitchFamily="34" charset="-128"/>
                      </a:rPr>
                      <a:t>toString</a:t>
                    </a:r>
                    <a:r>
                      <a:rPr lang="en-US" sz="1600" kern="0" dirty="0">
                        <a:solidFill>
                          <a:schemeClr val="bg1"/>
                        </a:solidFill>
                        <a:latin typeface="Adobe Fan Heiti Std B" pitchFamily="34" charset="-128"/>
                        <a:ea typeface="Adobe Fan Heiti Std B" pitchFamily="34" charset="-128"/>
                      </a:rPr>
                      <a:t>( )</a:t>
                    </a:r>
                  </a:p>
                  <a:p>
                    <a:pPr marL="0" indent="0" algn="ctr">
                      <a:buNone/>
                    </a:pPr>
                    <a:r>
                      <a:rPr lang="en-US" sz="1600" kern="0" dirty="0" err="1">
                        <a:solidFill>
                          <a:schemeClr val="bg1"/>
                        </a:solidFill>
                        <a:latin typeface="Adobe Fan Heiti Std B" pitchFamily="34" charset="-128"/>
                        <a:ea typeface="Adobe Fan Heiti Std B" pitchFamily="34" charset="-128"/>
                      </a:rPr>
                      <a:t>hablar</a:t>
                    </a:r>
                    <a:r>
                      <a:rPr lang="en-US" sz="1600" kern="0" dirty="0">
                        <a:solidFill>
                          <a:schemeClr val="bg1"/>
                        </a:solidFill>
                        <a:latin typeface="Adobe Fan Heiti Std B" pitchFamily="34" charset="-128"/>
                        <a:ea typeface="Adobe Fan Heiti Std B" pitchFamily="34" charset="-128"/>
                      </a:rPr>
                      <a:t>( )</a:t>
                    </a:r>
                  </a:p>
                </p:txBody>
              </p:sp>
            </p:grpSp>
            <p:sp>
              <p:nvSpPr>
                <p:cNvPr id="67" name="Rectangle 3"/>
                <p:cNvSpPr txBox="1">
                  <a:spLocks noChangeArrowheads="1"/>
                </p:cNvSpPr>
                <p:nvPr/>
              </p:nvSpPr>
              <p:spPr bwMode="auto">
                <a:xfrm>
                  <a:off x="4724506" y="4582220"/>
                  <a:ext cx="1647694" cy="714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5">
                          <a:lumMod val="90000"/>
                        </a:schemeClr>
                      </a:solidFill>
                      <a:latin typeface="Adobe Fan Heiti Std B" pitchFamily="34" charset="-128"/>
                      <a:ea typeface="Adobe Fan Heiti Std B" pitchFamily="34" charset="-128"/>
                    </a:rPr>
                    <a:t>ponerHuevo</a:t>
                  </a:r>
                  <a:r>
                    <a:rPr lang="en-US" sz="1600" kern="0" dirty="0">
                      <a:solidFill>
                        <a:schemeClr val="accent5">
                          <a:lumMod val="90000"/>
                        </a:schemeClr>
                      </a:solidFill>
                      <a:latin typeface="Adobe Fan Heiti Std B" pitchFamily="34" charset="-128"/>
                      <a:ea typeface="Adobe Fan Heiti Std B" pitchFamily="34" charset="-128"/>
                    </a:rPr>
                    <a:t>( )</a:t>
                  </a:r>
                </a:p>
                <a:p>
                  <a:pPr marL="0" indent="0" algn="ctr">
                    <a:buNone/>
                  </a:pPr>
                  <a:r>
                    <a:rPr lang="en-US" sz="1600" kern="0" dirty="0" err="1">
                      <a:solidFill>
                        <a:schemeClr val="accent5">
                          <a:lumMod val="90000"/>
                        </a:schemeClr>
                      </a:solidFill>
                      <a:latin typeface="Adobe Fan Heiti Std B" pitchFamily="34" charset="-128"/>
                      <a:ea typeface="Adobe Fan Heiti Std B" pitchFamily="34" charset="-128"/>
                    </a:rPr>
                    <a:t>hablar</a:t>
                  </a:r>
                  <a:r>
                    <a:rPr lang="en-US" sz="1600" kern="0" dirty="0">
                      <a:solidFill>
                        <a:schemeClr val="accent5">
                          <a:lumMod val="90000"/>
                        </a:schemeClr>
                      </a:solidFill>
                      <a:latin typeface="Adobe Fan Heiti Std B" pitchFamily="34" charset="-128"/>
                      <a:ea typeface="Adobe Fan Heiti Std B" pitchFamily="34" charset="-128"/>
                    </a:rPr>
                    <a:t>()</a:t>
                  </a:r>
                </a:p>
                <a:p>
                  <a:pPr marL="0" indent="0" algn="ctr">
                    <a:buNone/>
                  </a:pPr>
                  <a:endParaRPr lang="en-US" sz="1600" kern="0" dirty="0">
                    <a:solidFill>
                      <a:schemeClr val="accent5">
                        <a:lumMod val="90000"/>
                      </a:schemeClr>
                    </a:solidFill>
                    <a:latin typeface="Adobe Fan Heiti Std B" pitchFamily="34" charset="-128"/>
                    <a:ea typeface="Adobe Fan Heiti Std B" pitchFamily="34" charset="-128"/>
                  </a:endParaRPr>
                </a:p>
              </p:txBody>
            </p:sp>
          </p:grpSp>
          <p:sp>
            <p:nvSpPr>
              <p:cNvPr id="62" name="Rectangle 3"/>
              <p:cNvSpPr txBox="1">
                <a:spLocks noChangeArrowheads="1"/>
              </p:cNvSpPr>
              <p:nvPr/>
            </p:nvSpPr>
            <p:spPr bwMode="auto">
              <a:xfrm>
                <a:off x="4945377" y="2924944"/>
                <a:ext cx="1036657" cy="575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200" kern="0" dirty="0" err="1">
                    <a:latin typeface="Adobe Fan Heiti Std B" pitchFamily="34" charset="-128"/>
                    <a:ea typeface="Adobe Fan Heiti Std B" pitchFamily="34" charset="-128"/>
                  </a:rPr>
                  <a:t>objeto</a:t>
                </a:r>
                <a:endParaRPr lang="en-US" sz="1200" kern="0" dirty="0">
                  <a:latin typeface="Adobe Fan Heiti Std B" pitchFamily="34" charset="-128"/>
                  <a:ea typeface="Adobe Fan Heiti Std B" pitchFamily="34" charset="-128"/>
                </a:endParaRPr>
              </a:p>
              <a:p>
                <a:pPr marL="0" indent="0" algn="ctr">
                  <a:buNone/>
                </a:pPr>
                <a:r>
                  <a:rPr lang="en-US" sz="2000" kern="0" dirty="0" err="1">
                    <a:solidFill>
                      <a:srgbClr val="FF6600"/>
                    </a:solidFill>
                    <a:latin typeface="Adobe Fan Heiti Std B" pitchFamily="34" charset="-128"/>
                    <a:ea typeface="Adobe Fan Heiti Std B" pitchFamily="34" charset="-128"/>
                  </a:rPr>
                  <a:t>gallina</a:t>
                </a:r>
                <a:endParaRPr lang="en-US" sz="2000" kern="0" dirty="0">
                  <a:solidFill>
                    <a:srgbClr val="FF6600"/>
                  </a:solidFill>
                  <a:latin typeface="Adobe Fan Heiti Std B" pitchFamily="34" charset="-128"/>
                  <a:ea typeface="Adobe Fan Heiti Std B" pitchFamily="34" charset="-128"/>
                </a:endParaRPr>
              </a:p>
            </p:txBody>
          </p:sp>
        </p:grpSp>
        <p:pic>
          <p:nvPicPr>
            <p:cNvPr id="126" name="Picture 3" descr="C:\Users\Raúl\Desktop\Pollito\gallina.png">
              <a:hlinkClick r:id="" action="ppaction://noaction">
                <a:snd r:embed="rId2" name="gallina.WAV"/>
              </a:hlinkClick>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66159" y="5371295"/>
              <a:ext cx="702887" cy="96672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grpSp>
      <p:sp>
        <p:nvSpPr>
          <p:cNvPr id="127" name="126 Multiplicar"/>
          <p:cNvSpPr/>
          <p:nvPr/>
        </p:nvSpPr>
        <p:spPr bwMode="auto">
          <a:xfrm>
            <a:off x="2420444" y="1340768"/>
            <a:ext cx="288032" cy="249835"/>
          </a:xfrm>
          <a:prstGeom prst="mathMultiply">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28" name="127 Flecha circular"/>
          <p:cNvSpPr/>
          <p:nvPr/>
        </p:nvSpPr>
        <p:spPr bwMode="auto">
          <a:xfrm rot="5246540" flipV="1">
            <a:off x="939278" y="4255672"/>
            <a:ext cx="1347677" cy="1250415"/>
          </a:xfrm>
          <a:prstGeom prst="circularArrow">
            <a:avLst>
              <a:gd name="adj1" fmla="val 8335"/>
              <a:gd name="adj2" fmla="val 1142319"/>
              <a:gd name="adj3" fmla="val 20321151"/>
              <a:gd name="adj4" fmla="val 10800000"/>
              <a:gd name="adj5" fmla="val 12500"/>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30" name="Rectangle 3"/>
          <p:cNvSpPr txBox="1">
            <a:spLocks noChangeArrowheads="1"/>
          </p:cNvSpPr>
          <p:nvPr/>
        </p:nvSpPr>
        <p:spPr bwMode="auto">
          <a:xfrm>
            <a:off x="2628267" y="1052735"/>
            <a:ext cx="1079637" cy="408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solidFill>
                  <a:schemeClr val="accent1"/>
                </a:solidFill>
                <a:latin typeface="Adobe Fan Heiti Std B" pitchFamily="34" charset="-128"/>
                <a:ea typeface="Adobe Fan Heiti Std B" pitchFamily="34" charset="-128"/>
              </a:rPr>
              <a:t>Ave </a:t>
            </a:r>
            <a:r>
              <a:rPr lang="en-US" sz="1400" kern="0" dirty="0" err="1">
                <a:solidFill>
                  <a:srgbClr val="000000"/>
                </a:solidFill>
                <a:latin typeface="Adobe Fan Heiti Std B" pitchFamily="34" charset="-128"/>
                <a:ea typeface="Adobe Fan Heiti Std B" pitchFamily="34" charset="-128"/>
              </a:rPr>
              <a:t>ave</a:t>
            </a:r>
            <a:r>
              <a:rPr lang="en-US" sz="1400" kern="0" dirty="0">
                <a:solidFill>
                  <a:srgbClr val="000000"/>
                </a:solidFill>
                <a:latin typeface="Adobe Fan Heiti Std B" pitchFamily="34" charset="-128"/>
                <a:ea typeface="Adobe Fan Heiti Std B" pitchFamily="34" charset="-128"/>
              </a:rPr>
              <a:t> =</a:t>
            </a:r>
          </a:p>
        </p:txBody>
      </p:sp>
    </p:spTree>
    <p:extLst>
      <p:ext uri="{BB962C8B-B14F-4D97-AF65-F5344CB8AC3E}">
        <p14:creationId xmlns:p14="http://schemas.microsoft.com/office/powerpoint/2010/main" val="195427503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1"/>
                                        </p:tgtEl>
                                        <p:attrNameLst>
                                          <p:attrName>style.visibility</p:attrName>
                                        </p:attrNameLst>
                                      </p:cBhvr>
                                      <p:to>
                                        <p:strVal val="visible"/>
                                      </p:to>
                                    </p:set>
                                    <p:animEffect transition="in" filter="fade">
                                      <p:cBhvr>
                                        <p:cTn id="7" dur="500"/>
                                        <p:tgtEl>
                                          <p:spTgt spid="91"/>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93">
                                            <p:txEl>
                                              <p:pRg st="0" end="0"/>
                                            </p:txEl>
                                          </p:spTgt>
                                        </p:tgtEl>
                                        <p:attrNameLst>
                                          <p:attrName>style.visibility</p:attrName>
                                        </p:attrNameLst>
                                      </p:cBhvr>
                                      <p:to>
                                        <p:strVal val="visible"/>
                                      </p:to>
                                    </p:set>
                                    <p:anim calcmode="lin" valueType="num">
                                      <p:cBhvr>
                                        <p:cTn id="11" dur="500" fill="hold"/>
                                        <p:tgtEl>
                                          <p:spTgt spid="93">
                                            <p:txEl>
                                              <p:pRg st="0" end="0"/>
                                            </p:txEl>
                                          </p:spTgt>
                                        </p:tgtEl>
                                        <p:attrNameLst>
                                          <p:attrName>ppt_w</p:attrName>
                                        </p:attrNameLst>
                                      </p:cBhvr>
                                      <p:tavLst>
                                        <p:tav tm="0">
                                          <p:val>
                                            <p:fltVal val="0"/>
                                          </p:val>
                                        </p:tav>
                                        <p:tav tm="100000">
                                          <p:val>
                                            <p:strVal val="#ppt_w"/>
                                          </p:val>
                                        </p:tav>
                                      </p:tavLst>
                                    </p:anim>
                                    <p:anim calcmode="lin" valueType="num">
                                      <p:cBhvr>
                                        <p:cTn id="12" dur="500" fill="hold"/>
                                        <p:tgtEl>
                                          <p:spTgt spid="93">
                                            <p:txEl>
                                              <p:pRg st="0" end="0"/>
                                            </p:txEl>
                                          </p:spTgt>
                                        </p:tgtEl>
                                        <p:attrNameLst>
                                          <p:attrName>ppt_h</p:attrName>
                                        </p:attrNameLst>
                                      </p:cBhvr>
                                      <p:tavLst>
                                        <p:tav tm="0">
                                          <p:val>
                                            <p:fltVal val="0"/>
                                          </p:val>
                                        </p:tav>
                                        <p:tav tm="100000">
                                          <p:val>
                                            <p:strVal val="#ppt_h"/>
                                          </p:val>
                                        </p:tav>
                                      </p:tavLst>
                                    </p:anim>
                                    <p:animEffect transition="in" filter="fade">
                                      <p:cBhvr>
                                        <p:cTn id="13" dur="500"/>
                                        <p:tgtEl>
                                          <p:spTgt spid="9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grpId="0" nodeType="clickEffect">
                                  <p:stCondLst>
                                    <p:cond delay="0"/>
                                  </p:stCondLst>
                                  <p:childTnLst>
                                    <p:set>
                                      <p:cBhvr>
                                        <p:cTn id="22" dur="1" fill="hold">
                                          <p:stCondLst>
                                            <p:cond delay="0"/>
                                          </p:stCondLst>
                                        </p:cTn>
                                        <p:tgtEl>
                                          <p:spTgt spid="130"/>
                                        </p:tgtEl>
                                        <p:attrNameLst>
                                          <p:attrName>style.visibility</p:attrName>
                                        </p:attrNameLst>
                                      </p:cBhvr>
                                      <p:to>
                                        <p:strVal val="visible"/>
                                      </p:to>
                                    </p:set>
                                    <p:anim calcmode="lin" valueType="num">
                                      <p:cBhvr>
                                        <p:cTn id="23" dur="500" fill="hold"/>
                                        <p:tgtEl>
                                          <p:spTgt spid="130"/>
                                        </p:tgtEl>
                                        <p:attrNameLst>
                                          <p:attrName>ppt_w</p:attrName>
                                        </p:attrNameLst>
                                      </p:cBhvr>
                                      <p:tavLst>
                                        <p:tav tm="0">
                                          <p:val>
                                            <p:fltVal val="0"/>
                                          </p:val>
                                        </p:tav>
                                        <p:tav tm="100000">
                                          <p:val>
                                            <p:strVal val="#ppt_w"/>
                                          </p:val>
                                        </p:tav>
                                      </p:tavLst>
                                    </p:anim>
                                    <p:anim calcmode="lin" valueType="num">
                                      <p:cBhvr>
                                        <p:cTn id="24" dur="500" fill="hold"/>
                                        <p:tgtEl>
                                          <p:spTgt spid="130"/>
                                        </p:tgtEl>
                                        <p:attrNameLst>
                                          <p:attrName>ppt_h</p:attrName>
                                        </p:attrNameLst>
                                      </p:cBhvr>
                                      <p:tavLst>
                                        <p:tav tm="0">
                                          <p:val>
                                            <p:fltVal val="0"/>
                                          </p:val>
                                        </p:tav>
                                        <p:tav tm="100000">
                                          <p:val>
                                            <p:strVal val="#ppt_h"/>
                                          </p:val>
                                        </p:tav>
                                      </p:tavLst>
                                    </p:anim>
                                    <p:animEffect transition="in" filter="fade">
                                      <p:cBhvr>
                                        <p:cTn id="25" dur="500"/>
                                        <p:tgtEl>
                                          <p:spTgt spid="130"/>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nodeType="clickEffect">
                                  <p:stCondLst>
                                    <p:cond delay="0"/>
                                  </p:stCondLst>
                                  <p:childTnLst>
                                    <p:set>
                                      <p:cBhvr>
                                        <p:cTn id="29" dur="1" fill="hold">
                                          <p:stCondLst>
                                            <p:cond delay="0"/>
                                          </p:stCondLst>
                                        </p:cTn>
                                        <p:tgtEl>
                                          <p:spTgt spid="15"/>
                                        </p:tgtEl>
                                        <p:attrNameLst>
                                          <p:attrName>style.visibility</p:attrName>
                                        </p:attrNameLst>
                                      </p:cBhvr>
                                      <p:to>
                                        <p:strVal val="visible"/>
                                      </p:to>
                                    </p:set>
                                    <p:anim calcmode="lin" valueType="num">
                                      <p:cBhvr>
                                        <p:cTn id="30" dur="500" fill="hold"/>
                                        <p:tgtEl>
                                          <p:spTgt spid="15"/>
                                        </p:tgtEl>
                                        <p:attrNameLst>
                                          <p:attrName>ppt_w</p:attrName>
                                        </p:attrNameLst>
                                      </p:cBhvr>
                                      <p:tavLst>
                                        <p:tav tm="0">
                                          <p:val>
                                            <p:fltVal val="0"/>
                                          </p:val>
                                        </p:tav>
                                        <p:tav tm="100000">
                                          <p:val>
                                            <p:strVal val="#ppt_w"/>
                                          </p:val>
                                        </p:tav>
                                      </p:tavLst>
                                    </p:anim>
                                    <p:anim calcmode="lin" valueType="num">
                                      <p:cBhvr>
                                        <p:cTn id="31" dur="500" fill="hold"/>
                                        <p:tgtEl>
                                          <p:spTgt spid="15"/>
                                        </p:tgtEl>
                                        <p:attrNameLst>
                                          <p:attrName>ppt_h</p:attrName>
                                        </p:attrNameLst>
                                      </p:cBhvr>
                                      <p:tavLst>
                                        <p:tav tm="0">
                                          <p:val>
                                            <p:fltVal val="0"/>
                                          </p:val>
                                        </p:tav>
                                        <p:tav tm="100000">
                                          <p:val>
                                            <p:strVal val="#ppt_h"/>
                                          </p:val>
                                        </p:tav>
                                      </p:tavLst>
                                    </p:anim>
                                    <p:animEffect transition="in" filter="fade">
                                      <p:cBhvr>
                                        <p:cTn id="32" dur="500"/>
                                        <p:tgtEl>
                                          <p:spTgt spid="15"/>
                                        </p:tgtEl>
                                      </p:cBhvr>
                                    </p:animEffect>
                                  </p:childTnLst>
                                </p:cTn>
                              </p:par>
                            </p:childTnLst>
                          </p:cTn>
                        </p:par>
                        <p:par>
                          <p:cTn id="33" fill="hold">
                            <p:stCondLst>
                              <p:cond delay="500"/>
                            </p:stCondLst>
                            <p:childTnLst>
                              <p:par>
                                <p:cTn id="34" presetID="22" presetClass="entr" presetSubtype="8" fill="hold" nodeType="afterEffect">
                                  <p:stCondLst>
                                    <p:cond delay="0"/>
                                  </p:stCondLst>
                                  <p:childTnLst>
                                    <p:set>
                                      <p:cBhvr>
                                        <p:cTn id="35" dur="1" fill="hold">
                                          <p:stCondLst>
                                            <p:cond delay="0"/>
                                          </p:stCondLst>
                                        </p:cTn>
                                        <p:tgtEl>
                                          <p:spTgt spid="71"/>
                                        </p:tgtEl>
                                        <p:attrNameLst>
                                          <p:attrName>style.visibility</p:attrName>
                                        </p:attrNameLst>
                                      </p:cBhvr>
                                      <p:to>
                                        <p:strVal val="visible"/>
                                      </p:to>
                                    </p:set>
                                    <p:animEffect transition="in" filter="wipe(left)">
                                      <p:cBhvr>
                                        <p:cTn id="36" dur="500"/>
                                        <p:tgtEl>
                                          <p:spTgt spid="71"/>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grpId="0" nodeType="clickEffect">
                                  <p:stCondLst>
                                    <p:cond delay="0"/>
                                  </p:stCondLst>
                                  <p:childTnLst>
                                    <p:set>
                                      <p:cBhvr>
                                        <p:cTn id="40" dur="1" fill="hold">
                                          <p:stCondLst>
                                            <p:cond delay="0"/>
                                          </p:stCondLst>
                                        </p:cTn>
                                        <p:tgtEl>
                                          <p:spTgt spid="93">
                                            <p:txEl>
                                              <p:pRg st="1" end="1"/>
                                            </p:txEl>
                                          </p:spTgt>
                                        </p:tgtEl>
                                        <p:attrNameLst>
                                          <p:attrName>style.visibility</p:attrName>
                                        </p:attrNameLst>
                                      </p:cBhvr>
                                      <p:to>
                                        <p:strVal val="visible"/>
                                      </p:to>
                                    </p:set>
                                    <p:anim calcmode="lin" valueType="num">
                                      <p:cBhvr>
                                        <p:cTn id="41" dur="500" fill="hold"/>
                                        <p:tgtEl>
                                          <p:spTgt spid="93">
                                            <p:txEl>
                                              <p:pRg st="1" end="1"/>
                                            </p:txEl>
                                          </p:spTgt>
                                        </p:tgtEl>
                                        <p:attrNameLst>
                                          <p:attrName>ppt_w</p:attrName>
                                        </p:attrNameLst>
                                      </p:cBhvr>
                                      <p:tavLst>
                                        <p:tav tm="0">
                                          <p:val>
                                            <p:fltVal val="0"/>
                                          </p:val>
                                        </p:tav>
                                        <p:tav tm="100000">
                                          <p:val>
                                            <p:strVal val="#ppt_w"/>
                                          </p:val>
                                        </p:tav>
                                      </p:tavLst>
                                    </p:anim>
                                    <p:anim calcmode="lin" valueType="num">
                                      <p:cBhvr>
                                        <p:cTn id="42" dur="500" fill="hold"/>
                                        <p:tgtEl>
                                          <p:spTgt spid="93">
                                            <p:txEl>
                                              <p:pRg st="1" end="1"/>
                                            </p:txEl>
                                          </p:spTgt>
                                        </p:tgtEl>
                                        <p:attrNameLst>
                                          <p:attrName>ppt_h</p:attrName>
                                        </p:attrNameLst>
                                      </p:cBhvr>
                                      <p:tavLst>
                                        <p:tav tm="0">
                                          <p:val>
                                            <p:fltVal val="0"/>
                                          </p:val>
                                        </p:tav>
                                        <p:tav tm="100000">
                                          <p:val>
                                            <p:strVal val="#ppt_h"/>
                                          </p:val>
                                        </p:tav>
                                      </p:tavLst>
                                    </p:anim>
                                    <p:animEffect transition="in" filter="fade">
                                      <p:cBhvr>
                                        <p:cTn id="43" dur="500"/>
                                        <p:tgtEl>
                                          <p:spTgt spid="93">
                                            <p:txEl>
                                              <p:pRg st="1" end="1"/>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grpId="0" nodeType="clickEffect">
                                  <p:stCondLst>
                                    <p:cond delay="0"/>
                                  </p:stCondLst>
                                  <p:childTnLst>
                                    <p:set>
                                      <p:cBhvr>
                                        <p:cTn id="47" dur="1" fill="hold">
                                          <p:stCondLst>
                                            <p:cond delay="0"/>
                                          </p:stCondLst>
                                        </p:cTn>
                                        <p:tgtEl>
                                          <p:spTgt spid="127"/>
                                        </p:tgtEl>
                                        <p:attrNameLst>
                                          <p:attrName>style.visibility</p:attrName>
                                        </p:attrNameLst>
                                      </p:cBhvr>
                                      <p:to>
                                        <p:strVal val="visible"/>
                                      </p:to>
                                    </p:set>
                                    <p:anim calcmode="lin" valueType="num">
                                      <p:cBhvr>
                                        <p:cTn id="48" dur="500" fill="hold"/>
                                        <p:tgtEl>
                                          <p:spTgt spid="127"/>
                                        </p:tgtEl>
                                        <p:attrNameLst>
                                          <p:attrName>ppt_w</p:attrName>
                                        </p:attrNameLst>
                                      </p:cBhvr>
                                      <p:tavLst>
                                        <p:tav tm="0">
                                          <p:val>
                                            <p:fltVal val="0"/>
                                          </p:val>
                                        </p:tav>
                                        <p:tav tm="100000">
                                          <p:val>
                                            <p:strVal val="#ppt_w"/>
                                          </p:val>
                                        </p:tav>
                                      </p:tavLst>
                                    </p:anim>
                                    <p:anim calcmode="lin" valueType="num">
                                      <p:cBhvr>
                                        <p:cTn id="49" dur="500" fill="hold"/>
                                        <p:tgtEl>
                                          <p:spTgt spid="127"/>
                                        </p:tgtEl>
                                        <p:attrNameLst>
                                          <p:attrName>ppt_h</p:attrName>
                                        </p:attrNameLst>
                                      </p:cBhvr>
                                      <p:tavLst>
                                        <p:tav tm="0">
                                          <p:val>
                                            <p:fltVal val="0"/>
                                          </p:val>
                                        </p:tav>
                                        <p:tav tm="100000">
                                          <p:val>
                                            <p:strVal val="#ppt_h"/>
                                          </p:val>
                                        </p:tav>
                                      </p:tavLst>
                                    </p:anim>
                                    <p:animEffect transition="in" filter="fade">
                                      <p:cBhvr>
                                        <p:cTn id="50" dur="500"/>
                                        <p:tgtEl>
                                          <p:spTgt spid="127"/>
                                        </p:tgtEl>
                                      </p:cBhvr>
                                    </p:animEffect>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grpId="0" nodeType="clickEffect">
                                  <p:stCondLst>
                                    <p:cond delay="0"/>
                                  </p:stCondLst>
                                  <p:childTnLst>
                                    <p:set>
                                      <p:cBhvr>
                                        <p:cTn id="54" dur="1" fill="hold">
                                          <p:stCondLst>
                                            <p:cond delay="0"/>
                                          </p:stCondLst>
                                        </p:cTn>
                                        <p:tgtEl>
                                          <p:spTgt spid="93">
                                            <p:txEl>
                                              <p:pRg st="3" end="3"/>
                                            </p:txEl>
                                          </p:spTgt>
                                        </p:tgtEl>
                                        <p:attrNameLst>
                                          <p:attrName>style.visibility</p:attrName>
                                        </p:attrNameLst>
                                      </p:cBhvr>
                                      <p:to>
                                        <p:strVal val="visible"/>
                                      </p:to>
                                    </p:set>
                                    <p:anim calcmode="lin" valueType="num">
                                      <p:cBhvr>
                                        <p:cTn id="55" dur="500" fill="hold"/>
                                        <p:tgtEl>
                                          <p:spTgt spid="93">
                                            <p:txEl>
                                              <p:pRg st="3" end="3"/>
                                            </p:txEl>
                                          </p:spTgt>
                                        </p:tgtEl>
                                        <p:attrNameLst>
                                          <p:attrName>ppt_w</p:attrName>
                                        </p:attrNameLst>
                                      </p:cBhvr>
                                      <p:tavLst>
                                        <p:tav tm="0">
                                          <p:val>
                                            <p:fltVal val="0"/>
                                          </p:val>
                                        </p:tav>
                                        <p:tav tm="100000">
                                          <p:val>
                                            <p:strVal val="#ppt_w"/>
                                          </p:val>
                                        </p:tav>
                                      </p:tavLst>
                                    </p:anim>
                                    <p:anim calcmode="lin" valueType="num">
                                      <p:cBhvr>
                                        <p:cTn id="56" dur="500" fill="hold"/>
                                        <p:tgtEl>
                                          <p:spTgt spid="93">
                                            <p:txEl>
                                              <p:pRg st="3" end="3"/>
                                            </p:txEl>
                                          </p:spTgt>
                                        </p:tgtEl>
                                        <p:attrNameLst>
                                          <p:attrName>ppt_h</p:attrName>
                                        </p:attrNameLst>
                                      </p:cBhvr>
                                      <p:tavLst>
                                        <p:tav tm="0">
                                          <p:val>
                                            <p:fltVal val="0"/>
                                          </p:val>
                                        </p:tav>
                                        <p:tav tm="100000">
                                          <p:val>
                                            <p:strVal val="#ppt_h"/>
                                          </p:val>
                                        </p:tav>
                                      </p:tavLst>
                                    </p:anim>
                                    <p:animEffect transition="in" filter="fade">
                                      <p:cBhvr>
                                        <p:cTn id="57" dur="500"/>
                                        <p:tgtEl>
                                          <p:spTgt spid="93">
                                            <p:txEl>
                                              <p:pRg st="3" end="3"/>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ntr" presetSubtype="16" fill="hold" nodeType="clickEffect">
                                  <p:stCondLst>
                                    <p:cond delay="0"/>
                                  </p:stCondLst>
                                  <p:childTnLst>
                                    <p:set>
                                      <p:cBhvr>
                                        <p:cTn id="61" dur="1" fill="hold">
                                          <p:stCondLst>
                                            <p:cond delay="0"/>
                                          </p:stCondLst>
                                        </p:cTn>
                                        <p:tgtEl>
                                          <p:spTgt spid="16"/>
                                        </p:tgtEl>
                                        <p:attrNameLst>
                                          <p:attrName>style.visibility</p:attrName>
                                        </p:attrNameLst>
                                      </p:cBhvr>
                                      <p:to>
                                        <p:strVal val="visible"/>
                                      </p:to>
                                    </p:set>
                                    <p:anim calcmode="lin" valueType="num">
                                      <p:cBhvr>
                                        <p:cTn id="62" dur="500" fill="hold"/>
                                        <p:tgtEl>
                                          <p:spTgt spid="16"/>
                                        </p:tgtEl>
                                        <p:attrNameLst>
                                          <p:attrName>ppt_w</p:attrName>
                                        </p:attrNameLst>
                                      </p:cBhvr>
                                      <p:tavLst>
                                        <p:tav tm="0">
                                          <p:val>
                                            <p:fltVal val="0"/>
                                          </p:val>
                                        </p:tav>
                                        <p:tav tm="100000">
                                          <p:val>
                                            <p:strVal val="#ppt_w"/>
                                          </p:val>
                                        </p:tav>
                                      </p:tavLst>
                                    </p:anim>
                                    <p:anim calcmode="lin" valueType="num">
                                      <p:cBhvr>
                                        <p:cTn id="63" dur="500" fill="hold"/>
                                        <p:tgtEl>
                                          <p:spTgt spid="16"/>
                                        </p:tgtEl>
                                        <p:attrNameLst>
                                          <p:attrName>ppt_h</p:attrName>
                                        </p:attrNameLst>
                                      </p:cBhvr>
                                      <p:tavLst>
                                        <p:tav tm="0">
                                          <p:val>
                                            <p:fltVal val="0"/>
                                          </p:val>
                                        </p:tav>
                                        <p:tav tm="100000">
                                          <p:val>
                                            <p:strVal val="#ppt_h"/>
                                          </p:val>
                                        </p:tav>
                                      </p:tavLst>
                                    </p:anim>
                                    <p:animEffect transition="in" filter="fade">
                                      <p:cBhvr>
                                        <p:cTn id="64" dur="500"/>
                                        <p:tgtEl>
                                          <p:spTgt spid="16"/>
                                        </p:tgtEl>
                                      </p:cBhvr>
                                    </p:animEffect>
                                  </p:childTnLst>
                                </p:cTn>
                              </p:par>
                            </p:childTnLst>
                          </p:cTn>
                        </p:par>
                      </p:childTnLst>
                    </p:cTn>
                  </p:par>
                  <p:par>
                    <p:cTn id="65" fill="hold">
                      <p:stCondLst>
                        <p:cond delay="indefinite"/>
                      </p:stCondLst>
                      <p:childTnLst>
                        <p:par>
                          <p:cTn id="66" fill="hold">
                            <p:stCondLst>
                              <p:cond delay="0"/>
                            </p:stCondLst>
                            <p:childTnLst>
                              <p:par>
                                <p:cTn id="67" presetID="53" presetClass="entr" presetSubtype="16" fill="hold" grpId="0" nodeType="clickEffect">
                                  <p:stCondLst>
                                    <p:cond delay="0"/>
                                  </p:stCondLst>
                                  <p:childTnLst>
                                    <p:set>
                                      <p:cBhvr>
                                        <p:cTn id="68" dur="1" fill="hold">
                                          <p:stCondLst>
                                            <p:cond delay="0"/>
                                          </p:stCondLst>
                                        </p:cTn>
                                        <p:tgtEl>
                                          <p:spTgt spid="93">
                                            <p:txEl>
                                              <p:pRg st="4" end="4"/>
                                            </p:txEl>
                                          </p:spTgt>
                                        </p:tgtEl>
                                        <p:attrNameLst>
                                          <p:attrName>style.visibility</p:attrName>
                                        </p:attrNameLst>
                                      </p:cBhvr>
                                      <p:to>
                                        <p:strVal val="visible"/>
                                      </p:to>
                                    </p:set>
                                    <p:anim calcmode="lin" valueType="num">
                                      <p:cBhvr>
                                        <p:cTn id="69" dur="500" fill="hold"/>
                                        <p:tgtEl>
                                          <p:spTgt spid="93">
                                            <p:txEl>
                                              <p:pRg st="4" end="4"/>
                                            </p:txEl>
                                          </p:spTgt>
                                        </p:tgtEl>
                                        <p:attrNameLst>
                                          <p:attrName>ppt_w</p:attrName>
                                        </p:attrNameLst>
                                      </p:cBhvr>
                                      <p:tavLst>
                                        <p:tav tm="0">
                                          <p:val>
                                            <p:fltVal val="0"/>
                                          </p:val>
                                        </p:tav>
                                        <p:tav tm="100000">
                                          <p:val>
                                            <p:strVal val="#ppt_w"/>
                                          </p:val>
                                        </p:tav>
                                      </p:tavLst>
                                    </p:anim>
                                    <p:anim calcmode="lin" valueType="num">
                                      <p:cBhvr>
                                        <p:cTn id="70" dur="500" fill="hold"/>
                                        <p:tgtEl>
                                          <p:spTgt spid="93">
                                            <p:txEl>
                                              <p:pRg st="4" end="4"/>
                                            </p:txEl>
                                          </p:spTgt>
                                        </p:tgtEl>
                                        <p:attrNameLst>
                                          <p:attrName>ppt_h</p:attrName>
                                        </p:attrNameLst>
                                      </p:cBhvr>
                                      <p:tavLst>
                                        <p:tav tm="0">
                                          <p:val>
                                            <p:fltVal val="0"/>
                                          </p:val>
                                        </p:tav>
                                        <p:tav tm="100000">
                                          <p:val>
                                            <p:strVal val="#ppt_h"/>
                                          </p:val>
                                        </p:tav>
                                      </p:tavLst>
                                    </p:anim>
                                    <p:animEffect transition="in" filter="fade">
                                      <p:cBhvr>
                                        <p:cTn id="71" dur="500"/>
                                        <p:tgtEl>
                                          <p:spTgt spid="93">
                                            <p:txEl>
                                              <p:pRg st="4" end="4"/>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1" fill="hold" grpId="0" nodeType="clickEffect">
                                  <p:stCondLst>
                                    <p:cond delay="0"/>
                                  </p:stCondLst>
                                  <p:childTnLst>
                                    <p:set>
                                      <p:cBhvr>
                                        <p:cTn id="75" dur="1" fill="hold">
                                          <p:stCondLst>
                                            <p:cond delay="0"/>
                                          </p:stCondLst>
                                        </p:cTn>
                                        <p:tgtEl>
                                          <p:spTgt spid="128"/>
                                        </p:tgtEl>
                                        <p:attrNameLst>
                                          <p:attrName>style.visibility</p:attrName>
                                        </p:attrNameLst>
                                      </p:cBhvr>
                                      <p:to>
                                        <p:strVal val="visible"/>
                                      </p:to>
                                    </p:set>
                                    <p:animEffect transition="in" filter="wipe(up)">
                                      <p:cBhvr>
                                        <p:cTn id="76" dur="500"/>
                                        <p:tgtEl>
                                          <p:spTgt spid="128"/>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8" fill="hold" nodeType="clickEffect">
                                  <p:stCondLst>
                                    <p:cond delay="0"/>
                                  </p:stCondLst>
                                  <p:childTnLst>
                                    <p:set>
                                      <p:cBhvr>
                                        <p:cTn id="80" dur="1" fill="hold">
                                          <p:stCondLst>
                                            <p:cond delay="0"/>
                                          </p:stCondLst>
                                        </p:cTn>
                                        <p:tgtEl>
                                          <p:spTgt spid="80"/>
                                        </p:tgtEl>
                                        <p:attrNameLst>
                                          <p:attrName>style.visibility</p:attrName>
                                        </p:attrNameLst>
                                      </p:cBhvr>
                                      <p:to>
                                        <p:strVal val="visible"/>
                                      </p:to>
                                    </p:set>
                                    <p:animEffect transition="in" filter="wipe(left)">
                                      <p:cBhvr>
                                        <p:cTn id="81" dur="500"/>
                                        <p:tgtEl>
                                          <p:spTgt spid="80"/>
                                        </p:tgtEl>
                                      </p:cBhvr>
                                    </p:animEffect>
                                  </p:childTnLst>
                                </p:cTn>
                              </p:par>
                            </p:childTnLst>
                          </p:cTn>
                        </p:par>
                      </p:childTnLst>
                    </p:cTn>
                  </p:par>
                  <p:par>
                    <p:cTn id="82" fill="hold">
                      <p:stCondLst>
                        <p:cond delay="indefinite"/>
                      </p:stCondLst>
                      <p:childTnLst>
                        <p:par>
                          <p:cTn id="83" fill="hold">
                            <p:stCondLst>
                              <p:cond delay="0"/>
                            </p:stCondLst>
                            <p:childTnLst>
                              <p:par>
                                <p:cTn id="84" presetID="53" presetClass="entr" presetSubtype="16" fill="hold" grpId="0" nodeType="clickEffect">
                                  <p:stCondLst>
                                    <p:cond delay="0"/>
                                  </p:stCondLst>
                                  <p:childTnLst>
                                    <p:set>
                                      <p:cBhvr>
                                        <p:cTn id="85" dur="1" fill="hold">
                                          <p:stCondLst>
                                            <p:cond delay="0"/>
                                          </p:stCondLst>
                                        </p:cTn>
                                        <p:tgtEl>
                                          <p:spTgt spid="93">
                                            <p:txEl>
                                              <p:pRg st="5" end="5"/>
                                            </p:txEl>
                                          </p:spTgt>
                                        </p:tgtEl>
                                        <p:attrNameLst>
                                          <p:attrName>style.visibility</p:attrName>
                                        </p:attrNameLst>
                                      </p:cBhvr>
                                      <p:to>
                                        <p:strVal val="visible"/>
                                      </p:to>
                                    </p:set>
                                    <p:anim calcmode="lin" valueType="num">
                                      <p:cBhvr>
                                        <p:cTn id="86" dur="500" fill="hold"/>
                                        <p:tgtEl>
                                          <p:spTgt spid="93">
                                            <p:txEl>
                                              <p:pRg st="5" end="5"/>
                                            </p:txEl>
                                          </p:spTgt>
                                        </p:tgtEl>
                                        <p:attrNameLst>
                                          <p:attrName>ppt_w</p:attrName>
                                        </p:attrNameLst>
                                      </p:cBhvr>
                                      <p:tavLst>
                                        <p:tav tm="0">
                                          <p:val>
                                            <p:fltVal val="0"/>
                                          </p:val>
                                        </p:tav>
                                        <p:tav tm="100000">
                                          <p:val>
                                            <p:strVal val="#ppt_w"/>
                                          </p:val>
                                        </p:tav>
                                      </p:tavLst>
                                    </p:anim>
                                    <p:anim calcmode="lin" valueType="num">
                                      <p:cBhvr>
                                        <p:cTn id="87" dur="500" fill="hold"/>
                                        <p:tgtEl>
                                          <p:spTgt spid="93">
                                            <p:txEl>
                                              <p:pRg st="5" end="5"/>
                                            </p:txEl>
                                          </p:spTgt>
                                        </p:tgtEl>
                                        <p:attrNameLst>
                                          <p:attrName>ppt_h</p:attrName>
                                        </p:attrNameLst>
                                      </p:cBhvr>
                                      <p:tavLst>
                                        <p:tav tm="0">
                                          <p:val>
                                            <p:fltVal val="0"/>
                                          </p:val>
                                        </p:tav>
                                        <p:tav tm="100000">
                                          <p:val>
                                            <p:strVal val="#ppt_h"/>
                                          </p:val>
                                        </p:tav>
                                      </p:tavLst>
                                    </p:anim>
                                    <p:animEffect transition="in" filter="fade">
                                      <p:cBhvr>
                                        <p:cTn id="88" dur="500"/>
                                        <p:tgtEl>
                                          <p:spTgt spid="93">
                                            <p:txEl>
                                              <p:pRg st="5" end="5"/>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53" presetClass="entr" presetSubtype="16" fill="hold" nodeType="clickEffect">
                                  <p:stCondLst>
                                    <p:cond delay="0"/>
                                  </p:stCondLst>
                                  <p:childTnLst>
                                    <p:set>
                                      <p:cBhvr>
                                        <p:cTn id="92" dur="1" fill="hold">
                                          <p:stCondLst>
                                            <p:cond delay="0"/>
                                          </p:stCondLst>
                                        </p:cTn>
                                        <p:tgtEl>
                                          <p:spTgt spid="17"/>
                                        </p:tgtEl>
                                        <p:attrNameLst>
                                          <p:attrName>style.visibility</p:attrName>
                                        </p:attrNameLst>
                                      </p:cBhvr>
                                      <p:to>
                                        <p:strVal val="visible"/>
                                      </p:to>
                                    </p:set>
                                    <p:anim calcmode="lin" valueType="num">
                                      <p:cBhvr>
                                        <p:cTn id="93" dur="500" fill="hold"/>
                                        <p:tgtEl>
                                          <p:spTgt spid="17"/>
                                        </p:tgtEl>
                                        <p:attrNameLst>
                                          <p:attrName>ppt_w</p:attrName>
                                        </p:attrNameLst>
                                      </p:cBhvr>
                                      <p:tavLst>
                                        <p:tav tm="0">
                                          <p:val>
                                            <p:fltVal val="0"/>
                                          </p:val>
                                        </p:tav>
                                        <p:tav tm="100000">
                                          <p:val>
                                            <p:strVal val="#ppt_w"/>
                                          </p:val>
                                        </p:tav>
                                      </p:tavLst>
                                    </p:anim>
                                    <p:anim calcmode="lin" valueType="num">
                                      <p:cBhvr>
                                        <p:cTn id="94" dur="500" fill="hold"/>
                                        <p:tgtEl>
                                          <p:spTgt spid="17"/>
                                        </p:tgtEl>
                                        <p:attrNameLst>
                                          <p:attrName>ppt_h</p:attrName>
                                        </p:attrNameLst>
                                      </p:cBhvr>
                                      <p:tavLst>
                                        <p:tav tm="0">
                                          <p:val>
                                            <p:fltVal val="0"/>
                                          </p:val>
                                        </p:tav>
                                        <p:tav tm="100000">
                                          <p:val>
                                            <p:strVal val="#ppt_h"/>
                                          </p:val>
                                        </p:tav>
                                      </p:tavLst>
                                    </p:anim>
                                    <p:animEffect transition="in" filter="fade">
                                      <p:cBhvr>
                                        <p:cTn id="95" dur="500"/>
                                        <p:tgtEl>
                                          <p:spTgt spid="17"/>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2" fill="hold" nodeType="clickEffect">
                                  <p:stCondLst>
                                    <p:cond delay="0"/>
                                  </p:stCondLst>
                                  <p:childTnLst>
                                    <p:set>
                                      <p:cBhvr>
                                        <p:cTn id="99" dur="1" fill="hold">
                                          <p:stCondLst>
                                            <p:cond delay="0"/>
                                          </p:stCondLst>
                                        </p:cTn>
                                        <p:tgtEl>
                                          <p:spTgt spid="112"/>
                                        </p:tgtEl>
                                        <p:attrNameLst>
                                          <p:attrName>style.visibility</p:attrName>
                                        </p:attrNameLst>
                                      </p:cBhvr>
                                      <p:to>
                                        <p:strVal val="visible"/>
                                      </p:to>
                                    </p:set>
                                    <p:animEffect transition="in" filter="wipe(right)">
                                      <p:cBhvr>
                                        <p:cTn id="100" dur="500"/>
                                        <p:tgtEl>
                                          <p:spTgt spid="112"/>
                                        </p:tgtEl>
                                      </p:cBhvr>
                                    </p:animEffect>
                                  </p:childTnLst>
                                </p:cTn>
                              </p:par>
                            </p:childTnLst>
                          </p:cTn>
                        </p:par>
                      </p:childTnLst>
                    </p:cTn>
                  </p:par>
                  <p:par>
                    <p:cTn id="101" fill="hold">
                      <p:stCondLst>
                        <p:cond delay="indefinite"/>
                      </p:stCondLst>
                      <p:childTnLst>
                        <p:par>
                          <p:cTn id="102" fill="hold">
                            <p:stCondLst>
                              <p:cond delay="0"/>
                            </p:stCondLst>
                            <p:childTnLst>
                              <p:par>
                                <p:cTn id="103" presetID="53" presetClass="entr" presetSubtype="16" fill="hold" grpId="0" nodeType="clickEffect">
                                  <p:stCondLst>
                                    <p:cond delay="0"/>
                                  </p:stCondLst>
                                  <p:childTnLst>
                                    <p:set>
                                      <p:cBhvr>
                                        <p:cTn id="104" dur="1" fill="hold">
                                          <p:stCondLst>
                                            <p:cond delay="0"/>
                                          </p:stCondLst>
                                        </p:cTn>
                                        <p:tgtEl>
                                          <p:spTgt spid="125"/>
                                        </p:tgtEl>
                                        <p:attrNameLst>
                                          <p:attrName>style.visibility</p:attrName>
                                        </p:attrNameLst>
                                      </p:cBhvr>
                                      <p:to>
                                        <p:strVal val="visible"/>
                                      </p:to>
                                    </p:set>
                                    <p:anim calcmode="lin" valueType="num">
                                      <p:cBhvr>
                                        <p:cTn id="105" dur="500" fill="hold"/>
                                        <p:tgtEl>
                                          <p:spTgt spid="125"/>
                                        </p:tgtEl>
                                        <p:attrNameLst>
                                          <p:attrName>ppt_w</p:attrName>
                                        </p:attrNameLst>
                                      </p:cBhvr>
                                      <p:tavLst>
                                        <p:tav tm="0">
                                          <p:val>
                                            <p:fltVal val="0"/>
                                          </p:val>
                                        </p:tav>
                                        <p:tav tm="100000">
                                          <p:val>
                                            <p:strVal val="#ppt_w"/>
                                          </p:val>
                                        </p:tav>
                                      </p:tavLst>
                                    </p:anim>
                                    <p:anim calcmode="lin" valueType="num">
                                      <p:cBhvr>
                                        <p:cTn id="106" dur="500" fill="hold"/>
                                        <p:tgtEl>
                                          <p:spTgt spid="125"/>
                                        </p:tgtEl>
                                        <p:attrNameLst>
                                          <p:attrName>ppt_h</p:attrName>
                                        </p:attrNameLst>
                                      </p:cBhvr>
                                      <p:tavLst>
                                        <p:tav tm="0">
                                          <p:val>
                                            <p:fltVal val="0"/>
                                          </p:val>
                                        </p:tav>
                                        <p:tav tm="100000">
                                          <p:val>
                                            <p:strVal val="#ppt_h"/>
                                          </p:val>
                                        </p:tav>
                                      </p:tavLst>
                                    </p:anim>
                                    <p:animEffect transition="in" filter="fade">
                                      <p:cBhvr>
                                        <p:cTn id="107" dur="500"/>
                                        <p:tgtEl>
                                          <p:spTgt spid="125"/>
                                        </p:tgtEl>
                                      </p:cBhvr>
                                    </p:animEffect>
                                  </p:childTnLst>
                                </p:cTn>
                              </p:par>
                            </p:childTnLst>
                          </p:cTn>
                        </p:par>
                      </p:childTnLst>
                    </p:cTn>
                  </p:par>
                  <p:par>
                    <p:cTn id="108" fill="hold">
                      <p:stCondLst>
                        <p:cond delay="indefinite"/>
                      </p:stCondLst>
                      <p:childTnLst>
                        <p:par>
                          <p:cTn id="109" fill="hold">
                            <p:stCondLst>
                              <p:cond delay="0"/>
                            </p:stCondLst>
                            <p:childTnLst>
                              <p:par>
                                <p:cTn id="110" presetID="53" presetClass="entr" presetSubtype="16" fill="hold" nodeType="clickEffect">
                                  <p:stCondLst>
                                    <p:cond delay="0"/>
                                  </p:stCondLst>
                                  <p:childTnLst>
                                    <p:set>
                                      <p:cBhvr>
                                        <p:cTn id="111" dur="1" fill="hold">
                                          <p:stCondLst>
                                            <p:cond delay="0"/>
                                          </p:stCondLst>
                                        </p:cTn>
                                        <p:tgtEl>
                                          <p:spTgt spid="18"/>
                                        </p:tgtEl>
                                        <p:attrNameLst>
                                          <p:attrName>style.visibility</p:attrName>
                                        </p:attrNameLst>
                                      </p:cBhvr>
                                      <p:to>
                                        <p:strVal val="visible"/>
                                      </p:to>
                                    </p:set>
                                    <p:anim calcmode="lin" valueType="num">
                                      <p:cBhvr>
                                        <p:cTn id="112" dur="500" fill="hold"/>
                                        <p:tgtEl>
                                          <p:spTgt spid="18"/>
                                        </p:tgtEl>
                                        <p:attrNameLst>
                                          <p:attrName>ppt_w</p:attrName>
                                        </p:attrNameLst>
                                      </p:cBhvr>
                                      <p:tavLst>
                                        <p:tav tm="0">
                                          <p:val>
                                            <p:fltVal val="0"/>
                                          </p:val>
                                        </p:tav>
                                        <p:tav tm="100000">
                                          <p:val>
                                            <p:strVal val="#ppt_w"/>
                                          </p:val>
                                        </p:tav>
                                      </p:tavLst>
                                    </p:anim>
                                    <p:anim calcmode="lin" valueType="num">
                                      <p:cBhvr>
                                        <p:cTn id="113" dur="500" fill="hold"/>
                                        <p:tgtEl>
                                          <p:spTgt spid="18"/>
                                        </p:tgtEl>
                                        <p:attrNameLst>
                                          <p:attrName>ppt_h</p:attrName>
                                        </p:attrNameLst>
                                      </p:cBhvr>
                                      <p:tavLst>
                                        <p:tav tm="0">
                                          <p:val>
                                            <p:fltVal val="0"/>
                                          </p:val>
                                        </p:tav>
                                        <p:tav tm="100000">
                                          <p:val>
                                            <p:strVal val="#ppt_h"/>
                                          </p:val>
                                        </p:tav>
                                      </p:tavLst>
                                    </p:anim>
                                    <p:animEffect transition="in" filter="fade">
                                      <p:cBhvr>
                                        <p:cTn id="114" dur="500"/>
                                        <p:tgtEl>
                                          <p:spTgt spid="18"/>
                                        </p:tgtEl>
                                      </p:cBhvr>
                                    </p:animEffect>
                                  </p:childTnLst>
                                </p:cTn>
                              </p:par>
                            </p:childTnLst>
                          </p:cTn>
                        </p:par>
                      </p:childTnLst>
                    </p:cTn>
                  </p:par>
                  <p:par>
                    <p:cTn id="115" fill="hold">
                      <p:stCondLst>
                        <p:cond delay="indefinite"/>
                      </p:stCondLst>
                      <p:childTnLst>
                        <p:par>
                          <p:cTn id="116" fill="hold">
                            <p:stCondLst>
                              <p:cond delay="0"/>
                            </p:stCondLst>
                            <p:childTnLst>
                              <p:par>
                                <p:cTn id="117" presetID="53" presetClass="entr" presetSubtype="16" fill="hold" grpId="0" nodeType="clickEffect">
                                  <p:stCondLst>
                                    <p:cond delay="0"/>
                                  </p:stCondLst>
                                  <p:childTnLst>
                                    <p:set>
                                      <p:cBhvr>
                                        <p:cTn id="118" dur="1" fill="hold">
                                          <p:stCondLst>
                                            <p:cond delay="0"/>
                                          </p:stCondLst>
                                        </p:cTn>
                                        <p:tgtEl>
                                          <p:spTgt spid="93">
                                            <p:txEl>
                                              <p:pRg st="7" end="7"/>
                                            </p:txEl>
                                          </p:spTgt>
                                        </p:tgtEl>
                                        <p:attrNameLst>
                                          <p:attrName>style.visibility</p:attrName>
                                        </p:attrNameLst>
                                      </p:cBhvr>
                                      <p:to>
                                        <p:strVal val="visible"/>
                                      </p:to>
                                    </p:set>
                                    <p:anim calcmode="lin" valueType="num">
                                      <p:cBhvr>
                                        <p:cTn id="119" dur="500" fill="hold"/>
                                        <p:tgtEl>
                                          <p:spTgt spid="93">
                                            <p:txEl>
                                              <p:pRg st="7" end="7"/>
                                            </p:txEl>
                                          </p:spTgt>
                                        </p:tgtEl>
                                        <p:attrNameLst>
                                          <p:attrName>ppt_w</p:attrName>
                                        </p:attrNameLst>
                                      </p:cBhvr>
                                      <p:tavLst>
                                        <p:tav tm="0">
                                          <p:val>
                                            <p:fltVal val="0"/>
                                          </p:val>
                                        </p:tav>
                                        <p:tav tm="100000">
                                          <p:val>
                                            <p:strVal val="#ppt_w"/>
                                          </p:val>
                                        </p:tav>
                                      </p:tavLst>
                                    </p:anim>
                                    <p:anim calcmode="lin" valueType="num">
                                      <p:cBhvr>
                                        <p:cTn id="120" dur="500" fill="hold"/>
                                        <p:tgtEl>
                                          <p:spTgt spid="93">
                                            <p:txEl>
                                              <p:pRg st="7" end="7"/>
                                            </p:txEl>
                                          </p:spTgt>
                                        </p:tgtEl>
                                        <p:attrNameLst>
                                          <p:attrName>ppt_h</p:attrName>
                                        </p:attrNameLst>
                                      </p:cBhvr>
                                      <p:tavLst>
                                        <p:tav tm="0">
                                          <p:val>
                                            <p:fltVal val="0"/>
                                          </p:val>
                                        </p:tav>
                                        <p:tav tm="100000">
                                          <p:val>
                                            <p:strVal val="#ppt_h"/>
                                          </p:val>
                                        </p:tav>
                                      </p:tavLst>
                                    </p:anim>
                                    <p:animEffect transition="in" filter="fade">
                                      <p:cBhvr>
                                        <p:cTn id="121" dur="500"/>
                                        <p:tgtEl>
                                          <p:spTgt spid="9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animBg="1"/>
      <p:bldP spid="93" grpId="0" uiExpand="1" build="p"/>
      <p:bldP spid="125" grpId="0"/>
      <p:bldP spid="127" grpId="0" animBg="1"/>
      <p:bldP spid="128" grpId="0" animBg="1"/>
      <p:bldP spid="13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42924" y="53975"/>
            <a:ext cx="7945973" cy="563563"/>
          </a:xfrm>
        </p:spPr>
        <p:txBody>
          <a:bodyPr/>
          <a:lstStyle/>
          <a:p>
            <a:r>
              <a:rPr lang="es-ES" dirty="0"/>
              <a:t>¿De qué tipo es un objeto?</a:t>
            </a:r>
          </a:p>
        </p:txBody>
      </p:sp>
      <p:cxnSp>
        <p:nvCxnSpPr>
          <p:cNvPr id="5" name="4 Conector recto de flecha"/>
          <p:cNvCxnSpPr/>
          <p:nvPr/>
        </p:nvCxnSpPr>
        <p:spPr bwMode="auto">
          <a:xfrm>
            <a:off x="3577545" y="2018848"/>
            <a:ext cx="1121220" cy="0"/>
          </a:xfrm>
          <a:prstGeom prst="straightConnector1">
            <a:avLst/>
          </a:prstGeom>
          <a:ln>
            <a:headEnd type="none" w="med" len="med"/>
            <a:tailEnd type="arrow"/>
          </a:ln>
        </p:spPr>
        <p:style>
          <a:lnRef idx="3">
            <a:schemeClr val="accent5"/>
          </a:lnRef>
          <a:fillRef idx="0">
            <a:schemeClr val="accent5"/>
          </a:fillRef>
          <a:effectRef idx="2">
            <a:schemeClr val="accent5"/>
          </a:effectRef>
          <a:fontRef idx="minor">
            <a:schemeClr val="tx1"/>
          </a:fontRef>
        </p:style>
      </p:cxnSp>
      <p:grpSp>
        <p:nvGrpSpPr>
          <p:cNvPr id="7" name="6 Grupo"/>
          <p:cNvGrpSpPr/>
          <p:nvPr/>
        </p:nvGrpSpPr>
        <p:grpSpPr>
          <a:xfrm>
            <a:off x="2627784" y="1555850"/>
            <a:ext cx="1048061" cy="912354"/>
            <a:chOff x="1604874" y="3838951"/>
            <a:chExt cx="1048061" cy="912354"/>
          </a:xfrm>
        </p:grpSpPr>
        <p:sp>
          <p:nvSpPr>
            <p:cNvPr id="8" name="7 Rectángulo"/>
            <p:cNvSpPr/>
            <p:nvPr/>
          </p:nvSpPr>
          <p:spPr bwMode="auto">
            <a:xfrm>
              <a:off x="1690539" y="4161562"/>
              <a:ext cx="864096" cy="325882"/>
            </a:xfrm>
            <a:prstGeom prst="rect">
              <a:avLst/>
            </a:prstGeom>
            <a:solidFill>
              <a:schemeClr val="accent1">
                <a:lumMod val="40000"/>
                <a:lumOff val="60000"/>
              </a:schemeClr>
            </a:solidFill>
            <a:ln>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 name="Rectangle 3"/>
            <p:cNvSpPr txBox="1">
              <a:spLocks noChangeArrowheads="1"/>
            </p:cNvSpPr>
            <p:nvPr/>
          </p:nvSpPr>
          <p:spPr bwMode="auto">
            <a:xfrm>
              <a:off x="1604874" y="3838951"/>
              <a:ext cx="1036657" cy="266696"/>
            </a:xfrm>
            <a:prstGeom prst="rect">
              <a:avLst/>
            </a:prstGeom>
            <a:noFill/>
            <a:ln>
              <a:noFill/>
            </a:ln>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2000" kern="0" dirty="0" err="1">
                  <a:solidFill>
                    <a:srgbClr val="000000"/>
                  </a:solidFill>
                  <a:latin typeface="Adobe Fan Heiti Std B" pitchFamily="34" charset="-128"/>
                  <a:ea typeface="Adobe Fan Heiti Std B" pitchFamily="34" charset="-128"/>
                </a:rPr>
                <a:t>ave</a:t>
              </a:r>
              <a:endParaRPr lang="en-US" sz="2000" kern="0" dirty="0">
                <a:solidFill>
                  <a:srgbClr val="000000"/>
                </a:solidFill>
                <a:latin typeface="Adobe Fan Heiti Std B" pitchFamily="34" charset="-128"/>
                <a:ea typeface="Adobe Fan Heiti Std B" pitchFamily="34" charset="-128"/>
              </a:endParaRPr>
            </a:p>
          </p:txBody>
        </p:sp>
        <p:sp>
          <p:nvSpPr>
            <p:cNvPr id="10" name="Rectangle 3"/>
            <p:cNvSpPr txBox="1">
              <a:spLocks noChangeArrowheads="1"/>
            </p:cNvSpPr>
            <p:nvPr/>
          </p:nvSpPr>
          <p:spPr bwMode="auto">
            <a:xfrm>
              <a:off x="1616278" y="4484609"/>
              <a:ext cx="1036657" cy="266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a:solidFill>
                    <a:schemeClr val="accent1"/>
                  </a:solidFill>
                  <a:latin typeface="Adobe Fan Heiti Std B" pitchFamily="34" charset="-128"/>
                  <a:ea typeface="Adobe Fan Heiti Std B" pitchFamily="34" charset="-128"/>
                </a:rPr>
                <a:t>Ave</a:t>
              </a:r>
              <a:endParaRPr lang="en-US" sz="1600" kern="0" dirty="0">
                <a:solidFill>
                  <a:schemeClr val="bg2">
                    <a:lumMod val="50000"/>
                  </a:schemeClr>
                </a:solidFill>
                <a:latin typeface="Adobe Fan Heiti Std B" pitchFamily="34" charset="-128"/>
                <a:ea typeface="Adobe Fan Heiti Std B" pitchFamily="34" charset="-128"/>
              </a:endParaRPr>
            </a:p>
          </p:txBody>
        </p:sp>
      </p:grpSp>
      <p:grpSp>
        <p:nvGrpSpPr>
          <p:cNvPr id="41" name="40 Grupo"/>
          <p:cNvGrpSpPr/>
          <p:nvPr/>
        </p:nvGrpSpPr>
        <p:grpSpPr>
          <a:xfrm>
            <a:off x="4805639" y="980728"/>
            <a:ext cx="1077688" cy="1617522"/>
            <a:chOff x="2861423" y="1003505"/>
            <a:chExt cx="1077688" cy="1617522"/>
          </a:xfrm>
        </p:grpSpPr>
        <p:sp>
          <p:nvSpPr>
            <p:cNvPr id="30" name="Rectangle 3"/>
            <p:cNvSpPr txBox="1">
              <a:spLocks noChangeArrowheads="1"/>
            </p:cNvSpPr>
            <p:nvPr/>
          </p:nvSpPr>
          <p:spPr bwMode="auto">
            <a:xfrm>
              <a:off x="2861423" y="1003505"/>
              <a:ext cx="1077688" cy="575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200" kern="0" dirty="0" err="1">
                  <a:latin typeface="Adobe Fan Heiti Std B" pitchFamily="34" charset="-128"/>
                  <a:ea typeface="Adobe Fan Heiti Std B" pitchFamily="34" charset="-128"/>
                </a:rPr>
                <a:t>objeto</a:t>
              </a:r>
              <a:endParaRPr lang="en-US" sz="1200" kern="0" dirty="0">
                <a:latin typeface="Adobe Fan Heiti Std B" pitchFamily="34" charset="-128"/>
                <a:ea typeface="Adobe Fan Heiti Std B" pitchFamily="34" charset="-128"/>
              </a:endParaRPr>
            </a:p>
            <a:p>
              <a:pPr marL="0" indent="0" algn="ctr">
                <a:buNone/>
              </a:pPr>
              <a:r>
                <a:rPr lang="en-US" sz="2000" kern="0" dirty="0" err="1">
                  <a:solidFill>
                    <a:schemeClr val="accent1"/>
                  </a:solidFill>
                  <a:latin typeface="Adobe Fan Heiti Std B" pitchFamily="34" charset="-128"/>
                  <a:ea typeface="Adobe Fan Heiti Std B" pitchFamily="34" charset="-128"/>
                </a:rPr>
                <a:t>Gallina</a:t>
              </a:r>
              <a:endParaRPr lang="en-US" sz="2000" kern="0" dirty="0">
                <a:solidFill>
                  <a:schemeClr val="accent1"/>
                </a:solidFill>
                <a:latin typeface="Adobe Fan Heiti Std B" pitchFamily="34" charset="-128"/>
                <a:ea typeface="Adobe Fan Heiti Std B" pitchFamily="34" charset="-128"/>
              </a:endParaRPr>
            </a:p>
          </p:txBody>
        </p:sp>
        <p:pic>
          <p:nvPicPr>
            <p:cNvPr id="31" name="Picture 3" descr="C:\Users\Raúl\Desktop\Pollito\gallina.png">
              <a:hlinkClick r:id="" action="ppaction://noaction">
                <a:snd r:embed="rId2" name="gallina.WAV"/>
              </a:hlinkClick>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28307" y="1654306"/>
              <a:ext cx="702887" cy="96672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grpSp>
      <p:sp>
        <p:nvSpPr>
          <p:cNvPr id="42" name="Rectangle 3"/>
          <p:cNvSpPr txBox="1">
            <a:spLocks noChangeArrowheads="1"/>
          </p:cNvSpPr>
          <p:nvPr/>
        </p:nvSpPr>
        <p:spPr bwMode="auto">
          <a:xfrm>
            <a:off x="698082" y="3727156"/>
            <a:ext cx="2161754"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2000" kern="0" dirty="0" err="1">
                <a:solidFill>
                  <a:schemeClr val="bg2">
                    <a:lumMod val="50000"/>
                  </a:schemeClr>
                </a:solidFill>
                <a:latin typeface="Adobe Fan Heiti Std B" pitchFamily="34" charset="-128"/>
                <a:ea typeface="Adobe Fan Heiti Std B" pitchFamily="34" charset="-128"/>
              </a:rPr>
              <a:t>ave.</a:t>
            </a:r>
            <a:r>
              <a:rPr lang="en-US" sz="2000" kern="0" dirty="0" err="1">
                <a:solidFill>
                  <a:srgbClr val="FF0000"/>
                </a:solidFill>
                <a:latin typeface="Adobe Fan Heiti Std B" pitchFamily="34" charset="-128"/>
                <a:ea typeface="Adobe Fan Heiti Std B" pitchFamily="34" charset="-128"/>
              </a:rPr>
              <a:t>getClass</a:t>
            </a:r>
            <a:r>
              <a:rPr lang="en-US" sz="2000" kern="0" dirty="0">
                <a:solidFill>
                  <a:srgbClr val="FF0000"/>
                </a:solidFill>
                <a:latin typeface="Adobe Fan Heiti Std B" pitchFamily="34" charset="-128"/>
                <a:ea typeface="Adobe Fan Heiti Std B" pitchFamily="34" charset="-128"/>
              </a:rPr>
              <a:t>()</a:t>
            </a: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latin typeface="Adobe Fan Heiti Std B" pitchFamily="34" charset="-128"/>
              <a:ea typeface="Adobe Fan Heiti Std B" pitchFamily="34" charset="-128"/>
            </a:endParaRPr>
          </a:p>
        </p:txBody>
      </p:sp>
      <p:cxnSp>
        <p:nvCxnSpPr>
          <p:cNvPr id="44" name="43 Conector recto de flecha"/>
          <p:cNvCxnSpPr/>
          <p:nvPr/>
        </p:nvCxnSpPr>
        <p:spPr bwMode="auto">
          <a:xfrm>
            <a:off x="2745294" y="3914963"/>
            <a:ext cx="714527" cy="0"/>
          </a:xfrm>
          <a:prstGeom prst="straightConnector1">
            <a:avLst/>
          </a:prstGeom>
          <a:ln>
            <a:headEnd type="none" w="med" len="med"/>
            <a:tailEnd type="arrow"/>
          </a:ln>
        </p:spPr>
        <p:style>
          <a:lnRef idx="3">
            <a:schemeClr val="accent5"/>
          </a:lnRef>
          <a:fillRef idx="0">
            <a:schemeClr val="accent5"/>
          </a:fillRef>
          <a:effectRef idx="2">
            <a:schemeClr val="accent5"/>
          </a:effectRef>
          <a:fontRef idx="minor">
            <a:schemeClr val="tx1"/>
          </a:fontRef>
        </p:style>
      </p:cxnSp>
      <p:sp>
        <p:nvSpPr>
          <p:cNvPr id="45" name="Rectangle 3"/>
          <p:cNvSpPr txBox="1">
            <a:spLocks noChangeArrowheads="1"/>
          </p:cNvSpPr>
          <p:nvPr/>
        </p:nvSpPr>
        <p:spPr bwMode="auto">
          <a:xfrm>
            <a:off x="6606481" y="3732807"/>
            <a:ext cx="1036657" cy="261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800" kern="0" dirty="0" err="1">
                <a:solidFill>
                  <a:schemeClr val="accent1"/>
                </a:solidFill>
                <a:latin typeface="Adobe Fan Heiti Std B" pitchFamily="34" charset="-128"/>
                <a:ea typeface="Adobe Fan Heiti Std B" pitchFamily="34" charset="-128"/>
              </a:rPr>
              <a:t>Gallina</a:t>
            </a:r>
            <a:endParaRPr lang="en-US" sz="1800" kern="0" dirty="0">
              <a:solidFill>
                <a:schemeClr val="accent1"/>
              </a:solidFill>
              <a:latin typeface="Adobe Fan Heiti Std B" pitchFamily="34" charset="-128"/>
              <a:ea typeface="Adobe Fan Heiti Std B" pitchFamily="34" charset="-128"/>
            </a:endParaRPr>
          </a:p>
        </p:txBody>
      </p:sp>
      <p:grpSp>
        <p:nvGrpSpPr>
          <p:cNvPr id="6" name="5 Grupo"/>
          <p:cNvGrpSpPr/>
          <p:nvPr/>
        </p:nvGrpSpPr>
        <p:grpSpPr>
          <a:xfrm>
            <a:off x="3612479" y="2918479"/>
            <a:ext cx="2270848" cy="1656183"/>
            <a:chOff x="3612479" y="2918479"/>
            <a:chExt cx="2270848" cy="1656183"/>
          </a:xfrm>
        </p:grpSpPr>
        <p:sp>
          <p:nvSpPr>
            <p:cNvPr id="46" name="45 Rectángulo redondeado"/>
            <p:cNvSpPr/>
            <p:nvPr/>
          </p:nvSpPr>
          <p:spPr bwMode="auto">
            <a:xfrm>
              <a:off x="3612479" y="3272815"/>
              <a:ext cx="2270848" cy="1301847"/>
            </a:xfrm>
            <a:prstGeom prst="roundRect">
              <a:avLst/>
            </a:prstGeom>
            <a:ln>
              <a:headEnd type="none" w="med" len="med"/>
              <a:tailEnd type="none" w="med" len="me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7" name="Rectangle 3"/>
            <p:cNvSpPr txBox="1">
              <a:spLocks noChangeArrowheads="1"/>
            </p:cNvSpPr>
            <p:nvPr/>
          </p:nvSpPr>
          <p:spPr bwMode="auto">
            <a:xfrm>
              <a:off x="3612479" y="2918479"/>
              <a:ext cx="2270848" cy="354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2000" kern="0" dirty="0">
                  <a:solidFill>
                    <a:schemeClr val="accent1"/>
                  </a:solidFill>
                  <a:latin typeface="Adobe Fan Heiti Std B" pitchFamily="34" charset="-128"/>
                  <a:ea typeface="Adobe Fan Heiti Std B" pitchFamily="34" charset="-128"/>
                </a:rPr>
                <a:t>Class</a:t>
              </a:r>
              <a:endParaRPr lang="en-US" sz="2000" kern="0" dirty="0">
                <a:solidFill>
                  <a:schemeClr val="bg2">
                    <a:lumMod val="50000"/>
                  </a:schemeClr>
                </a:solidFill>
                <a:latin typeface="Adobe Fan Heiti Std B" pitchFamily="34" charset="-128"/>
                <a:ea typeface="Adobe Fan Heiti Std B" pitchFamily="34" charset="-128"/>
              </a:endParaRPr>
            </a:p>
          </p:txBody>
        </p:sp>
      </p:grpSp>
      <p:sp>
        <p:nvSpPr>
          <p:cNvPr id="53" name="Rectangle 3"/>
          <p:cNvSpPr txBox="1">
            <a:spLocks noChangeArrowheads="1"/>
          </p:cNvSpPr>
          <p:nvPr/>
        </p:nvSpPr>
        <p:spPr bwMode="auto">
          <a:xfrm>
            <a:off x="3670214" y="3461225"/>
            <a:ext cx="2118853" cy="897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2">
                    <a:lumMod val="20000"/>
                    <a:lumOff val="80000"/>
                  </a:schemeClr>
                </a:solidFill>
                <a:latin typeface="Adobe Fan Heiti Std B" pitchFamily="34" charset="-128"/>
                <a:ea typeface="Adobe Fan Heiti Std B" pitchFamily="34" charset="-128"/>
              </a:rPr>
              <a:t>getName</a:t>
            </a:r>
            <a:r>
              <a:rPr lang="en-US" sz="1600" kern="0" dirty="0">
                <a:solidFill>
                  <a:schemeClr val="accent2">
                    <a:lumMod val="20000"/>
                    <a:lumOff val="80000"/>
                  </a:schemeClr>
                </a:solidFill>
                <a:latin typeface="Adobe Fan Heiti Std B" pitchFamily="34" charset="-128"/>
                <a:ea typeface="Adobe Fan Heiti Std B" pitchFamily="34" charset="-128"/>
              </a:rPr>
              <a:t>( )</a:t>
            </a:r>
          </a:p>
          <a:p>
            <a:pPr marL="0" indent="0" algn="ctr">
              <a:buNone/>
            </a:pPr>
            <a:r>
              <a:rPr lang="en-US" sz="1600" kern="0" dirty="0" err="1">
                <a:solidFill>
                  <a:schemeClr val="accent2">
                    <a:lumMod val="20000"/>
                    <a:lumOff val="80000"/>
                  </a:schemeClr>
                </a:solidFill>
                <a:latin typeface="Adobe Fan Heiti Std B" pitchFamily="34" charset="-128"/>
                <a:ea typeface="Adobe Fan Heiti Std B" pitchFamily="34" charset="-128"/>
              </a:rPr>
              <a:t>getSimpleName</a:t>
            </a:r>
            <a:r>
              <a:rPr lang="en-US" sz="1600" kern="0" dirty="0">
                <a:solidFill>
                  <a:schemeClr val="accent2">
                    <a:lumMod val="20000"/>
                    <a:lumOff val="80000"/>
                  </a:schemeClr>
                </a:solidFill>
                <a:latin typeface="Adobe Fan Heiti Std B" pitchFamily="34" charset="-128"/>
                <a:ea typeface="Adobe Fan Heiti Std B" pitchFamily="34" charset="-128"/>
              </a:rPr>
              <a:t>()</a:t>
            </a:r>
          </a:p>
          <a:p>
            <a:pPr marL="0" indent="0" algn="ctr">
              <a:buNone/>
            </a:pPr>
            <a:r>
              <a:rPr lang="en-US" sz="1600" kern="0" dirty="0" err="1">
                <a:solidFill>
                  <a:schemeClr val="accent2">
                    <a:lumMod val="20000"/>
                    <a:lumOff val="80000"/>
                  </a:schemeClr>
                </a:solidFill>
                <a:latin typeface="Adobe Fan Heiti Std B" pitchFamily="34" charset="-128"/>
                <a:ea typeface="Adobe Fan Heiti Std B" pitchFamily="34" charset="-128"/>
              </a:rPr>
              <a:t>toString</a:t>
            </a:r>
            <a:endParaRPr lang="en-US" sz="1600" kern="0" dirty="0">
              <a:solidFill>
                <a:schemeClr val="accent2">
                  <a:lumMod val="20000"/>
                  <a:lumOff val="80000"/>
                </a:schemeClr>
              </a:solidFill>
              <a:latin typeface="Adobe Fan Heiti Std B" pitchFamily="34" charset="-128"/>
              <a:ea typeface="Adobe Fan Heiti Std B" pitchFamily="34" charset="-128"/>
            </a:endParaRPr>
          </a:p>
        </p:txBody>
      </p:sp>
      <p:cxnSp>
        <p:nvCxnSpPr>
          <p:cNvPr id="56" name="55 Conector recto de flecha"/>
          <p:cNvCxnSpPr/>
          <p:nvPr/>
        </p:nvCxnSpPr>
        <p:spPr bwMode="auto">
          <a:xfrm>
            <a:off x="5652621" y="3895418"/>
            <a:ext cx="828719" cy="0"/>
          </a:xfrm>
          <a:prstGeom prst="straightConnector1">
            <a:avLst/>
          </a:prstGeom>
          <a:ln>
            <a:headEnd type="none" w="med" len="med"/>
            <a:tailEnd type="arrow"/>
          </a:ln>
        </p:spPr>
        <p:style>
          <a:lnRef idx="3">
            <a:schemeClr val="accent5"/>
          </a:lnRef>
          <a:fillRef idx="0">
            <a:schemeClr val="accent5"/>
          </a:fillRef>
          <a:effectRef idx="2">
            <a:schemeClr val="accent5"/>
          </a:effectRef>
          <a:fontRef idx="minor">
            <a:schemeClr val="tx1"/>
          </a:fontRef>
        </p:style>
      </p:cxnSp>
      <p:cxnSp>
        <p:nvCxnSpPr>
          <p:cNvPr id="22" name="21 Conector recto de flecha"/>
          <p:cNvCxnSpPr/>
          <p:nvPr/>
        </p:nvCxnSpPr>
        <p:spPr bwMode="auto">
          <a:xfrm>
            <a:off x="5360120" y="3611044"/>
            <a:ext cx="1121220" cy="0"/>
          </a:xfrm>
          <a:prstGeom prst="straightConnector1">
            <a:avLst/>
          </a:prstGeom>
          <a:ln>
            <a:headEnd type="none" w="med" len="med"/>
            <a:tailEnd type="arrow"/>
          </a:ln>
        </p:spPr>
        <p:style>
          <a:lnRef idx="3">
            <a:schemeClr val="accent5"/>
          </a:lnRef>
          <a:fillRef idx="0">
            <a:schemeClr val="accent5"/>
          </a:fillRef>
          <a:effectRef idx="2">
            <a:schemeClr val="accent5"/>
          </a:effectRef>
          <a:fontRef idx="minor">
            <a:schemeClr val="tx1"/>
          </a:fontRef>
        </p:style>
      </p:cxnSp>
      <p:cxnSp>
        <p:nvCxnSpPr>
          <p:cNvPr id="24" name="23 Conector recto de flecha"/>
          <p:cNvCxnSpPr/>
          <p:nvPr/>
        </p:nvCxnSpPr>
        <p:spPr bwMode="auto">
          <a:xfrm>
            <a:off x="5360120" y="4202184"/>
            <a:ext cx="1121220" cy="0"/>
          </a:xfrm>
          <a:prstGeom prst="straightConnector1">
            <a:avLst/>
          </a:prstGeom>
          <a:ln>
            <a:headEnd type="none" w="med" len="med"/>
            <a:tailEnd type="arrow"/>
          </a:ln>
        </p:spPr>
        <p:style>
          <a:lnRef idx="3">
            <a:schemeClr val="accent5"/>
          </a:lnRef>
          <a:fillRef idx="0">
            <a:schemeClr val="accent5"/>
          </a:fillRef>
          <a:effectRef idx="2">
            <a:schemeClr val="accent5"/>
          </a:effectRef>
          <a:fontRef idx="minor">
            <a:schemeClr val="tx1"/>
          </a:fontRef>
        </p:style>
      </p:cxnSp>
      <p:sp>
        <p:nvSpPr>
          <p:cNvPr id="25" name="Rectangle 3"/>
          <p:cNvSpPr txBox="1">
            <a:spLocks noChangeArrowheads="1"/>
          </p:cNvSpPr>
          <p:nvPr/>
        </p:nvSpPr>
        <p:spPr bwMode="auto">
          <a:xfrm>
            <a:off x="6606481" y="3424610"/>
            <a:ext cx="2069975" cy="302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800" kern="0" dirty="0" err="1">
                <a:solidFill>
                  <a:schemeClr val="tx2"/>
                </a:solidFill>
                <a:latin typeface="Adobe Fan Heiti Std B" pitchFamily="34" charset="-128"/>
                <a:ea typeface="Adobe Fan Heiti Std B" pitchFamily="34" charset="-128"/>
              </a:rPr>
              <a:t>paquete.</a:t>
            </a:r>
            <a:r>
              <a:rPr lang="en-US" sz="1800" kern="0" dirty="0" err="1">
                <a:solidFill>
                  <a:schemeClr val="accent1"/>
                </a:solidFill>
                <a:latin typeface="Adobe Fan Heiti Std B" pitchFamily="34" charset="-128"/>
                <a:ea typeface="Adobe Fan Heiti Std B" pitchFamily="34" charset="-128"/>
              </a:rPr>
              <a:t>Gallina</a:t>
            </a:r>
            <a:endParaRPr lang="en-US" sz="1800" kern="0" dirty="0">
              <a:solidFill>
                <a:schemeClr val="accent1"/>
              </a:solidFill>
              <a:latin typeface="Adobe Fan Heiti Std B" pitchFamily="34" charset="-128"/>
              <a:ea typeface="Adobe Fan Heiti Std B" pitchFamily="34" charset="-128"/>
            </a:endParaRPr>
          </a:p>
        </p:txBody>
      </p:sp>
      <p:sp>
        <p:nvSpPr>
          <p:cNvPr id="26" name="Rectangle 3"/>
          <p:cNvSpPr txBox="1">
            <a:spLocks noChangeArrowheads="1"/>
          </p:cNvSpPr>
          <p:nvPr/>
        </p:nvSpPr>
        <p:spPr bwMode="auto">
          <a:xfrm>
            <a:off x="6624870" y="4014862"/>
            <a:ext cx="2051586" cy="287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800" kern="0" dirty="0" err="1">
                <a:solidFill>
                  <a:schemeClr val="tx2"/>
                </a:solidFill>
                <a:latin typeface="Adobe Fan Heiti Std B" pitchFamily="34" charset="-128"/>
                <a:ea typeface="Adobe Fan Heiti Std B" pitchFamily="34" charset="-128"/>
              </a:rPr>
              <a:t>paquete.</a:t>
            </a:r>
            <a:r>
              <a:rPr lang="en-US" sz="1800" kern="0" dirty="0" err="1">
                <a:solidFill>
                  <a:schemeClr val="accent1"/>
                </a:solidFill>
                <a:latin typeface="Adobe Fan Heiti Std B" pitchFamily="34" charset="-128"/>
                <a:ea typeface="Adobe Fan Heiti Std B" pitchFamily="34" charset="-128"/>
              </a:rPr>
              <a:t>Gallina</a:t>
            </a:r>
            <a:endParaRPr lang="en-US" sz="1800" kern="0" dirty="0">
              <a:solidFill>
                <a:schemeClr val="accent1"/>
              </a:solidFill>
              <a:latin typeface="Adobe Fan Heiti Std B" pitchFamily="34" charset="-128"/>
              <a:ea typeface="Adobe Fan Heiti Std B" pitchFamily="34" charset="-128"/>
            </a:endParaRPr>
          </a:p>
        </p:txBody>
      </p:sp>
      <p:sp>
        <p:nvSpPr>
          <p:cNvPr id="27" name="Rectangle 3"/>
          <p:cNvSpPr txBox="1">
            <a:spLocks noChangeArrowheads="1"/>
          </p:cNvSpPr>
          <p:nvPr/>
        </p:nvSpPr>
        <p:spPr bwMode="auto">
          <a:xfrm>
            <a:off x="1644818" y="5133584"/>
            <a:ext cx="4062054"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2000" kern="0" dirty="0" err="1">
                <a:solidFill>
                  <a:schemeClr val="bg2">
                    <a:lumMod val="50000"/>
                  </a:schemeClr>
                </a:solidFill>
                <a:latin typeface="Adobe Fan Heiti Std B" pitchFamily="34" charset="-128"/>
                <a:ea typeface="Adobe Fan Heiti Std B" pitchFamily="34" charset="-128"/>
              </a:rPr>
              <a:t>ave</a:t>
            </a:r>
            <a:r>
              <a:rPr lang="en-US" sz="2000" kern="0" dirty="0">
                <a:solidFill>
                  <a:schemeClr val="bg2">
                    <a:lumMod val="50000"/>
                  </a:schemeClr>
                </a:solidFill>
                <a:latin typeface="Adobe Fan Heiti Std B" pitchFamily="34" charset="-128"/>
                <a:ea typeface="Adobe Fan Heiti Std B" pitchFamily="34" charset="-128"/>
              </a:rPr>
              <a:t> </a:t>
            </a:r>
            <a:r>
              <a:rPr lang="en-US" sz="2000" kern="0" dirty="0" err="1">
                <a:solidFill>
                  <a:srgbClr val="FF6600"/>
                </a:solidFill>
                <a:latin typeface="Adobe Fan Heiti Std B" pitchFamily="34" charset="-128"/>
                <a:ea typeface="Adobe Fan Heiti Std B" pitchFamily="34" charset="-128"/>
              </a:rPr>
              <a:t>instanceof</a:t>
            </a:r>
            <a:r>
              <a:rPr lang="en-US" sz="2000" kern="0" dirty="0">
                <a:solidFill>
                  <a:schemeClr val="bg2">
                    <a:lumMod val="50000"/>
                  </a:schemeClr>
                </a:solidFill>
                <a:latin typeface="Adobe Fan Heiti Std B" pitchFamily="34" charset="-128"/>
                <a:ea typeface="Adobe Fan Heiti Std B" pitchFamily="34" charset="-128"/>
              </a:rPr>
              <a:t>  </a:t>
            </a:r>
            <a:r>
              <a:rPr lang="en-US" sz="2000" kern="0" dirty="0" err="1">
                <a:solidFill>
                  <a:schemeClr val="accent1"/>
                </a:solidFill>
                <a:latin typeface="Adobe Fan Heiti Std B" pitchFamily="34" charset="-128"/>
                <a:ea typeface="Adobe Fan Heiti Std B" pitchFamily="34" charset="-128"/>
              </a:rPr>
              <a:t>Gallina</a:t>
            </a:r>
            <a:endParaRPr lang="en-US" sz="2000" kern="0" dirty="0">
              <a:solidFill>
                <a:schemeClr val="accent1"/>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latin typeface="Adobe Fan Heiti Std B" pitchFamily="34" charset="-128"/>
              <a:ea typeface="Adobe Fan Heiti Std B" pitchFamily="34" charset="-128"/>
            </a:endParaRPr>
          </a:p>
        </p:txBody>
      </p:sp>
      <p:cxnSp>
        <p:nvCxnSpPr>
          <p:cNvPr id="29" name="28 Conector recto de flecha"/>
          <p:cNvCxnSpPr/>
          <p:nvPr/>
        </p:nvCxnSpPr>
        <p:spPr bwMode="auto">
          <a:xfrm>
            <a:off x="5184666" y="5313042"/>
            <a:ext cx="828719" cy="0"/>
          </a:xfrm>
          <a:prstGeom prst="straightConnector1">
            <a:avLst/>
          </a:prstGeom>
          <a:ln>
            <a:headEnd type="none" w="med" len="med"/>
            <a:tailEnd type="arrow"/>
          </a:ln>
        </p:spPr>
        <p:style>
          <a:lnRef idx="3">
            <a:schemeClr val="accent5"/>
          </a:lnRef>
          <a:fillRef idx="0">
            <a:schemeClr val="accent5"/>
          </a:fillRef>
          <a:effectRef idx="2">
            <a:schemeClr val="accent5"/>
          </a:effectRef>
          <a:fontRef idx="minor">
            <a:schemeClr val="tx1"/>
          </a:fontRef>
        </p:style>
      </p:cxnSp>
      <p:sp>
        <p:nvSpPr>
          <p:cNvPr id="32" name="Rectangle 3"/>
          <p:cNvSpPr txBox="1">
            <a:spLocks noChangeArrowheads="1"/>
          </p:cNvSpPr>
          <p:nvPr/>
        </p:nvSpPr>
        <p:spPr bwMode="auto">
          <a:xfrm>
            <a:off x="6160768" y="5169261"/>
            <a:ext cx="1036657" cy="287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800" kern="0" dirty="0">
                <a:solidFill>
                  <a:srgbClr val="00B050"/>
                </a:solidFill>
                <a:latin typeface="Adobe Fan Heiti Std B" pitchFamily="34" charset="-128"/>
                <a:ea typeface="Adobe Fan Heiti Std B" pitchFamily="34" charset="-128"/>
              </a:rPr>
              <a:t>True</a:t>
            </a:r>
          </a:p>
        </p:txBody>
      </p:sp>
      <p:sp>
        <p:nvSpPr>
          <p:cNvPr id="33" name="Rectangle 3"/>
          <p:cNvSpPr txBox="1">
            <a:spLocks noChangeArrowheads="1"/>
          </p:cNvSpPr>
          <p:nvPr/>
        </p:nvSpPr>
        <p:spPr bwMode="auto">
          <a:xfrm>
            <a:off x="1641372" y="5580146"/>
            <a:ext cx="4062054"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2000" kern="0" dirty="0" err="1">
                <a:solidFill>
                  <a:schemeClr val="bg2">
                    <a:lumMod val="50000"/>
                  </a:schemeClr>
                </a:solidFill>
                <a:latin typeface="Adobe Fan Heiti Std B" pitchFamily="34" charset="-128"/>
                <a:ea typeface="Adobe Fan Heiti Std B" pitchFamily="34" charset="-128"/>
              </a:rPr>
              <a:t>ave</a:t>
            </a:r>
            <a:r>
              <a:rPr lang="en-US" sz="2000" kern="0" dirty="0">
                <a:solidFill>
                  <a:schemeClr val="bg2">
                    <a:lumMod val="50000"/>
                  </a:schemeClr>
                </a:solidFill>
                <a:latin typeface="Adobe Fan Heiti Std B" pitchFamily="34" charset="-128"/>
                <a:ea typeface="Adobe Fan Heiti Std B" pitchFamily="34" charset="-128"/>
              </a:rPr>
              <a:t> </a:t>
            </a:r>
            <a:r>
              <a:rPr lang="en-US" sz="2000" kern="0" dirty="0" err="1">
                <a:solidFill>
                  <a:srgbClr val="FF6600"/>
                </a:solidFill>
                <a:latin typeface="Adobe Fan Heiti Std B" pitchFamily="34" charset="-128"/>
                <a:ea typeface="Adobe Fan Heiti Std B" pitchFamily="34" charset="-128"/>
              </a:rPr>
              <a:t>instanceof</a:t>
            </a:r>
            <a:r>
              <a:rPr lang="en-US" sz="2000" kern="0" dirty="0">
                <a:solidFill>
                  <a:schemeClr val="bg2">
                    <a:lumMod val="50000"/>
                  </a:schemeClr>
                </a:solidFill>
                <a:latin typeface="Adobe Fan Heiti Std B" pitchFamily="34" charset="-128"/>
                <a:ea typeface="Adobe Fan Heiti Std B" pitchFamily="34" charset="-128"/>
              </a:rPr>
              <a:t>  </a:t>
            </a:r>
            <a:r>
              <a:rPr lang="en-US" sz="2000" kern="0" dirty="0">
                <a:solidFill>
                  <a:schemeClr val="accent1"/>
                </a:solidFill>
                <a:latin typeface="Adobe Fan Heiti Std B" pitchFamily="34" charset="-128"/>
                <a:ea typeface="Adobe Fan Heiti Std B" pitchFamily="34" charset="-128"/>
              </a:rPr>
              <a:t>Ave</a:t>
            </a: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latin typeface="Adobe Fan Heiti Std B" pitchFamily="34" charset="-128"/>
              <a:ea typeface="Adobe Fan Heiti Std B" pitchFamily="34" charset="-128"/>
            </a:endParaRPr>
          </a:p>
          <a:p>
            <a:pPr marL="0" indent="0">
              <a:buNone/>
            </a:pPr>
            <a:endParaRPr lang="en-US" sz="1400" kern="0" dirty="0">
              <a:latin typeface="Adobe Fan Heiti Std B" pitchFamily="34" charset="-128"/>
              <a:ea typeface="Adobe Fan Heiti Std B" pitchFamily="34" charset="-128"/>
            </a:endParaRPr>
          </a:p>
          <a:p>
            <a:pPr marL="0" indent="0">
              <a:buNone/>
            </a:pPr>
            <a:endParaRPr lang="en-US" sz="1400" kern="0" dirty="0">
              <a:latin typeface="Adobe Fan Heiti Std B" pitchFamily="34" charset="-128"/>
              <a:ea typeface="Adobe Fan Heiti Std B" pitchFamily="34" charset="-128"/>
            </a:endParaRPr>
          </a:p>
          <a:p>
            <a:pPr marL="0" indent="0">
              <a:buNone/>
            </a:pPr>
            <a:endParaRPr lang="en-US" sz="1400" kern="0" dirty="0">
              <a:latin typeface="Adobe Fan Heiti Std B" pitchFamily="34" charset="-128"/>
              <a:ea typeface="Adobe Fan Heiti Std B" pitchFamily="34" charset="-128"/>
            </a:endParaRPr>
          </a:p>
        </p:txBody>
      </p:sp>
      <p:cxnSp>
        <p:nvCxnSpPr>
          <p:cNvPr id="34" name="33 Conector recto de flecha"/>
          <p:cNvCxnSpPr/>
          <p:nvPr/>
        </p:nvCxnSpPr>
        <p:spPr bwMode="auto">
          <a:xfrm>
            <a:off x="5181220" y="5759604"/>
            <a:ext cx="828719" cy="0"/>
          </a:xfrm>
          <a:prstGeom prst="straightConnector1">
            <a:avLst/>
          </a:prstGeom>
          <a:ln>
            <a:headEnd type="none" w="med" len="med"/>
            <a:tailEnd type="arrow"/>
          </a:ln>
        </p:spPr>
        <p:style>
          <a:lnRef idx="3">
            <a:schemeClr val="accent5"/>
          </a:lnRef>
          <a:fillRef idx="0">
            <a:schemeClr val="accent5"/>
          </a:fillRef>
          <a:effectRef idx="2">
            <a:schemeClr val="accent5"/>
          </a:effectRef>
          <a:fontRef idx="minor">
            <a:schemeClr val="tx1"/>
          </a:fontRef>
        </p:style>
      </p:cxnSp>
      <p:sp>
        <p:nvSpPr>
          <p:cNvPr id="35" name="Rectangle 3"/>
          <p:cNvSpPr txBox="1">
            <a:spLocks noChangeArrowheads="1"/>
          </p:cNvSpPr>
          <p:nvPr/>
        </p:nvSpPr>
        <p:spPr bwMode="auto">
          <a:xfrm>
            <a:off x="6157322" y="5615823"/>
            <a:ext cx="1036657" cy="287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800" kern="0" dirty="0">
                <a:solidFill>
                  <a:srgbClr val="00B050"/>
                </a:solidFill>
                <a:latin typeface="Adobe Fan Heiti Std B" pitchFamily="34" charset="-128"/>
                <a:ea typeface="Adobe Fan Heiti Std B" pitchFamily="34" charset="-128"/>
              </a:rPr>
              <a:t>True</a:t>
            </a:r>
          </a:p>
        </p:txBody>
      </p:sp>
      <p:sp>
        <p:nvSpPr>
          <p:cNvPr id="36" name="Rectangle 3"/>
          <p:cNvSpPr txBox="1">
            <a:spLocks noChangeArrowheads="1"/>
          </p:cNvSpPr>
          <p:nvPr/>
        </p:nvSpPr>
        <p:spPr bwMode="auto">
          <a:xfrm>
            <a:off x="1964620" y="5130312"/>
            <a:ext cx="4045319" cy="458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2000" kern="0" dirty="0">
                <a:solidFill>
                  <a:srgbClr val="C00000"/>
                </a:solidFill>
                <a:latin typeface="Adobe Fan Heiti Std B" pitchFamily="34" charset="-128"/>
                <a:ea typeface="Adobe Fan Heiti Std B" pitchFamily="34" charset="-128"/>
              </a:rPr>
              <a:t>if(                                         )</a:t>
            </a: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p:txBody>
      </p:sp>
    </p:spTree>
    <p:extLst>
      <p:ext uri="{BB962C8B-B14F-4D97-AF65-F5344CB8AC3E}">
        <p14:creationId xmlns:p14="http://schemas.microsoft.com/office/powerpoint/2010/main" val="302086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22" presetClass="entr" presetSubtype="8"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childTnLst>
                          </p:cTn>
                        </p:par>
                        <p:par>
                          <p:cTn id="14" fill="hold">
                            <p:stCondLst>
                              <p:cond delay="1000"/>
                            </p:stCondLst>
                            <p:childTnLst>
                              <p:par>
                                <p:cTn id="15" presetID="1" presetClass="entr" presetSubtype="0" fill="hold" nodeType="after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42"/>
                                        </p:tgtEl>
                                        <p:attrNameLst>
                                          <p:attrName>style.visibility</p:attrName>
                                        </p:attrNameLst>
                                      </p:cBhvr>
                                      <p:to>
                                        <p:strVal val="visible"/>
                                      </p:to>
                                    </p:set>
                                    <p:anim calcmode="lin" valueType="num">
                                      <p:cBhvr>
                                        <p:cTn id="21" dur="500" fill="hold"/>
                                        <p:tgtEl>
                                          <p:spTgt spid="42"/>
                                        </p:tgtEl>
                                        <p:attrNameLst>
                                          <p:attrName>ppt_w</p:attrName>
                                        </p:attrNameLst>
                                      </p:cBhvr>
                                      <p:tavLst>
                                        <p:tav tm="0">
                                          <p:val>
                                            <p:fltVal val="0"/>
                                          </p:val>
                                        </p:tav>
                                        <p:tav tm="100000">
                                          <p:val>
                                            <p:strVal val="#ppt_w"/>
                                          </p:val>
                                        </p:tav>
                                      </p:tavLst>
                                    </p:anim>
                                    <p:anim calcmode="lin" valueType="num">
                                      <p:cBhvr>
                                        <p:cTn id="22" dur="500" fill="hold"/>
                                        <p:tgtEl>
                                          <p:spTgt spid="42"/>
                                        </p:tgtEl>
                                        <p:attrNameLst>
                                          <p:attrName>ppt_h</p:attrName>
                                        </p:attrNameLst>
                                      </p:cBhvr>
                                      <p:tavLst>
                                        <p:tav tm="0">
                                          <p:val>
                                            <p:fltVal val="0"/>
                                          </p:val>
                                        </p:tav>
                                        <p:tav tm="100000">
                                          <p:val>
                                            <p:strVal val="#ppt_h"/>
                                          </p:val>
                                        </p:tav>
                                      </p:tavLst>
                                    </p:anim>
                                    <p:animEffect transition="in" filter="fade">
                                      <p:cBhvr>
                                        <p:cTn id="23" dur="500"/>
                                        <p:tgtEl>
                                          <p:spTgt spid="4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44"/>
                                        </p:tgtEl>
                                        <p:attrNameLst>
                                          <p:attrName>style.visibility</p:attrName>
                                        </p:attrNameLst>
                                      </p:cBhvr>
                                      <p:to>
                                        <p:strVal val="visible"/>
                                      </p:to>
                                    </p:set>
                                    <p:animEffect transition="in" filter="wipe(left)">
                                      <p:cBhvr>
                                        <p:cTn id="28" dur="500"/>
                                        <p:tgtEl>
                                          <p:spTgt spid="44"/>
                                        </p:tgtEl>
                                      </p:cBhvr>
                                    </p:animEffect>
                                  </p:childTnLst>
                                </p:cTn>
                              </p:par>
                            </p:childTnLst>
                          </p:cTn>
                        </p:par>
                        <p:par>
                          <p:cTn id="29" fill="hold">
                            <p:stCondLst>
                              <p:cond delay="500"/>
                            </p:stCondLst>
                            <p:childTnLst>
                              <p:par>
                                <p:cTn id="30" presetID="10" presetClass="entr" presetSubtype="0" fill="hold" nodeType="after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p:stCondLst>
                                    <p:cond delay="0"/>
                                  </p:stCondLst>
                                  <p:childTnLst>
                                    <p:set>
                                      <p:cBhvr>
                                        <p:cTn id="36" dur="1" fill="hold">
                                          <p:stCondLst>
                                            <p:cond delay="0"/>
                                          </p:stCondLst>
                                        </p:cTn>
                                        <p:tgtEl>
                                          <p:spTgt spid="53">
                                            <p:txEl>
                                              <p:pRg st="0" end="0"/>
                                            </p:txEl>
                                          </p:spTgt>
                                        </p:tgtEl>
                                        <p:attrNameLst>
                                          <p:attrName>style.visibility</p:attrName>
                                        </p:attrNameLst>
                                      </p:cBhvr>
                                      <p:to>
                                        <p:strVal val="visible"/>
                                      </p:to>
                                    </p:set>
                                    <p:anim calcmode="lin" valueType="num">
                                      <p:cBhvr>
                                        <p:cTn id="37" dur="500" fill="hold"/>
                                        <p:tgtEl>
                                          <p:spTgt spid="53">
                                            <p:txEl>
                                              <p:pRg st="0" end="0"/>
                                            </p:txEl>
                                          </p:spTgt>
                                        </p:tgtEl>
                                        <p:attrNameLst>
                                          <p:attrName>ppt_w</p:attrName>
                                        </p:attrNameLst>
                                      </p:cBhvr>
                                      <p:tavLst>
                                        <p:tav tm="0">
                                          <p:val>
                                            <p:fltVal val="0"/>
                                          </p:val>
                                        </p:tav>
                                        <p:tav tm="100000">
                                          <p:val>
                                            <p:strVal val="#ppt_w"/>
                                          </p:val>
                                        </p:tav>
                                      </p:tavLst>
                                    </p:anim>
                                    <p:anim calcmode="lin" valueType="num">
                                      <p:cBhvr>
                                        <p:cTn id="38" dur="500" fill="hold"/>
                                        <p:tgtEl>
                                          <p:spTgt spid="53">
                                            <p:txEl>
                                              <p:pRg st="0" end="0"/>
                                            </p:txEl>
                                          </p:spTgt>
                                        </p:tgtEl>
                                        <p:attrNameLst>
                                          <p:attrName>ppt_h</p:attrName>
                                        </p:attrNameLst>
                                      </p:cBhvr>
                                      <p:tavLst>
                                        <p:tav tm="0">
                                          <p:val>
                                            <p:fltVal val="0"/>
                                          </p:val>
                                        </p:tav>
                                        <p:tav tm="100000">
                                          <p:val>
                                            <p:strVal val="#ppt_h"/>
                                          </p:val>
                                        </p:tav>
                                      </p:tavLst>
                                    </p:anim>
                                    <p:animEffect transition="in" filter="fade">
                                      <p:cBhvr>
                                        <p:cTn id="39" dur="500"/>
                                        <p:tgtEl>
                                          <p:spTgt spid="53">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wipe(left)">
                                      <p:cBhvr>
                                        <p:cTn id="44" dur="500"/>
                                        <p:tgtEl>
                                          <p:spTgt spid="22"/>
                                        </p:tgtEl>
                                      </p:cBhvr>
                                    </p:animEffect>
                                  </p:childTnLst>
                                </p:cTn>
                              </p:par>
                            </p:childTnLst>
                          </p:cTn>
                        </p:par>
                        <p:par>
                          <p:cTn id="45" fill="hold">
                            <p:stCondLst>
                              <p:cond delay="500"/>
                            </p:stCondLst>
                            <p:childTnLst>
                              <p:par>
                                <p:cTn id="46" presetID="53" presetClass="entr" presetSubtype="16" fill="hold" grpId="0" nodeType="afterEffect">
                                  <p:stCondLst>
                                    <p:cond delay="0"/>
                                  </p:stCondLst>
                                  <p:childTnLst>
                                    <p:set>
                                      <p:cBhvr>
                                        <p:cTn id="47" dur="1" fill="hold">
                                          <p:stCondLst>
                                            <p:cond delay="0"/>
                                          </p:stCondLst>
                                        </p:cTn>
                                        <p:tgtEl>
                                          <p:spTgt spid="25"/>
                                        </p:tgtEl>
                                        <p:attrNameLst>
                                          <p:attrName>style.visibility</p:attrName>
                                        </p:attrNameLst>
                                      </p:cBhvr>
                                      <p:to>
                                        <p:strVal val="visible"/>
                                      </p:to>
                                    </p:set>
                                    <p:anim calcmode="lin" valueType="num">
                                      <p:cBhvr>
                                        <p:cTn id="48" dur="500" fill="hold"/>
                                        <p:tgtEl>
                                          <p:spTgt spid="25"/>
                                        </p:tgtEl>
                                        <p:attrNameLst>
                                          <p:attrName>ppt_w</p:attrName>
                                        </p:attrNameLst>
                                      </p:cBhvr>
                                      <p:tavLst>
                                        <p:tav tm="0">
                                          <p:val>
                                            <p:fltVal val="0"/>
                                          </p:val>
                                        </p:tav>
                                        <p:tav tm="100000">
                                          <p:val>
                                            <p:strVal val="#ppt_w"/>
                                          </p:val>
                                        </p:tav>
                                      </p:tavLst>
                                    </p:anim>
                                    <p:anim calcmode="lin" valueType="num">
                                      <p:cBhvr>
                                        <p:cTn id="49" dur="500" fill="hold"/>
                                        <p:tgtEl>
                                          <p:spTgt spid="25"/>
                                        </p:tgtEl>
                                        <p:attrNameLst>
                                          <p:attrName>ppt_h</p:attrName>
                                        </p:attrNameLst>
                                      </p:cBhvr>
                                      <p:tavLst>
                                        <p:tav tm="0">
                                          <p:val>
                                            <p:fltVal val="0"/>
                                          </p:val>
                                        </p:tav>
                                        <p:tav tm="100000">
                                          <p:val>
                                            <p:strVal val="#ppt_h"/>
                                          </p:val>
                                        </p:tav>
                                      </p:tavLst>
                                    </p:anim>
                                    <p:animEffect transition="in" filter="fade">
                                      <p:cBhvr>
                                        <p:cTn id="50" dur="500"/>
                                        <p:tgtEl>
                                          <p:spTgt spid="25"/>
                                        </p:tgtEl>
                                      </p:cBhvr>
                                    </p:animEffect>
                                  </p:childTnLst>
                                </p:cTn>
                              </p:par>
                            </p:childTnLst>
                          </p:cTn>
                        </p:par>
                      </p:childTnLst>
                    </p:cTn>
                  </p:par>
                  <p:par>
                    <p:cTn id="51" fill="hold">
                      <p:stCondLst>
                        <p:cond delay="indefinite"/>
                      </p:stCondLst>
                      <p:childTnLst>
                        <p:par>
                          <p:cTn id="52" fill="hold">
                            <p:stCondLst>
                              <p:cond delay="0"/>
                            </p:stCondLst>
                            <p:childTnLst>
                              <p:par>
                                <p:cTn id="53" presetID="53" presetClass="entr" presetSubtype="16" fill="hold" grpId="0" nodeType="clickEffect">
                                  <p:stCondLst>
                                    <p:cond delay="0"/>
                                  </p:stCondLst>
                                  <p:childTnLst>
                                    <p:set>
                                      <p:cBhvr>
                                        <p:cTn id="54" dur="1" fill="hold">
                                          <p:stCondLst>
                                            <p:cond delay="0"/>
                                          </p:stCondLst>
                                        </p:cTn>
                                        <p:tgtEl>
                                          <p:spTgt spid="53">
                                            <p:txEl>
                                              <p:pRg st="1" end="1"/>
                                            </p:txEl>
                                          </p:spTgt>
                                        </p:tgtEl>
                                        <p:attrNameLst>
                                          <p:attrName>style.visibility</p:attrName>
                                        </p:attrNameLst>
                                      </p:cBhvr>
                                      <p:to>
                                        <p:strVal val="visible"/>
                                      </p:to>
                                    </p:set>
                                    <p:anim calcmode="lin" valueType="num">
                                      <p:cBhvr>
                                        <p:cTn id="55" dur="500" fill="hold"/>
                                        <p:tgtEl>
                                          <p:spTgt spid="53">
                                            <p:txEl>
                                              <p:pRg st="1" end="1"/>
                                            </p:txEl>
                                          </p:spTgt>
                                        </p:tgtEl>
                                        <p:attrNameLst>
                                          <p:attrName>ppt_w</p:attrName>
                                        </p:attrNameLst>
                                      </p:cBhvr>
                                      <p:tavLst>
                                        <p:tav tm="0">
                                          <p:val>
                                            <p:fltVal val="0"/>
                                          </p:val>
                                        </p:tav>
                                        <p:tav tm="100000">
                                          <p:val>
                                            <p:strVal val="#ppt_w"/>
                                          </p:val>
                                        </p:tav>
                                      </p:tavLst>
                                    </p:anim>
                                    <p:anim calcmode="lin" valueType="num">
                                      <p:cBhvr>
                                        <p:cTn id="56" dur="500" fill="hold"/>
                                        <p:tgtEl>
                                          <p:spTgt spid="53">
                                            <p:txEl>
                                              <p:pRg st="1" end="1"/>
                                            </p:txEl>
                                          </p:spTgt>
                                        </p:tgtEl>
                                        <p:attrNameLst>
                                          <p:attrName>ppt_h</p:attrName>
                                        </p:attrNameLst>
                                      </p:cBhvr>
                                      <p:tavLst>
                                        <p:tav tm="0">
                                          <p:val>
                                            <p:fltVal val="0"/>
                                          </p:val>
                                        </p:tav>
                                        <p:tav tm="100000">
                                          <p:val>
                                            <p:strVal val="#ppt_h"/>
                                          </p:val>
                                        </p:tav>
                                      </p:tavLst>
                                    </p:anim>
                                    <p:animEffect transition="in" filter="fade">
                                      <p:cBhvr>
                                        <p:cTn id="57" dur="500"/>
                                        <p:tgtEl>
                                          <p:spTgt spid="53">
                                            <p:txEl>
                                              <p:pRg st="1" end="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56"/>
                                        </p:tgtEl>
                                        <p:attrNameLst>
                                          <p:attrName>style.visibility</p:attrName>
                                        </p:attrNameLst>
                                      </p:cBhvr>
                                      <p:to>
                                        <p:strVal val="visible"/>
                                      </p:to>
                                    </p:set>
                                    <p:animEffect transition="in" filter="wipe(left)">
                                      <p:cBhvr>
                                        <p:cTn id="62" dur="500"/>
                                        <p:tgtEl>
                                          <p:spTgt spid="56"/>
                                        </p:tgtEl>
                                      </p:cBhvr>
                                    </p:animEffect>
                                  </p:childTnLst>
                                </p:cTn>
                              </p:par>
                            </p:childTnLst>
                          </p:cTn>
                        </p:par>
                        <p:par>
                          <p:cTn id="63" fill="hold">
                            <p:stCondLst>
                              <p:cond delay="500"/>
                            </p:stCondLst>
                            <p:childTnLst>
                              <p:par>
                                <p:cTn id="64" presetID="53" presetClass="entr" presetSubtype="16" fill="hold" grpId="0" nodeType="afterEffect">
                                  <p:stCondLst>
                                    <p:cond delay="0"/>
                                  </p:stCondLst>
                                  <p:childTnLst>
                                    <p:set>
                                      <p:cBhvr>
                                        <p:cTn id="65" dur="1" fill="hold">
                                          <p:stCondLst>
                                            <p:cond delay="0"/>
                                          </p:stCondLst>
                                        </p:cTn>
                                        <p:tgtEl>
                                          <p:spTgt spid="45"/>
                                        </p:tgtEl>
                                        <p:attrNameLst>
                                          <p:attrName>style.visibility</p:attrName>
                                        </p:attrNameLst>
                                      </p:cBhvr>
                                      <p:to>
                                        <p:strVal val="visible"/>
                                      </p:to>
                                    </p:set>
                                    <p:anim calcmode="lin" valueType="num">
                                      <p:cBhvr>
                                        <p:cTn id="66" dur="500" fill="hold"/>
                                        <p:tgtEl>
                                          <p:spTgt spid="45"/>
                                        </p:tgtEl>
                                        <p:attrNameLst>
                                          <p:attrName>ppt_w</p:attrName>
                                        </p:attrNameLst>
                                      </p:cBhvr>
                                      <p:tavLst>
                                        <p:tav tm="0">
                                          <p:val>
                                            <p:fltVal val="0"/>
                                          </p:val>
                                        </p:tav>
                                        <p:tav tm="100000">
                                          <p:val>
                                            <p:strVal val="#ppt_w"/>
                                          </p:val>
                                        </p:tav>
                                      </p:tavLst>
                                    </p:anim>
                                    <p:anim calcmode="lin" valueType="num">
                                      <p:cBhvr>
                                        <p:cTn id="67" dur="500" fill="hold"/>
                                        <p:tgtEl>
                                          <p:spTgt spid="45"/>
                                        </p:tgtEl>
                                        <p:attrNameLst>
                                          <p:attrName>ppt_h</p:attrName>
                                        </p:attrNameLst>
                                      </p:cBhvr>
                                      <p:tavLst>
                                        <p:tav tm="0">
                                          <p:val>
                                            <p:fltVal val="0"/>
                                          </p:val>
                                        </p:tav>
                                        <p:tav tm="100000">
                                          <p:val>
                                            <p:strVal val="#ppt_h"/>
                                          </p:val>
                                        </p:tav>
                                      </p:tavLst>
                                    </p:anim>
                                    <p:animEffect transition="in" filter="fade">
                                      <p:cBhvr>
                                        <p:cTn id="68" dur="500"/>
                                        <p:tgtEl>
                                          <p:spTgt spid="45"/>
                                        </p:tgtEl>
                                      </p:cBhvr>
                                    </p:animEffect>
                                  </p:childTnLst>
                                </p:cTn>
                              </p:par>
                            </p:childTnLst>
                          </p:cTn>
                        </p:par>
                      </p:childTnLst>
                    </p:cTn>
                  </p:par>
                  <p:par>
                    <p:cTn id="69" fill="hold">
                      <p:stCondLst>
                        <p:cond delay="indefinite"/>
                      </p:stCondLst>
                      <p:childTnLst>
                        <p:par>
                          <p:cTn id="70" fill="hold">
                            <p:stCondLst>
                              <p:cond delay="0"/>
                            </p:stCondLst>
                            <p:childTnLst>
                              <p:par>
                                <p:cTn id="71" presetID="53" presetClass="entr" presetSubtype="16" fill="hold" grpId="0" nodeType="clickEffect">
                                  <p:stCondLst>
                                    <p:cond delay="0"/>
                                  </p:stCondLst>
                                  <p:childTnLst>
                                    <p:set>
                                      <p:cBhvr>
                                        <p:cTn id="72" dur="1" fill="hold">
                                          <p:stCondLst>
                                            <p:cond delay="0"/>
                                          </p:stCondLst>
                                        </p:cTn>
                                        <p:tgtEl>
                                          <p:spTgt spid="53">
                                            <p:txEl>
                                              <p:pRg st="2" end="2"/>
                                            </p:txEl>
                                          </p:spTgt>
                                        </p:tgtEl>
                                        <p:attrNameLst>
                                          <p:attrName>style.visibility</p:attrName>
                                        </p:attrNameLst>
                                      </p:cBhvr>
                                      <p:to>
                                        <p:strVal val="visible"/>
                                      </p:to>
                                    </p:set>
                                    <p:anim calcmode="lin" valueType="num">
                                      <p:cBhvr>
                                        <p:cTn id="73" dur="500" fill="hold"/>
                                        <p:tgtEl>
                                          <p:spTgt spid="53">
                                            <p:txEl>
                                              <p:pRg st="2" end="2"/>
                                            </p:txEl>
                                          </p:spTgt>
                                        </p:tgtEl>
                                        <p:attrNameLst>
                                          <p:attrName>ppt_w</p:attrName>
                                        </p:attrNameLst>
                                      </p:cBhvr>
                                      <p:tavLst>
                                        <p:tav tm="0">
                                          <p:val>
                                            <p:fltVal val="0"/>
                                          </p:val>
                                        </p:tav>
                                        <p:tav tm="100000">
                                          <p:val>
                                            <p:strVal val="#ppt_w"/>
                                          </p:val>
                                        </p:tav>
                                      </p:tavLst>
                                    </p:anim>
                                    <p:anim calcmode="lin" valueType="num">
                                      <p:cBhvr>
                                        <p:cTn id="74" dur="500" fill="hold"/>
                                        <p:tgtEl>
                                          <p:spTgt spid="53">
                                            <p:txEl>
                                              <p:pRg st="2" end="2"/>
                                            </p:txEl>
                                          </p:spTgt>
                                        </p:tgtEl>
                                        <p:attrNameLst>
                                          <p:attrName>ppt_h</p:attrName>
                                        </p:attrNameLst>
                                      </p:cBhvr>
                                      <p:tavLst>
                                        <p:tav tm="0">
                                          <p:val>
                                            <p:fltVal val="0"/>
                                          </p:val>
                                        </p:tav>
                                        <p:tav tm="100000">
                                          <p:val>
                                            <p:strVal val="#ppt_h"/>
                                          </p:val>
                                        </p:tav>
                                      </p:tavLst>
                                    </p:anim>
                                    <p:animEffect transition="in" filter="fade">
                                      <p:cBhvr>
                                        <p:cTn id="75" dur="500"/>
                                        <p:tgtEl>
                                          <p:spTgt spid="53">
                                            <p:txEl>
                                              <p:pRg st="2" end="2"/>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24"/>
                                        </p:tgtEl>
                                        <p:attrNameLst>
                                          <p:attrName>style.visibility</p:attrName>
                                        </p:attrNameLst>
                                      </p:cBhvr>
                                      <p:to>
                                        <p:strVal val="visible"/>
                                      </p:to>
                                    </p:set>
                                    <p:animEffect transition="in" filter="wipe(left)">
                                      <p:cBhvr>
                                        <p:cTn id="80" dur="500"/>
                                        <p:tgtEl>
                                          <p:spTgt spid="24"/>
                                        </p:tgtEl>
                                      </p:cBhvr>
                                    </p:animEffect>
                                  </p:childTnLst>
                                </p:cTn>
                              </p:par>
                            </p:childTnLst>
                          </p:cTn>
                        </p:par>
                        <p:par>
                          <p:cTn id="81" fill="hold">
                            <p:stCondLst>
                              <p:cond delay="500"/>
                            </p:stCondLst>
                            <p:childTnLst>
                              <p:par>
                                <p:cTn id="82" presetID="53" presetClass="entr" presetSubtype="16" fill="hold" grpId="0" nodeType="afterEffect">
                                  <p:stCondLst>
                                    <p:cond delay="0"/>
                                  </p:stCondLst>
                                  <p:childTnLst>
                                    <p:set>
                                      <p:cBhvr>
                                        <p:cTn id="83" dur="1" fill="hold">
                                          <p:stCondLst>
                                            <p:cond delay="0"/>
                                          </p:stCondLst>
                                        </p:cTn>
                                        <p:tgtEl>
                                          <p:spTgt spid="26"/>
                                        </p:tgtEl>
                                        <p:attrNameLst>
                                          <p:attrName>style.visibility</p:attrName>
                                        </p:attrNameLst>
                                      </p:cBhvr>
                                      <p:to>
                                        <p:strVal val="visible"/>
                                      </p:to>
                                    </p:set>
                                    <p:anim calcmode="lin" valueType="num">
                                      <p:cBhvr>
                                        <p:cTn id="84" dur="500" fill="hold"/>
                                        <p:tgtEl>
                                          <p:spTgt spid="26"/>
                                        </p:tgtEl>
                                        <p:attrNameLst>
                                          <p:attrName>ppt_w</p:attrName>
                                        </p:attrNameLst>
                                      </p:cBhvr>
                                      <p:tavLst>
                                        <p:tav tm="0">
                                          <p:val>
                                            <p:fltVal val="0"/>
                                          </p:val>
                                        </p:tav>
                                        <p:tav tm="100000">
                                          <p:val>
                                            <p:strVal val="#ppt_w"/>
                                          </p:val>
                                        </p:tav>
                                      </p:tavLst>
                                    </p:anim>
                                    <p:anim calcmode="lin" valueType="num">
                                      <p:cBhvr>
                                        <p:cTn id="85" dur="500" fill="hold"/>
                                        <p:tgtEl>
                                          <p:spTgt spid="26"/>
                                        </p:tgtEl>
                                        <p:attrNameLst>
                                          <p:attrName>ppt_h</p:attrName>
                                        </p:attrNameLst>
                                      </p:cBhvr>
                                      <p:tavLst>
                                        <p:tav tm="0">
                                          <p:val>
                                            <p:fltVal val="0"/>
                                          </p:val>
                                        </p:tav>
                                        <p:tav tm="100000">
                                          <p:val>
                                            <p:strVal val="#ppt_h"/>
                                          </p:val>
                                        </p:tav>
                                      </p:tavLst>
                                    </p:anim>
                                    <p:animEffect transition="in" filter="fade">
                                      <p:cBhvr>
                                        <p:cTn id="86" dur="500"/>
                                        <p:tgtEl>
                                          <p:spTgt spid="26"/>
                                        </p:tgtEl>
                                      </p:cBhvr>
                                    </p:animEffect>
                                  </p:childTnLst>
                                </p:cTn>
                              </p:par>
                            </p:childTnLst>
                          </p:cTn>
                        </p:par>
                      </p:childTnLst>
                    </p:cTn>
                  </p:par>
                  <p:par>
                    <p:cTn id="87" fill="hold">
                      <p:stCondLst>
                        <p:cond delay="indefinite"/>
                      </p:stCondLst>
                      <p:childTnLst>
                        <p:par>
                          <p:cTn id="88" fill="hold">
                            <p:stCondLst>
                              <p:cond delay="0"/>
                            </p:stCondLst>
                            <p:childTnLst>
                              <p:par>
                                <p:cTn id="89" presetID="53" presetClass="entr" presetSubtype="16" fill="hold" grpId="0" nodeType="clickEffect">
                                  <p:stCondLst>
                                    <p:cond delay="0"/>
                                  </p:stCondLst>
                                  <p:childTnLst>
                                    <p:set>
                                      <p:cBhvr>
                                        <p:cTn id="90" dur="1" fill="hold">
                                          <p:stCondLst>
                                            <p:cond delay="0"/>
                                          </p:stCondLst>
                                        </p:cTn>
                                        <p:tgtEl>
                                          <p:spTgt spid="27"/>
                                        </p:tgtEl>
                                        <p:attrNameLst>
                                          <p:attrName>style.visibility</p:attrName>
                                        </p:attrNameLst>
                                      </p:cBhvr>
                                      <p:to>
                                        <p:strVal val="visible"/>
                                      </p:to>
                                    </p:set>
                                    <p:anim calcmode="lin" valueType="num">
                                      <p:cBhvr>
                                        <p:cTn id="91" dur="500" fill="hold"/>
                                        <p:tgtEl>
                                          <p:spTgt spid="27"/>
                                        </p:tgtEl>
                                        <p:attrNameLst>
                                          <p:attrName>ppt_w</p:attrName>
                                        </p:attrNameLst>
                                      </p:cBhvr>
                                      <p:tavLst>
                                        <p:tav tm="0">
                                          <p:val>
                                            <p:fltVal val="0"/>
                                          </p:val>
                                        </p:tav>
                                        <p:tav tm="100000">
                                          <p:val>
                                            <p:strVal val="#ppt_w"/>
                                          </p:val>
                                        </p:tav>
                                      </p:tavLst>
                                    </p:anim>
                                    <p:anim calcmode="lin" valueType="num">
                                      <p:cBhvr>
                                        <p:cTn id="92" dur="500" fill="hold"/>
                                        <p:tgtEl>
                                          <p:spTgt spid="27"/>
                                        </p:tgtEl>
                                        <p:attrNameLst>
                                          <p:attrName>ppt_h</p:attrName>
                                        </p:attrNameLst>
                                      </p:cBhvr>
                                      <p:tavLst>
                                        <p:tav tm="0">
                                          <p:val>
                                            <p:fltVal val="0"/>
                                          </p:val>
                                        </p:tav>
                                        <p:tav tm="100000">
                                          <p:val>
                                            <p:strVal val="#ppt_h"/>
                                          </p:val>
                                        </p:tav>
                                      </p:tavLst>
                                    </p:anim>
                                    <p:animEffect transition="in" filter="fade">
                                      <p:cBhvr>
                                        <p:cTn id="93" dur="500"/>
                                        <p:tgtEl>
                                          <p:spTgt spid="27"/>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nodeType="clickEffect">
                                  <p:stCondLst>
                                    <p:cond delay="0"/>
                                  </p:stCondLst>
                                  <p:childTnLst>
                                    <p:set>
                                      <p:cBhvr>
                                        <p:cTn id="97" dur="1" fill="hold">
                                          <p:stCondLst>
                                            <p:cond delay="0"/>
                                          </p:stCondLst>
                                        </p:cTn>
                                        <p:tgtEl>
                                          <p:spTgt spid="29"/>
                                        </p:tgtEl>
                                        <p:attrNameLst>
                                          <p:attrName>style.visibility</p:attrName>
                                        </p:attrNameLst>
                                      </p:cBhvr>
                                      <p:to>
                                        <p:strVal val="visible"/>
                                      </p:to>
                                    </p:set>
                                    <p:animEffect transition="in" filter="wipe(left)">
                                      <p:cBhvr>
                                        <p:cTn id="98" dur="500"/>
                                        <p:tgtEl>
                                          <p:spTgt spid="29"/>
                                        </p:tgtEl>
                                      </p:cBhvr>
                                    </p:animEffect>
                                  </p:childTnLst>
                                </p:cTn>
                              </p:par>
                            </p:childTnLst>
                          </p:cTn>
                        </p:par>
                        <p:par>
                          <p:cTn id="99" fill="hold">
                            <p:stCondLst>
                              <p:cond delay="500"/>
                            </p:stCondLst>
                            <p:childTnLst>
                              <p:par>
                                <p:cTn id="100" presetID="53" presetClass="entr" presetSubtype="16" fill="hold" grpId="0" nodeType="afterEffect">
                                  <p:stCondLst>
                                    <p:cond delay="0"/>
                                  </p:stCondLst>
                                  <p:childTnLst>
                                    <p:set>
                                      <p:cBhvr>
                                        <p:cTn id="101" dur="1" fill="hold">
                                          <p:stCondLst>
                                            <p:cond delay="0"/>
                                          </p:stCondLst>
                                        </p:cTn>
                                        <p:tgtEl>
                                          <p:spTgt spid="32"/>
                                        </p:tgtEl>
                                        <p:attrNameLst>
                                          <p:attrName>style.visibility</p:attrName>
                                        </p:attrNameLst>
                                      </p:cBhvr>
                                      <p:to>
                                        <p:strVal val="visible"/>
                                      </p:to>
                                    </p:set>
                                    <p:anim calcmode="lin" valueType="num">
                                      <p:cBhvr>
                                        <p:cTn id="102" dur="500" fill="hold"/>
                                        <p:tgtEl>
                                          <p:spTgt spid="32"/>
                                        </p:tgtEl>
                                        <p:attrNameLst>
                                          <p:attrName>ppt_w</p:attrName>
                                        </p:attrNameLst>
                                      </p:cBhvr>
                                      <p:tavLst>
                                        <p:tav tm="0">
                                          <p:val>
                                            <p:fltVal val="0"/>
                                          </p:val>
                                        </p:tav>
                                        <p:tav tm="100000">
                                          <p:val>
                                            <p:strVal val="#ppt_w"/>
                                          </p:val>
                                        </p:tav>
                                      </p:tavLst>
                                    </p:anim>
                                    <p:anim calcmode="lin" valueType="num">
                                      <p:cBhvr>
                                        <p:cTn id="103" dur="500" fill="hold"/>
                                        <p:tgtEl>
                                          <p:spTgt spid="32"/>
                                        </p:tgtEl>
                                        <p:attrNameLst>
                                          <p:attrName>ppt_h</p:attrName>
                                        </p:attrNameLst>
                                      </p:cBhvr>
                                      <p:tavLst>
                                        <p:tav tm="0">
                                          <p:val>
                                            <p:fltVal val="0"/>
                                          </p:val>
                                        </p:tav>
                                        <p:tav tm="100000">
                                          <p:val>
                                            <p:strVal val="#ppt_h"/>
                                          </p:val>
                                        </p:tav>
                                      </p:tavLst>
                                    </p:anim>
                                    <p:animEffect transition="in" filter="fade">
                                      <p:cBhvr>
                                        <p:cTn id="104" dur="500"/>
                                        <p:tgtEl>
                                          <p:spTgt spid="32"/>
                                        </p:tgtEl>
                                      </p:cBhvr>
                                    </p:animEffect>
                                  </p:childTnLst>
                                </p:cTn>
                              </p:par>
                            </p:childTnLst>
                          </p:cTn>
                        </p:par>
                      </p:childTnLst>
                    </p:cTn>
                  </p:par>
                  <p:par>
                    <p:cTn id="105" fill="hold">
                      <p:stCondLst>
                        <p:cond delay="indefinite"/>
                      </p:stCondLst>
                      <p:childTnLst>
                        <p:par>
                          <p:cTn id="106" fill="hold">
                            <p:stCondLst>
                              <p:cond delay="0"/>
                            </p:stCondLst>
                            <p:childTnLst>
                              <p:par>
                                <p:cTn id="107" presetID="53" presetClass="entr" presetSubtype="16" fill="hold" grpId="0" nodeType="clickEffect">
                                  <p:stCondLst>
                                    <p:cond delay="0"/>
                                  </p:stCondLst>
                                  <p:childTnLst>
                                    <p:set>
                                      <p:cBhvr>
                                        <p:cTn id="108" dur="1" fill="hold">
                                          <p:stCondLst>
                                            <p:cond delay="0"/>
                                          </p:stCondLst>
                                        </p:cTn>
                                        <p:tgtEl>
                                          <p:spTgt spid="36"/>
                                        </p:tgtEl>
                                        <p:attrNameLst>
                                          <p:attrName>style.visibility</p:attrName>
                                        </p:attrNameLst>
                                      </p:cBhvr>
                                      <p:to>
                                        <p:strVal val="visible"/>
                                      </p:to>
                                    </p:set>
                                    <p:anim calcmode="lin" valueType="num">
                                      <p:cBhvr>
                                        <p:cTn id="109" dur="500" fill="hold"/>
                                        <p:tgtEl>
                                          <p:spTgt spid="36"/>
                                        </p:tgtEl>
                                        <p:attrNameLst>
                                          <p:attrName>ppt_w</p:attrName>
                                        </p:attrNameLst>
                                      </p:cBhvr>
                                      <p:tavLst>
                                        <p:tav tm="0">
                                          <p:val>
                                            <p:fltVal val="0"/>
                                          </p:val>
                                        </p:tav>
                                        <p:tav tm="100000">
                                          <p:val>
                                            <p:strVal val="#ppt_w"/>
                                          </p:val>
                                        </p:tav>
                                      </p:tavLst>
                                    </p:anim>
                                    <p:anim calcmode="lin" valueType="num">
                                      <p:cBhvr>
                                        <p:cTn id="110" dur="500" fill="hold"/>
                                        <p:tgtEl>
                                          <p:spTgt spid="36"/>
                                        </p:tgtEl>
                                        <p:attrNameLst>
                                          <p:attrName>ppt_h</p:attrName>
                                        </p:attrNameLst>
                                      </p:cBhvr>
                                      <p:tavLst>
                                        <p:tav tm="0">
                                          <p:val>
                                            <p:fltVal val="0"/>
                                          </p:val>
                                        </p:tav>
                                        <p:tav tm="100000">
                                          <p:val>
                                            <p:strVal val="#ppt_h"/>
                                          </p:val>
                                        </p:tav>
                                      </p:tavLst>
                                    </p:anim>
                                    <p:animEffect transition="in" filter="fade">
                                      <p:cBhvr>
                                        <p:cTn id="111" dur="500"/>
                                        <p:tgtEl>
                                          <p:spTgt spid="36"/>
                                        </p:tgtEl>
                                      </p:cBhvr>
                                    </p:animEffect>
                                  </p:childTnLst>
                                </p:cTn>
                              </p:par>
                            </p:childTnLst>
                          </p:cTn>
                        </p:par>
                      </p:childTnLst>
                    </p:cTn>
                  </p:par>
                  <p:par>
                    <p:cTn id="112" fill="hold">
                      <p:stCondLst>
                        <p:cond delay="indefinite"/>
                      </p:stCondLst>
                      <p:childTnLst>
                        <p:par>
                          <p:cTn id="113" fill="hold">
                            <p:stCondLst>
                              <p:cond delay="0"/>
                            </p:stCondLst>
                            <p:childTnLst>
                              <p:par>
                                <p:cTn id="114" presetID="53" presetClass="entr" presetSubtype="16" fill="hold" grpId="0" nodeType="clickEffect">
                                  <p:stCondLst>
                                    <p:cond delay="0"/>
                                  </p:stCondLst>
                                  <p:childTnLst>
                                    <p:set>
                                      <p:cBhvr>
                                        <p:cTn id="115" dur="1" fill="hold">
                                          <p:stCondLst>
                                            <p:cond delay="0"/>
                                          </p:stCondLst>
                                        </p:cTn>
                                        <p:tgtEl>
                                          <p:spTgt spid="33"/>
                                        </p:tgtEl>
                                        <p:attrNameLst>
                                          <p:attrName>style.visibility</p:attrName>
                                        </p:attrNameLst>
                                      </p:cBhvr>
                                      <p:to>
                                        <p:strVal val="visible"/>
                                      </p:to>
                                    </p:set>
                                    <p:anim calcmode="lin" valueType="num">
                                      <p:cBhvr>
                                        <p:cTn id="116" dur="500" fill="hold"/>
                                        <p:tgtEl>
                                          <p:spTgt spid="33"/>
                                        </p:tgtEl>
                                        <p:attrNameLst>
                                          <p:attrName>ppt_w</p:attrName>
                                        </p:attrNameLst>
                                      </p:cBhvr>
                                      <p:tavLst>
                                        <p:tav tm="0">
                                          <p:val>
                                            <p:fltVal val="0"/>
                                          </p:val>
                                        </p:tav>
                                        <p:tav tm="100000">
                                          <p:val>
                                            <p:strVal val="#ppt_w"/>
                                          </p:val>
                                        </p:tav>
                                      </p:tavLst>
                                    </p:anim>
                                    <p:anim calcmode="lin" valueType="num">
                                      <p:cBhvr>
                                        <p:cTn id="117" dur="500" fill="hold"/>
                                        <p:tgtEl>
                                          <p:spTgt spid="33"/>
                                        </p:tgtEl>
                                        <p:attrNameLst>
                                          <p:attrName>ppt_h</p:attrName>
                                        </p:attrNameLst>
                                      </p:cBhvr>
                                      <p:tavLst>
                                        <p:tav tm="0">
                                          <p:val>
                                            <p:fltVal val="0"/>
                                          </p:val>
                                        </p:tav>
                                        <p:tav tm="100000">
                                          <p:val>
                                            <p:strVal val="#ppt_h"/>
                                          </p:val>
                                        </p:tav>
                                      </p:tavLst>
                                    </p:anim>
                                    <p:animEffect transition="in" filter="fade">
                                      <p:cBhvr>
                                        <p:cTn id="118" dur="500"/>
                                        <p:tgtEl>
                                          <p:spTgt spid="33"/>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8" fill="hold" nodeType="clickEffect">
                                  <p:stCondLst>
                                    <p:cond delay="0"/>
                                  </p:stCondLst>
                                  <p:childTnLst>
                                    <p:set>
                                      <p:cBhvr>
                                        <p:cTn id="122" dur="1" fill="hold">
                                          <p:stCondLst>
                                            <p:cond delay="0"/>
                                          </p:stCondLst>
                                        </p:cTn>
                                        <p:tgtEl>
                                          <p:spTgt spid="34"/>
                                        </p:tgtEl>
                                        <p:attrNameLst>
                                          <p:attrName>style.visibility</p:attrName>
                                        </p:attrNameLst>
                                      </p:cBhvr>
                                      <p:to>
                                        <p:strVal val="visible"/>
                                      </p:to>
                                    </p:set>
                                    <p:animEffect transition="in" filter="wipe(left)">
                                      <p:cBhvr>
                                        <p:cTn id="123" dur="500"/>
                                        <p:tgtEl>
                                          <p:spTgt spid="34"/>
                                        </p:tgtEl>
                                      </p:cBhvr>
                                    </p:animEffect>
                                  </p:childTnLst>
                                </p:cTn>
                              </p:par>
                            </p:childTnLst>
                          </p:cTn>
                        </p:par>
                        <p:par>
                          <p:cTn id="124" fill="hold">
                            <p:stCondLst>
                              <p:cond delay="500"/>
                            </p:stCondLst>
                            <p:childTnLst>
                              <p:par>
                                <p:cTn id="125" presetID="53" presetClass="entr" presetSubtype="16" fill="hold" grpId="0" nodeType="afterEffect">
                                  <p:stCondLst>
                                    <p:cond delay="0"/>
                                  </p:stCondLst>
                                  <p:childTnLst>
                                    <p:set>
                                      <p:cBhvr>
                                        <p:cTn id="126" dur="1" fill="hold">
                                          <p:stCondLst>
                                            <p:cond delay="0"/>
                                          </p:stCondLst>
                                        </p:cTn>
                                        <p:tgtEl>
                                          <p:spTgt spid="35"/>
                                        </p:tgtEl>
                                        <p:attrNameLst>
                                          <p:attrName>style.visibility</p:attrName>
                                        </p:attrNameLst>
                                      </p:cBhvr>
                                      <p:to>
                                        <p:strVal val="visible"/>
                                      </p:to>
                                    </p:set>
                                    <p:anim calcmode="lin" valueType="num">
                                      <p:cBhvr>
                                        <p:cTn id="127" dur="500" fill="hold"/>
                                        <p:tgtEl>
                                          <p:spTgt spid="35"/>
                                        </p:tgtEl>
                                        <p:attrNameLst>
                                          <p:attrName>ppt_w</p:attrName>
                                        </p:attrNameLst>
                                      </p:cBhvr>
                                      <p:tavLst>
                                        <p:tav tm="0">
                                          <p:val>
                                            <p:fltVal val="0"/>
                                          </p:val>
                                        </p:tav>
                                        <p:tav tm="100000">
                                          <p:val>
                                            <p:strVal val="#ppt_w"/>
                                          </p:val>
                                        </p:tav>
                                      </p:tavLst>
                                    </p:anim>
                                    <p:anim calcmode="lin" valueType="num">
                                      <p:cBhvr>
                                        <p:cTn id="128" dur="500" fill="hold"/>
                                        <p:tgtEl>
                                          <p:spTgt spid="35"/>
                                        </p:tgtEl>
                                        <p:attrNameLst>
                                          <p:attrName>ppt_h</p:attrName>
                                        </p:attrNameLst>
                                      </p:cBhvr>
                                      <p:tavLst>
                                        <p:tav tm="0">
                                          <p:val>
                                            <p:fltVal val="0"/>
                                          </p:val>
                                        </p:tav>
                                        <p:tav tm="100000">
                                          <p:val>
                                            <p:strVal val="#ppt_h"/>
                                          </p:val>
                                        </p:tav>
                                      </p:tavLst>
                                    </p:anim>
                                    <p:animEffect transition="in" filter="fade">
                                      <p:cBhvr>
                                        <p:cTn id="129"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5" grpId="0"/>
      <p:bldP spid="53" grpId="0" uiExpand="1" build="p"/>
      <p:bldP spid="25" grpId="0"/>
      <p:bldP spid="26" grpId="0"/>
      <p:bldP spid="27" grpId="0"/>
      <p:bldP spid="32" grpId="0"/>
      <p:bldP spid="33" grpId="0"/>
      <p:bldP spid="35" grpId="0"/>
      <p:bldP spid="3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076325"/>
            <a:ext cx="8229600" cy="696491"/>
          </a:xfrm>
        </p:spPr>
        <p:txBody>
          <a:bodyPr/>
          <a:lstStyle/>
          <a:p>
            <a:r>
              <a:rPr lang="es-ES" sz="1800" b="0" dirty="0">
                <a:latin typeface="Adobe Gothic Std B" pitchFamily="34" charset="-128"/>
                <a:ea typeface="Adobe Gothic Std B" pitchFamily="34" charset="-128"/>
              </a:rPr>
              <a:t>A priori, si tenemos muchos objetos de varias subclases (</a:t>
            </a:r>
            <a:r>
              <a:rPr lang="es-ES" sz="1800" b="0" dirty="0" err="1">
                <a:latin typeface="Adobe Gothic Std B" pitchFamily="34" charset="-128"/>
                <a:ea typeface="Adobe Gothic Std B" pitchFamily="34" charset="-128"/>
              </a:rPr>
              <a:t>p.e</a:t>
            </a:r>
            <a:r>
              <a:rPr lang="es-ES" sz="1800" b="0" dirty="0">
                <a:latin typeface="Adobe Gothic Std B" pitchFamily="34" charset="-128"/>
                <a:ea typeface="Adobe Gothic Std B" pitchFamily="34" charset="-128"/>
              </a:rPr>
              <a:t>. pollitos, gallinas...) necesitamos un </a:t>
            </a:r>
            <a:r>
              <a:rPr lang="es-ES" sz="1800" b="0" dirty="0" err="1">
                <a:latin typeface="Adobe Gothic Std B" pitchFamily="34" charset="-128"/>
                <a:ea typeface="Adobe Gothic Std B" pitchFamily="34" charset="-128"/>
              </a:rPr>
              <a:t>array</a:t>
            </a:r>
            <a:r>
              <a:rPr lang="es-ES" sz="1800" b="0" dirty="0">
                <a:latin typeface="Adobe Gothic Std B" pitchFamily="34" charset="-128"/>
                <a:ea typeface="Adobe Gothic Std B" pitchFamily="34" charset="-128"/>
              </a:rPr>
              <a:t> para cada una de esas subclases.</a:t>
            </a:r>
          </a:p>
        </p:txBody>
      </p:sp>
      <p:grpSp>
        <p:nvGrpSpPr>
          <p:cNvPr id="46" name="45 Grupo"/>
          <p:cNvGrpSpPr/>
          <p:nvPr/>
        </p:nvGrpSpPr>
        <p:grpSpPr>
          <a:xfrm>
            <a:off x="2449860" y="1772816"/>
            <a:ext cx="1925177" cy="362883"/>
            <a:chOff x="496802" y="3861048"/>
            <a:chExt cx="3925037" cy="855722"/>
          </a:xfrm>
        </p:grpSpPr>
        <p:sp>
          <p:nvSpPr>
            <p:cNvPr id="47" name="46 Rectángulo"/>
            <p:cNvSpPr/>
            <p:nvPr/>
          </p:nvSpPr>
          <p:spPr bwMode="auto">
            <a:xfrm>
              <a:off x="496802"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8" name="47 Rectángulo"/>
            <p:cNvSpPr/>
            <p:nvPr/>
          </p:nvSpPr>
          <p:spPr bwMode="auto">
            <a:xfrm>
              <a:off x="1282745"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9" name="48 Rectángulo"/>
            <p:cNvSpPr/>
            <p:nvPr/>
          </p:nvSpPr>
          <p:spPr bwMode="auto">
            <a:xfrm>
              <a:off x="2063542"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0" name="49 Rectángulo"/>
            <p:cNvSpPr/>
            <p:nvPr/>
          </p:nvSpPr>
          <p:spPr bwMode="auto">
            <a:xfrm>
              <a:off x="2846945"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1" name="50 Rectángulo"/>
            <p:cNvSpPr/>
            <p:nvPr/>
          </p:nvSpPr>
          <p:spPr bwMode="auto">
            <a:xfrm>
              <a:off x="3635896"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52" name="51 Grupo"/>
          <p:cNvGrpSpPr/>
          <p:nvPr/>
        </p:nvGrpSpPr>
        <p:grpSpPr>
          <a:xfrm>
            <a:off x="4647823" y="1772816"/>
            <a:ext cx="1925177" cy="362883"/>
            <a:chOff x="496802" y="3861048"/>
            <a:chExt cx="3925037" cy="855722"/>
          </a:xfrm>
        </p:grpSpPr>
        <p:sp>
          <p:nvSpPr>
            <p:cNvPr id="53" name="52 Rectángulo"/>
            <p:cNvSpPr/>
            <p:nvPr/>
          </p:nvSpPr>
          <p:spPr bwMode="auto">
            <a:xfrm>
              <a:off x="496802"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4" name="53 Rectángulo"/>
            <p:cNvSpPr/>
            <p:nvPr/>
          </p:nvSpPr>
          <p:spPr bwMode="auto">
            <a:xfrm>
              <a:off x="1282745"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5" name="54 Rectángulo"/>
            <p:cNvSpPr/>
            <p:nvPr/>
          </p:nvSpPr>
          <p:spPr bwMode="auto">
            <a:xfrm>
              <a:off x="2063542"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6" name="55 Rectángulo"/>
            <p:cNvSpPr/>
            <p:nvPr/>
          </p:nvSpPr>
          <p:spPr bwMode="auto">
            <a:xfrm>
              <a:off x="2846945"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7" name="56 Rectángulo"/>
            <p:cNvSpPr/>
            <p:nvPr/>
          </p:nvSpPr>
          <p:spPr bwMode="auto">
            <a:xfrm>
              <a:off x="3635896"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58" name="57 Grupo"/>
          <p:cNvGrpSpPr/>
          <p:nvPr/>
        </p:nvGrpSpPr>
        <p:grpSpPr>
          <a:xfrm>
            <a:off x="6823287" y="1772816"/>
            <a:ext cx="1925177" cy="362883"/>
            <a:chOff x="496802" y="3861048"/>
            <a:chExt cx="3925037" cy="855722"/>
          </a:xfrm>
        </p:grpSpPr>
        <p:sp>
          <p:nvSpPr>
            <p:cNvPr id="59" name="58 Rectángulo"/>
            <p:cNvSpPr/>
            <p:nvPr/>
          </p:nvSpPr>
          <p:spPr bwMode="auto">
            <a:xfrm>
              <a:off x="496802"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0" name="59 Rectángulo"/>
            <p:cNvSpPr/>
            <p:nvPr/>
          </p:nvSpPr>
          <p:spPr bwMode="auto">
            <a:xfrm>
              <a:off x="1282745"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1" name="60 Rectángulo"/>
            <p:cNvSpPr/>
            <p:nvPr/>
          </p:nvSpPr>
          <p:spPr bwMode="auto">
            <a:xfrm>
              <a:off x="2063542"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2" name="61 Rectángulo"/>
            <p:cNvSpPr/>
            <p:nvPr/>
          </p:nvSpPr>
          <p:spPr bwMode="auto">
            <a:xfrm>
              <a:off x="2846945"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3" name="62 Rectángulo"/>
            <p:cNvSpPr/>
            <p:nvPr/>
          </p:nvSpPr>
          <p:spPr bwMode="auto">
            <a:xfrm>
              <a:off x="3635896"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sp>
        <p:nvSpPr>
          <p:cNvPr id="2" name="1 Título"/>
          <p:cNvSpPr>
            <a:spLocks noGrp="1"/>
          </p:cNvSpPr>
          <p:nvPr>
            <p:ph type="title"/>
          </p:nvPr>
        </p:nvSpPr>
        <p:spPr/>
        <p:txBody>
          <a:bodyPr/>
          <a:lstStyle/>
          <a:p>
            <a:r>
              <a:rPr lang="es-ES" dirty="0"/>
              <a:t>RESUMEN POLIMORFISMO</a:t>
            </a:r>
          </a:p>
        </p:txBody>
      </p:sp>
      <p:grpSp>
        <p:nvGrpSpPr>
          <p:cNvPr id="5" name="4 Grupo"/>
          <p:cNvGrpSpPr/>
          <p:nvPr/>
        </p:nvGrpSpPr>
        <p:grpSpPr>
          <a:xfrm>
            <a:off x="220250" y="1772816"/>
            <a:ext cx="1925177" cy="362883"/>
            <a:chOff x="496802" y="3861048"/>
            <a:chExt cx="3925037" cy="855722"/>
          </a:xfrm>
        </p:grpSpPr>
        <p:sp>
          <p:nvSpPr>
            <p:cNvPr id="6" name="5 Rectángulo"/>
            <p:cNvSpPr/>
            <p:nvPr/>
          </p:nvSpPr>
          <p:spPr bwMode="auto">
            <a:xfrm>
              <a:off x="496802"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 name="6 Rectángulo"/>
            <p:cNvSpPr/>
            <p:nvPr/>
          </p:nvSpPr>
          <p:spPr bwMode="auto">
            <a:xfrm>
              <a:off x="1282745"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8" name="7 Rectángulo"/>
            <p:cNvSpPr/>
            <p:nvPr/>
          </p:nvSpPr>
          <p:spPr bwMode="auto">
            <a:xfrm>
              <a:off x="2063542"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 name="8 Rectángulo"/>
            <p:cNvSpPr/>
            <p:nvPr/>
          </p:nvSpPr>
          <p:spPr bwMode="auto">
            <a:xfrm>
              <a:off x="2846945"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1" name="10 Rectángulo"/>
            <p:cNvSpPr/>
            <p:nvPr/>
          </p:nvSpPr>
          <p:spPr bwMode="auto">
            <a:xfrm>
              <a:off x="3635896" y="386104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pic>
        <p:nvPicPr>
          <p:cNvPr id="12" name="Picture 2" descr="C:\Users\Raúl\Desktop\Pollito\pollito.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3867" y="1849203"/>
            <a:ext cx="181012" cy="237431"/>
          </a:xfrm>
          <a:prstGeom prst="rect">
            <a:avLst/>
          </a:prstGeom>
          <a:noFill/>
          <a:effectLst>
            <a:outerShdw blurRad="50800" dist="38100" dir="13500000" algn="b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0" name="Picture 2" descr="C:\Users\Raúl\Desktop\Pollito\pollito.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251" y="1849203"/>
            <a:ext cx="181012" cy="237431"/>
          </a:xfrm>
          <a:prstGeom prst="rect">
            <a:avLst/>
          </a:prstGeom>
          <a:noFill/>
          <a:effectLst>
            <a:outerShdw blurRad="50800" dist="38100" dir="13500000" algn="b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3" name="Picture 3" descr="C:\Users\Raúl\Desktop\Pollito\gallina.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7016" y="1808398"/>
            <a:ext cx="218303" cy="300244"/>
          </a:xfrm>
          <a:prstGeom prst="rect">
            <a:avLst/>
          </a:prstGeom>
          <a:noFill/>
          <a:effectLst>
            <a:outerShdw blurRad="50800" dist="38100" dir="10800000" algn="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4" name="Picture 4" descr="C:\Users\Raúl\Desktop\Pollito\gallo.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76443" y="1811037"/>
            <a:ext cx="356874" cy="310012"/>
          </a:xfrm>
          <a:prstGeom prst="rect">
            <a:avLst/>
          </a:prstGeom>
          <a:noFill/>
          <a:effectLst>
            <a:outerShdw blurRad="50800" dist="38100" dir="13500000" algn="b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5" name="Picture 5" descr="C:\Users\Raúl\Desktop\Pollito\pavo.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861353" y="1815972"/>
            <a:ext cx="314625" cy="271020"/>
          </a:xfrm>
          <a:prstGeom prst="rect">
            <a:avLst/>
          </a:prstGeom>
          <a:noFill/>
          <a:extLst>
            <a:ext uri="{909E8E84-426E-40DD-AFC4-6F175D3DCCD1}">
              <a14:hiddenFill xmlns:a14="http://schemas.microsoft.com/office/drawing/2010/main">
                <a:solidFill>
                  <a:srgbClr val="FFFFFF"/>
                </a:solidFill>
              </a14:hiddenFill>
            </a:ext>
          </a:extLst>
        </p:spPr>
      </p:pic>
      <p:pic>
        <p:nvPicPr>
          <p:cNvPr id="64" name="Picture 3" descr="C:\Users\Raúl\Desktop\Pollito\gallina.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19360" y="1808009"/>
            <a:ext cx="218303" cy="300244"/>
          </a:xfrm>
          <a:prstGeom prst="rect">
            <a:avLst/>
          </a:prstGeom>
          <a:noFill/>
          <a:effectLst>
            <a:outerShdw blurRad="50800" dist="38100" dir="10800000" algn="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65" name="Picture 3" descr="C:\Users\Raúl\Desktop\Pollito\gallina.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01920" y="1820777"/>
            <a:ext cx="218303" cy="300244"/>
          </a:xfrm>
          <a:prstGeom prst="rect">
            <a:avLst/>
          </a:prstGeom>
          <a:noFill/>
          <a:effectLst>
            <a:outerShdw blurRad="50800" dist="38100" dir="10800000" algn="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66" name="Picture 4" descr="C:\Users\Raúl\Desktop\Pollito\gallo.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60676" y="1811037"/>
            <a:ext cx="356874" cy="310012"/>
          </a:xfrm>
          <a:prstGeom prst="rect">
            <a:avLst/>
          </a:prstGeom>
          <a:noFill/>
          <a:effectLst>
            <a:outerShdw blurRad="50800" dist="38100" dir="13500000" algn="b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67" name="Picture 4" descr="C:\Users\Raúl\Desktop\Pollito\gallo.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44908" y="1811037"/>
            <a:ext cx="356874" cy="310012"/>
          </a:xfrm>
          <a:prstGeom prst="rect">
            <a:avLst/>
          </a:prstGeom>
          <a:noFill/>
          <a:effectLst>
            <a:outerShdw blurRad="50800" dist="38100" dir="13500000" algn="b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68" name="2 Marcador de contenido"/>
          <p:cNvSpPr txBox="1">
            <a:spLocks/>
          </p:cNvSpPr>
          <p:nvPr/>
        </p:nvSpPr>
        <p:spPr bwMode="auto">
          <a:xfrm>
            <a:off x="518864" y="2276872"/>
            <a:ext cx="8229600" cy="100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r>
              <a:rPr lang="es-ES" sz="1800" b="0" kern="0" dirty="0">
                <a:latin typeface="Adobe Gothic Std B" pitchFamily="34" charset="-128"/>
                <a:ea typeface="Adobe Gothic Std B" pitchFamily="34" charset="-128"/>
              </a:rPr>
              <a:t>Por otro lado, si queremos realizar una misma tareas sobre esos objetos de distintas subclases (pollitos, gallinas...), necesitaremos crear un método para cada una de dichas subclases.</a:t>
            </a:r>
          </a:p>
        </p:txBody>
      </p:sp>
      <p:sp>
        <p:nvSpPr>
          <p:cNvPr id="69" name="2 Marcador de contenido"/>
          <p:cNvSpPr txBox="1">
            <a:spLocks/>
          </p:cNvSpPr>
          <p:nvPr/>
        </p:nvSpPr>
        <p:spPr bwMode="auto">
          <a:xfrm>
            <a:off x="518864" y="4005065"/>
            <a:ext cx="7072888" cy="100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r>
              <a:rPr lang="es-ES" sz="1800" b="0" kern="0" dirty="0">
                <a:latin typeface="Adobe Gothic Std B" pitchFamily="34" charset="-128"/>
                <a:ea typeface="Adobe Gothic Std B" pitchFamily="34" charset="-128"/>
              </a:rPr>
              <a:t>Sin embargo, el polimorfismo nos permite tratar los objetos de distintas subclases, que tengan una superclase común, de un modo homogéneo, como objetos de esa superclase. </a:t>
            </a:r>
          </a:p>
        </p:txBody>
      </p:sp>
      <p:pic>
        <p:nvPicPr>
          <p:cNvPr id="1026" name="Picture 2" descr="R:\Salesianos\Escolar\2013-2014\M0485 - Programación (Java)\Unidades\Unidad 12. Poliformismo\Ilustraciones\Ruedas\Rueda Amarilla.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189918" y="3284984"/>
            <a:ext cx="641350" cy="635000"/>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R:\Salesianos\Escolar\2013-2014\M0485 - Programación (Java)\Unidades\Unidad 12. Poliformismo\Ilustraciones\Ruedas\Rueda Azul.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428500" y="3284984"/>
            <a:ext cx="641350" cy="635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Salesianos\Escolar\2013-2014\M0485 - Programación (Java)\Unidades\Unidad 12. Poliformismo\Ilustraciones\Ruedas\Rueda Multi.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076363" y="5730250"/>
            <a:ext cx="641350" cy="635000"/>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R:\Salesianos\Escolar\2013-2014\M0485 - Programación (Java)\Unidades\Unidad 12. Poliformismo\Ilustraciones\Ruedas\Rueda Roja.pn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667083" y="3284984"/>
            <a:ext cx="641350" cy="635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R:\Salesianos\Escolar\2013-2014\M0485 - Programación (Java)\Unidades\Unidad 12. Poliformismo\Ilustraciones\Ruedas\Rueda Verde.pn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905666" y="3284984"/>
            <a:ext cx="641350" cy="635000"/>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2" descr="C:\Users\Raúl\Desktop\Pollito\pollito.png"/>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565710" y="3430022"/>
            <a:ext cx="262964" cy="344924"/>
          </a:xfrm>
          <a:prstGeom prst="rect">
            <a:avLst/>
          </a:prstGeom>
          <a:noFill/>
          <a:effectLst>
            <a:outerShdw blurRad="50800" dist="38100" dir="13500000" algn="b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76" name="Picture 3" descr="C:\Users\Raúl\Desktop\Pollito\gallina.pn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3316883" y="3384394"/>
            <a:ext cx="317138" cy="436180"/>
          </a:xfrm>
          <a:prstGeom prst="rect">
            <a:avLst/>
          </a:prstGeom>
          <a:noFill/>
          <a:effectLst>
            <a:outerShdw blurRad="50800" dist="38100" dir="10800000" algn="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77" name="Picture 4" descr="C:\Users\Raúl\Desktop\Pollito\gallo.pn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4891506" y="3391391"/>
            <a:ext cx="518446" cy="450368"/>
          </a:xfrm>
          <a:prstGeom prst="rect">
            <a:avLst/>
          </a:prstGeom>
          <a:noFill/>
          <a:effectLst>
            <a:outerShdw blurRad="50800" dist="38100" dir="13500000" algn="b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78" name="Picture 3" descr="C:\Users\Raúl\Desktop\Pollito\gallina.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86168" y="1820777"/>
            <a:ext cx="218303" cy="300244"/>
          </a:xfrm>
          <a:prstGeom prst="rect">
            <a:avLst/>
          </a:prstGeom>
          <a:noFill/>
          <a:effectLst>
            <a:outerShdw blurRad="50800" dist="38100" dir="10800000" algn="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79" name="Picture 5" descr="C:\Users\Raúl\Desktop\Pollito\pavo.png"/>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6718910" y="3443867"/>
            <a:ext cx="457068" cy="393722"/>
          </a:xfrm>
          <a:prstGeom prst="rect">
            <a:avLst/>
          </a:prstGeom>
          <a:noFill/>
          <a:extLst>
            <a:ext uri="{909E8E84-426E-40DD-AFC4-6F175D3DCCD1}">
              <a14:hiddenFill xmlns:a14="http://schemas.microsoft.com/office/drawing/2010/main">
                <a:solidFill>
                  <a:srgbClr val="FFFFFF"/>
                </a:solidFill>
              </a14:hiddenFill>
            </a:ext>
          </a:extLst>
        </p:spPr>
      </p:pic>
      <p:grpSp>
        <p:nvGrpSpPr>
          <p:cNvPr id="70" name="69 Grupo"/>
          <p:cNvGrpSpPr/>
          <p:nvPr/>
        </p:nvGrpSpPr>
        <p:grpSpPr>
          <a:xfrm>
            <a:off x="7819174" y="3997732"/>
            <a:ext cx="1087592" cy="1119795"/>
            <a:chOff x="4196847" y="5788398"/>
            <a:chExt cx="1087592" cy="1119795"/>
          </a:xfrm>
        </p:grpSpPr>
        <p:grpSp>
          <p:nvGrpSpPr>
            <p:cNvPr id="86" name="85 Grupo"/>
            <p:cNvGrpSpPr/>
            <p:nvPr/>
          </p:nvGrpSpPr>
          <p:grpSpPr>
            <a:xfrm>
              <a:off x="4244169" y="5813847"/>
              <a:ext cx="981896" cy="1094346"/>
              <a:chOff x="5949285" y="5277498"/>
              <a:chExt cx="1045635" cy="1250773"/>
            </a:xfrm>
          </p:grpSpPr>
          <p:sp>
            <p:nvSpPr>
              <p:cNvPr id="87" name="86 Rectángulo"/>
              <p:cNvSpPr/>
              <p:nvPr/>
            </p:nvSpPr>
            <p:spPr bwMode="auto">
              <a:xfrm>
                <a:off x="6069815" y="5277498"/>
                <a:ext cx="785943" cy="855722"/>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88" name="Rectangle 3"/>
              <p:cNvSpPr txBox="1">
                <a:spLocks noChangeArrowheads="1"/>
              </p:cNvSpPr>
              <p:nvPr/>
            </p:nvSpPr>
            <p:spPr bwMode="auto">
              <a:xfrm>
                <a:off x="5949285" y="6093296"/>
                <a:ext cx="104563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a:solidFill>
                      <a:schemeClr val="accent1"/>
                    </a:solidFill>
                  </a:rPr>
                  <a:t>Ave</a:t>
                </a:r>
              </a:p>
            </p:txBody>
          </p:sp>
        </p:grpSp>
        <p:pic>
          <p:nvPicPr>
            <p:cNvPr id="90" name="Picture 3" descr="C:\Users\Raúl\Desktop\Pollito\gallina.png"/>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4548975" y="6032411"/>
              <a:ext cx="372283" cy="512024"/>
            </a:xfrm>
            <a:prstGeom prst="rect">
              <a:avLst/>
            </a:prstGeom>
            <a:noFill/>
            <a:effectLst>
              <a:outerShdw blurRad="50800" dist="38100" dir="10800000" algn="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91" name="2 Marcador de contenido"/>
            <p:cNvSpPr txBox="1">
              <a:spLocks/>
            </p:cNvSpPr>
            <p:nvPr/>
          </p:nvSpPr>
          <p:spPr bwMode="auto">
            <a:xfrm>
              <a:off x="4196847" y="5788398"/>
              <a:ext cx="1087592" cy="348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s-ES" sz="1400" b="0" kern="0" dirty="0">
                  <a:latin typeface="Adobe Gothic Std B" pitchFamily="34" charset="-128"/>
                  <a:ea typeface="Adobe Gothic Std B" pitchFamily="34" charset="-128"/>
                </a:rPr>
                <a:t>Gallina</a:t>
              </a:r>
            </a:p>
          </p:txBody>
        </p:sp>
      </p:grpSp>
      <p:sp>
        <p:nvSpPr>
          <p:cNvPr id="99" name="2 Marcador de contenido"/>
          <p:cNvSpPr txBox="1">
            <a:spLocks/>
          </p:cNvSpPr>
          <p:nvPr/>
        </p:nvSpPr>
        <p:spPr bwMode="auto">
          <a:xfrm>
            <a:off x="514152" y="4993678"/>
            <a:ext cx="8229600" cy="955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r>
              <a:rPr lang="es-ES" sz="1800" b="0" kern="0" dirty="0">
                <a:latin typeface="Adobe Gothic Std B" pitchFamily="34" charset="-128"/>
                <a:ea typeface="Adobe Gothic Std B" pitchFamily="34" charset="-128"/>
              </a:rPr>
              <a:t>Por ejemplo, podemos tratar a pollitos, gallinas y pavos como Aves.      Así, podríamos disponer de un solo </a:t>
            </a:r>
            <a:r>
              <a:rPr lang="es-ES" sz="1800" b="0" kern="0" dirty="0" err="1">
                <a:latin typeface="Adobe Gothic Std B" pitchFamily="34" charset="-128"/>
                <a:ea typeface="Adobe Gothic Std B" pitchFamily="34" charset="-128"/>
              </a:rPr>
              <a:t>array</a:t>
            </a:r>
            <a:r>
              <a:rPr lang="es-ES" sz="1800" b="0" kern="0" dirty="0">
                <a:latin typeface="Adobe Gothic Std B" pitchFamily="34" charset="-128"/>
                <a:ea typeface="Adobe Gothic Std B" pitchFamily="34" charset="-128"/>
              </a:rPr>
              <a:t> de Aves y de un solo método para procesar cualquier subclase de Ave.</a:t>
            </a:r>
          </a:p>
        </p:txBody>
      </p:sp>
      <p:grpSp>
        <p:nvGrpSpPr>
          <p:cNvPr id="71" name="70 Grupo"/>
          <p:cNvGrpSpPr/>
          <p:nvPr/>
        </p:nvGrpSpPr>
        <p:grpSpPr>
          <a:xfrm>
            <a:off x="1115616" y="6213852"/>
            <a:ext cx="5745792" cy="362883"/>
            <a:chOff x="1802730" y="6213852"/>
            <a:chExt cx="5745792" cy="362883"/>
          </a:xfrm>
        </p:grpSpPr>
        <p:sp>
          <p:nvSpPr>
            <p:cNvPr id="81" name="80 Rectángulo"/>
            <p:cNvSpPr/>
            <p:nvPr/>
          </p:nvSpPr>
          <p:spPr bwMode="auto">
            <a:xfrm>
              <a:off x="1802730" y="6213852"/>
              <a:ext cx="385494" cy="362883"/>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82" name="81 Rectángulo"/>
            <p:cNvSpPr/>
            <p:nvPr/>
          </p:nvSpPr>
          <p:spPr bwMode="auto">
            <a:xfrm>
              <a:off x="2185608" y="6213852"/>
              <a:ext cx="385494" cy="362883"/>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83" name="82 Rectángulo"/>
            <p:cNvSpPr/>
            <p:nvPr/>
          </p:nvSpPr>
          <p:spPr bwMode="auto">
            <a:xfrm>
              <a:off x="2568486" y="6213852"/>
              <a:ext cx="385494" cy="362883"/>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84" name="83 Rectángulo"/>
            <p:cNvSpPr/>
            <p:nvPr/>
          </p:nvSpPr>
          <p:spPr bwMode="auto">
            <a:xfrm>
              <a:off x="2951364" y="6213852"/>
              <a:ext cx="385494" cy="362883"/>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85" name="84 Rectángulo"/>
            <p:cNvSpPr/>
            <p:nvPr/>
          </p:nvSpPr>
          <p:spPr bwMode="auto">
            <a:xfrm>
              <a:off x="3334242" y="6213852"/>
              <a:ext cx="385494" cy="362883"/>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4" name="93 Rectángulo"/>
            <p:cNvSpPr/>
            <p:nvPr/>
          </p:nvSpPr>
          <p:spPr bwMode="auto">
            <a:xfrm>
              <a:off x="3717120" y="6213852"/>
              <a:ext cx="385494" cy="362883"/>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5" name="94 Rectángulo"/>
            <p:cNvSpPr/>
            <p:nvPr/>
          </p:nvSpPr>
          <p:spPr bwMode="auto">
            <a:xfrm>
              <a:off x="4099998" y="6213852"/>
              <a:ext cx="385494" cy="362883"/>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6" name="95 Rectángulo"/>
            <p:cNvSpPr/>
            <p:nvPr/>
          </p:nvSpPr>
          <p:spPr bwMode="auto">
            <a:xfrm>
              <a:off x="4482876" y="6213852"/>
              <a:ext cx="385494" cy="362883"/>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7" name="96 Rectángulo"/>
            <p:cNvSpPr/>
            <p:nvPr/>
          </p:nvSpPr>
          <p:spPr bwMode="auto">
            <a:xfrm>
              <a:off x="4865754" y="6213852"/>
              <a:ext cx="385494" cy="362883"/>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8" name="97 Rectángulo"/>
            <p:cNvSpPr/>
            <p:nvPr/>
          </p:nvSpPr>
          <p:spPr bwMode="auto">
            <a:xfrm>
              <a:off x="5248632" y="6213852"/>
              <a:ext cx="385494" cy="362883"/>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01" name="100 Rectángulo"/>
            <p:cNvSpPr/>
            <p:nvPr/>
          </p:nvSpPr>
          <p:spPr bwMode="auto">
            <a:xfrm>
              <a:off x="5631510" y="6213852"/>
              <a:ext cx="385494" cy="362883"/>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02" name="101 Rectángulo"/>
            <p:cNvSpPr/>
            <p:nvPr/>
          </p:nvSpPr>
          <p:spPr bwMode="auto">
            <a:xfrm>
              <a:off x="6014388" y="6213852"/>
              <a:ext cx="385494" cy="362883"/>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03" name="102 Rectángulo"/>
            <p:cNvSpPr/>
            <p:nvPr/>
          </p:nvSpPr>
          <p:spPr bwMode="auto">
            <a:xfrm>
              <a:off x="6397266" y="6213852"/>
              <a:ext cx="385494" cy="362883"/>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04" name="103 Rectángulo"/>
            <p:cNvSpPr/>
            <p:nvPr/>
          </p:nvSpPr>
          <p:spPr bwMode="auto">
            <a:xfrm>
              <a:off x="6780144" y="6213852"/>
              <a:ext cx="385494" cy="362883"/>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05" name="104 Rectángulo"/>
            <p:cNvSpPr/>
            <p:nvPr/>
          </p:nvSpPr>
          <p:spPr bwMode="auto">
            <a:xfrm>
              <a:off x="7163028" y="6213852"/>
              <a:ext cx="385494" cy="362883"/>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sp>
        <p:nvSpPr>
          <p:cNvPr id="107" name="Rectangle 3"/>
          <p:cNvSpPr txBox="1">
            <a:spLocks noChangeArrowheads="1"/>
          </p:cNvSpPr>
          <p:nvPr/>
        </p:nvSpPr>
        <p:spPr bwMode="auto">
          <a:xfrm>
            <a:off x="3269771" y="5890645"/>
            <a:ext cx="981896" cy="38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a:solidFill>
                  <a:schemeClr val="accent1"/>
                </a:solidFill>
              </a:rPr>
              <a:t>Ave</a:t>
            </a:r>
          </a:p>
        </p:txBody>
      </p:sp>
      <p:pic>
        <p:nvPicPr>
          <p:cNvPr id="108" name="Picture 8" descr="C:\Users\Raúl\Desktop\Pollito\ave.png"/>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rot="220179">
            <a:off x="7620192" y="5876758"/>
            <a:ext cx="422152" cy="40834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09" name="Picture 2" descr="C:\Users\Raúl\Desktop\Pollito\pollito.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17857" y="6297139"/>
            <a:ext cx="181012" cy="237431"/>
          </a:xfrm>
          <a:prstGeom prst="rect">
            <a:avLst/>
          </a:prstGeom>
          <a:noFill/>
          <a:effectLst>
            <a:outerShdw blurRad="50800" dist="38100" dir="13500000" algn="b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10" name="Picture 2" descr="C:\Users\Raúl\Desktop\Pollito\pollito.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33323" y="6297139"/>
            <a:ext cx="181012" cy="237431"/>
          </a:xfrm>
          <a:prstGeom prst="rect">
            <a:avLst/>
          </a:prstGeom>
          <a:noFill/>
          <a:effectLst>
            <a:outerShdw blurRad="50800" dist="38100" dir="13500000" algn="b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11" name="Picture 3" descr="C:\Users\Raúl\Desktop\Pollito\gallina.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75055" y="6265732"/>
            <a:ext cx="218303" cy="300244"/>
          </a:xfrm>
          <a:prstGeom prst="rect">
            <a:avLst/>
          </a:prstGeom>
          <a:noFill/>
          <a:effectLst>
            <a:outerShdw blurRad="50800" dist="38100" dir="10800000" algn="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12" name="Picture 3" descr="C:\Users\Raúl\Desktop\Pollito\gallina.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56686" y="6265732"/>
            <a:ext cx="218303" cy="300244"/>
          </a:xfrm>
          <a:prstGeom prst="rect">
            <a:avLst/>
          </a:prstGeom>
          <a:noFill/>
          <a:effectLst>
            <a:outerShdw blurRad="50800" dist="38100" dir="10800000" algn="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13" name="Picture 3" descr="C:\Users\Raúl\Desktop\Pollito\gallina.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14954" y="6265732"/>
            <a:ext cx="218303" cy="300244"/>
          </a:xfrm>
          <a:prstGeom prst="rect">
            <a:avLst/>
          </a:prstGeom>
          <a:noFill/>
          <a:effectLst>
            <a:outerShdw blurRad="50800" dist="38100" dir="10800000" algn="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14" name="Picture 3" descr="C:\Users\Raúl\Desktop\Pollito\gallina.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35931" y="6265732"/>
            <a:ext cx="218303" cy="300244"/>
          </a:xfrm>
          <a:prstGeom prst="rect">
            <a:avLst/>
          </a:prstGeom>
          <a:noFill/>
          <a:effectLst>
            <a:outerShdw blurRad="50800" dist="38100" dir="10800000" algn="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15" name="Picture 4" descr="C:\Users\Raúl\Desktop\Pollito\gallo.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96585" y="6260848"/>
            <a:ext cx="356874" cy="310012"/>
          </a:xfrm>
          <a:prstGeom prst="rect">
            <a:avLst/>
          </a:prstGeom>
          <a:noFill/>
          <a:effectLst>
            <a:outerShdw blurRad="50800" dist="38100" dir="13500000" algn="b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16" name="Picture 4" descr="C:\Users\Raúl\Desktop\Pollito\gallo.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54853" y="6260848"/>
            <a:ext cx="356874" cy="310012"/>
          </a:xfrm>
          <a:prstGeom prst="rect">
            <a:avLst/>
          </a:prstGeom>
          <a:noFill/>
          <a:effectLst>
            <a:outerShdw blurRad="50800" dist="38100" dir="13500000" algn="b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17" name="Picture 4" descr="C:\Users\Raúl\Desktop\Pollito\gallo.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75828" y="6260848"/>
            <a:ext cx="356874" cy="310012"/>
          </a:xfrm>
          <a:prstGeom prst="rect">
            <a:avLst/>
          </a:prstGeom>
          <a:noFill/>
          <a:effectLst>
            <a:outerShdw blurRad="50800" dist="38100" dir="13500000" algn="b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18" name="Picture 5" descr="C:\Users\Raúl\Desktop\Pollito\pavo.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20465" y="6280344"/>
            <a:ext cx="314625" cy="2710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55925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RESUMEN POLIMORFISMO</a:t>
            </a:r>
          </a:p>
        </p:txBody>
      </p:sp>
      <p:sp>
        <p:nvSpPr>
          <p:cNvPr id="3" name="2 Marcador de contenido"/>
          <p:cNvSpPr>
            <a:spLocks noGrp="1"/>
          </p:cNvSpPr>
          <p:nvPr>
            <p:ph idx="1"/>
          </p:nvPr>
        </p:nvSpPr>
        <p:spPr>
          <a:xfrm>
            <a:off x="253852" y="1144440"/>
            <a:ext cx="4625158" cy="1924520"/>
          </a:xfrm>
        </p:spPr>
        <p:txBody>
          <a:bodyPr/>
          <a:lstStyle/>
          <a:p>
            <a:r>
              <a:rPr lang="es-ES" sz="1600" b="0" dirty="0">
                <a:latin typeface="Adobe Gothic Std B" pitchFamily="34" charset="-128"/>
                <a:ea typeface="Adobe Gothic Std B" pitchFamily="34" charset="-128"/>
              </a:rPr>
              <a:t>En principio, cuando estamos tratando varios objetos de distintas subclases de un modo homogéneo, sólo podemos llamar a métodos que sean comunes a todas las subclases, o sea, que existan en la superclase. </a:t>
            </a:r>
            <a:r>
              <a:rPr lang="es-ES" sz="1600" b="0" dirty="0" err="1">
                <a:latin typeface="Adobe Gothic Std B" pitchFamily="34" charset="-128"/>
                <a:ea typeface="Adobe Gothic Std B" pitchFamily="34" charset="-128"/>
              </a:rPr>
              <a:t>P.e</a:t>
            </a:r>
            <a:r>
              <a:rPr lang="es-ES" sz="1600" b="0" dirty="0">
                <a:latin typeface="Adobe Gothic Std B" pitchFamily="34" charset="-128"/>
                <a:ea typeface="Adobe Gothic Std B" pitchFamily="34" charset="-128"/>
              </a:rPr>
              <a:t>, desde una variable Ave sólo podríamos llamar a métodos de Ave.</a:t>
            </a:r>
            <a:endParaRPr lang="es-ES" sz="1600" b="0" dirty="0">
              <a:solidFill>
                <a:srgbClr val="FF0000"/>
              </a:solidFill>
              <a:latin typeface="Adobe Gothic Std B" pitchFamily="34" charset="-128"/>
              <a:ea typeface="Adobe Gothic Std B" pitchFamily="34" charset="-128"/>
            </a:endParaRPr>
          </a:p>
        </p:txBody>
      </p:sp>
      <p:sp>
        <p:nvSpPr>
          <p:cNvPr id="4" name="2 Marcador de contenido"/>
          <p:cNvSpPr txBox="1">
            <a:spLocks/>
          </p:cNvSpPr>
          <p:nvPr/>
        </p:nvSpPr>
        <p:spPr bwMode="auto">
          <a:xfrm>
            <a:off x="251520" y="3121080"/>
            <a:ext cx="8229600" cy="1248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r>
              <a:rPr lang="es-ES" sz="1600" b="0" kern="0" dirty="0">
                <a:latin typeface="Adobe Gothic Std B" pitchFamily="34" charset="-128"/>
                <a:ea typeface="Adobe Gothic Std B" pitchFamily="34" charset="-128"/>
              </a:rPr>
              <a:t>Si estamos seguros de que una variable Ave apunta realmente a una instancia más específica (por ejemplo a una Gallina), podemos realizar la conversión mediante casting y así poder acceder a los métodos específicos de Gallina:</a:t>
            </a:r>
            <a:endParaRPr lang="es-ES" sz="1600" b="0" kern="0" dirty="0">
              <a:solidFill>
                <a:srgbClr val="FF0000"/>
              </a:solidFill>
              <a:latin typeface="Adobe Gothic Std B" pitchFamily="34" charset="-128"/>
              <a:ea typeface="Adobe Gothic Std B" pitchFamily="34" charset="-128"/>
            </a:endParaRPr>
          </a:p>
        </p:txBody>
      </p:sp>
      <p:grpSp>
        <p:nvGrpSpPr>
          <p:cNvPr id="5" name="4 Grupo"/>
          <p:cNvGrpSpPr/>
          <p:nvPr/>
        </p:nvGrpSpPr>
        <p:grpSpPr>
          <a:xfrm>
            <a:off x="8099083" y="1840106"/>
            <a:ext cx="884320" cy="565922"/>
            <a:chOff x="3025977" y="4429873"/>
            <a:chExt cx="1036657" cy="663410"/>
          </a:xfrm>
        </p:grpSpPr>
        <p:sp>
          <p:nvSpPr>
            <p:cNvPr id="6" name="Rectangle 3"/>
            <p:cNvSpPr txBox="1">
              <a:spLocks noChangeArrowheads="1"/>
            </p:cNvSpPr>
            <p:nvPr/>
          </p:nvSpPr>
          <p:spPr bwMode="auto">
            <a:xfrm>
              <a:off x="3025977" y="4429873"/>
              <a:ext cx="1036657" cy="266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1"/>
                  </a:solidFill>
                  <a:latin typeface="Adobe Fan Heiti Std B" pitchFamily="34" charset="-128"/>
                  <a:ea typeface="Adobe Fan Heiti Std B" pitchFamily="34" charset="-128"/>
                </a:rPr>
                <a:t>gallin</a:t>
              </a:r>
              <a:r>
                <a:rPr lang="en-US" sz="1800" kern="0" dirty="0" err="1">
                  <a:solidFill>
                    <a:schemeClr val="accent1"/>
                  </a:solidFill>
                  <a:latin typeface="Adobe Fan Heiti Std B" pitchFamily="34" charset="-128"/>
                  <a:ea typeface="Adobe Fan Heiti Std B" pitchFamily="34" charset="-128"/>
                </a:rPr>
                <a:t>a</a:t>
              </a:r>
              <a:endParaRPr lang="en-US" sz="1800" kern="0" dirty="0">
                <a:solidFill>
                  <a:schemeClr val="bg2">
                    <a:lumMod val="50000"/>
                  </a:schemeClr>
                </a:solidFill>
                <a:latin typeface="Adobe Fan Heiti Std B" pitchFamily="34" charset="-128"/>
                <a:ea typeface="Adobe Fan Heiti Std B" pitchFamily="34" charset="-128"/>
              </a:endParaRPr>
            </a:p>
          </p:txBody>
        </p:sp>
        <p:sp>
          <p:nvSpPr>
            <p:cNvPr id="7" name="6 Rectángulo"/>
            <p:cNvSpPr/>
            <p:nvPr/>
          </p:nvSpPr>
          <p:spPr bwMode="auto">
            <a:xfrm>
              <a:off x="3102438" y="4767401"/>
              <a:ext cx="864096" cy="325882"/>
            </a:xfrm>
            <a:prstGeom prst="rect">
              <a:avLst/>
            </a:prstGeom>
            <a:solidFill>
              <a:srgbClr val="FCEBC0"/>
            </a:solidFill>
            <a:ln>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8" name="7 Grupo"/>
          <p:cNvGrpSpPr/>
          <p:nvPr/>
        </p:nvGrpSpPr>
        <p:grpSpPr>
          <a:xfrm>
            <a:off x="4867372" y="1452833"/>
            <a:ext cx="884322" cy="553198"/>
            <a:chOff x="3031287" y="3378328"/>
            <a:chExt cx="1036657" cy="648493"/>
          </a:xfrm>
        </p:grpSpPr>
        <p:sp>
          <p:nvSpPr>
            <p:cNvPr id="9" name="8 Rectángulo"/>
            <p:cNvSpPr/>
            <p:nvPr/>
          </p:nvSpPr>
          <p:spPr bwMode="auto">
            <a:xfrm>
              <a:off x="3116952" y="3700939"/>
              <a:ext cx="864096" cy="325882"/>
            </a:xfrm>
            <a:prstGeom prst="rect">
              <a:avLst/>
            </a:prstGeom>
            <a:solidFill>
              <a:schemeClr val="accent1">
                <a:lumMod val="40000"/>
                <a:lumOff val="60000"/>
              </a:schemeClr>
            </a:solidFill>
            <a:ln>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0" name="Rectangle 3"/>
            <p:cNvSpPr txBox="1">
              <a:spLocks noChangeArrowheads="1"/>
            </p:cNvSpPr>
            <p:nvPr/>
          </p:nvSpPr>
          <p:spPr bwMode="auto">
            <a:xfrm>
              <a:off x="3031287" y="3378328"/>
              <a:ext cx="1036657" cy="266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1"/>
                  </a:solidFill>
                  <a:latin typeface="Adobe Fan Heiti Std B" pitchFamily="34" charset="-128"/>
                  <a:ea typeface="Adobe Fan Heiti Std B" pitchFamily="34" charset="-128"/>
                </a:rPr>
                <a:t>ave</a:t>
              </a:r>
              <a:endParaRPr lang="en-US" sz="1600" kern="0" dirty="0">
                <a:solidFill>
                  <a:schemeClr val="bg2">
                    <a:lumMod val="50000"/>
                  </a:schemeClr>
                </a:solidFill>
                <a:latin typeface="Adobe Fan Heiti Std B" pitchFamily="34" charset="-128"/>
                <a:ea typeface="Adobe Fan Heiti Std B" pitchFamily="34" charset="-128"/>
              </a:endParaRPr>
            </a:p>
          </p:txBody>
        </p:sp>
      </p:grpSp>
      <p:grpSp>
        <p:nvGrpSpPr>
          <p:cNvPr id="11" name="10 Grupo"/>
          <p:cNvGrpSpPr/>
          <p:nvPr/>
        </p:nvGrpSpPr>
        <p:grpSpPr>
          <a:xfrm>
            <a:off x="5696779" y="1080986"/>
            <a:ext cx="2063586" cy="1940184"/>
            <a:chOff x="4268081" y="3083796"/>
            <a:chExt cx="2419066" cy="2274405"/>
          </a:xfrm>
        </p:grpSpPr>
        <p:grpSp>
          <p:nvGrpSpPr>
            <p:cNvPr id="12" name="11 Grupo"/>
            <p:cNvGrpSpPr/>
            <p:nvPr/>
          </p:nvGrpSpPr>
          <p:grpSpPr>
            <a:xfrm>
              <a:off x="4268081" y="3500066"/>
              <a:ext cx="2419066" cy="1858135"/>
              <a:chOff x="4268081" y="3500066"/>
              <a:chExt cx="2419066" cy="1858135"/>
            </a:xfrm>
          </p:grpSpPr>
          <p:sp>
            <p:nvSpPr>
              <p:cNvPr id="14" name="13 Elipse"/>
              <p:cNvSpPr/>
              <p:nvPr/>
            </p:nvSpPr>
            <p:spPr bwMode="auto">
              <a:xfrm>
                <a:off x="4268081" y="3500066"/>
                <a:ext cx="2419066" cy="1858135"/>
              </a:xfrm>
              <a:prstGeom prst="ellipse">
                <a:avLst/>
              </a:prstGeom>
              <a:solidFill>
                <a:srgbClr val="FCEBC0"/>
              </a:solidFill>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nvGrpSpPr>
              <p:cNvPr id="15" name="14 Grupo"/>
              <p:cNvGrpSpPr/>
              <p:nvPr/>
            </p:nvGrpSpPr>
            <p:grpSpPr>
              <a:xfrm>
                <a:off x="4921391" y="3590709"/>
                <a:ext cx="1232570" cy="946990"/>
                <a:chOff x="4921391" y="3590709"/>
                <a:chExt cx="1232570" cy="946990"/>
              </a:xfrm>
            </p:grpSpPr>
            <p:sp>
              <p:nvSpPr>
                <p:cNvPr id="17" name="16 Elipse"/>
                <p:cNvSpPr/>
                <p:nvPr/>
              </p:nvSpPr>
              <p:spPr bwMode="auto">
                <a:xfrm>
                  <a:off x="4921391" y="3590709"/>
                  <a:ext cx="1166316" cy="946990"/>
                </a:xfrm>
                <a:prstGeom prst="ellipse">
                  <a:avLst/>
                </a:prstGeom>
                <a:solidFill>
                  <a:schemeClr val="accent1">
                    <a:lumMod val="40000"/>
                    <a:lumOff val="60000"/>
                  </a:schemeClr>
                </a:solidFill>
                <a:ln>
                  <a:headEnd type="none" w="med" len="med"/>
                  <a:tailEnd type="none" w="med" len="med"/>
                </a:ln>
                <a:scene3d>
                  <a:camera prst="orthographicFront">
                    <a:rot lat="0" lon="0" rev="0"/>
                  </a:camera>
                  <a:lightRig rig="threePt" dir="t">
                    <a:rot lat="0" lon="0" rev="1200000"/>
                  </a:lightRig>
                </a:scene3d>
                <a:sp3d/>
              </p:spPr>
              <p:style>
                <a:lnRef idx="0">
                  <a:schemeClr val="accent5"/>
                </a:lnRef>
                <a:fillRef idx="3">
                  <a:schemeClr val="accent5"/>
                </a:fillRef>
                <a:effectRef idx="3">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8" name="Rectangle 3"/>
                <p:cNvSpPr txBox="1">
                  <a:spLocks noChangeArrowheads="1"/>
                </p:cNvSpPr>
                <p:nvPr/>
              </p:nvSpPr>
              <p:spPr bwMode="auto">
                <a:xfrm>
                  <a:off x="4921391" y="3757953"/>
                  <a:ext cx="1232570" cy="553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300" kern="0" dirty="0" err="1">
                      <a:solidFill>
                        <a:schemeClr val="bg1"/>
                      </a:solidFill>
                      <a:latin typeface="Adobe Fan Heiti Std B" pitchFamily="34" charset="-128"/>
                      <a:ea typeface="Adobe Fan Heiti Std B" pitchFamily="34" charset="-128"/>
                    </a:rPr>
                    <a:t>toString</a:t>
                  </a:r>
                  <a:r>
                    <a:rPr lang="en-US" sz="1300" kern="0" dirty="0">
                      <a:solidFill>
                        <a:schemeClr val="bg1"/>
                      </a:solidFill>
                      <a:latin typeface="Adobe Fan Heiti Std B" pitchFamily="34" charset="-128"/>
                      <a:ea typeface="Adobe Fan Heiti Std B" pitchFamily="34" charset="-128"/>
                    </a:rPr>
                    <a:t>( )</a:t>
                  </a:r>
                </a:p>
                <a:p>
                  <a:pPr marL="0" indent="0" algn="ctr">
                    <a:buNone/>
                  </a:pPr>
                  <a:r>
                    <a:rPr lang="en-US" sz="1400" kern="0" dirty="0" err="1">
                      <a:solidFill>
                        <a:schemeClr val="bg1"/>
                      </a:solidFill>
                      <a:latin typeface="Adobe Fan Heiti Std B" pitchFamily="34" charset="-128"/>
                      <a:ea typeface="Adobe Fan Heiti Std B" pitchFamily="34" charset="-128"/>
                    </a:rPr>
                    <a:t>hablar</a:t>
                  </a:r>
                  <a:r>
                    <a:rPr lang="en-US" sz="1400" kern="0" dirty="0">
                      <a:solidFill>
                        <a:schemeClr val="bg1"/>
                      </a:solidFill>
                      <a:latin typeface="Adobe Fan Heiti Std B" pitchFamily="34" charset="-128"/>
                      <a:ea typeface="Adobe Fan Heiti Std B" pitchFamily="34" charset="-128"/>
                    </a:rPr>
                    <a:t>( )</a:t>
                  </a:r>
                </a:p>
              </p:txBody>
            </p:sp>
          </p:grpSp>
          <p:sp>
            <p:nvSpPr>
              <p:cNvPr id="16" name="Rectangle 3"/>
              <p:cNvSpPr txBox="1">
                <a:spLocks noChangeArrowheads="1"/>
              </p:cNvSpPr>
              <p:nvPr/>
            </p:nvSpPr>
            <p:spPr bwMode="auto">
              <a:xfrm>
                <a:off x="4724505" y="4620320"/>
                <a:ext cx="1610878" cy="714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err="1">
                    <a:solidFill>
                      <a:schemeClr val="accent5">
                        <a:lumMod val="50000"/>
                      </a:schemeClr>
                    </a:solidFill>
                    <a:latin typeface="Adobe Fan Heiti Std B" pitchFamily="34" charset="-128"/>
                    <a:ea typeface="Adobe Fan Heiti Std B" pitchFamily="34" charset="-128"/>
                  </a:rPr>
                  <a:t>hablar</a:t>
                </a:r>
                <a:r>
                  <a:rPr lang="en-US" sz="1400" kern="0" dirty="0">
                    <a:solidFill>
                      <a:schemeClr val="accent5">
                        <a:lumMod val="50000"/>
                      </a:schemeClr>
                    </a:solidFill>
                    <a:latin typeface="Adobe Fan Heiti Std B" pitchFamily="34" charset="-128"/>
                    <a:ea typeface="Adobe Fan Heiti Std B" pitchFamily="34" charset="-128"/>
                  </a:rPr>
                  <a:t>()</a:t>
                </a:r>
              </a:p>
              <a:p>
                <a:pPr marL="0" indent="0" algn="ctr">
                  <a:buNone/>
                </a:pPr>
                <a:r>
                  <a:rPr lang="en-US" sz="1300" kern="0" dirty="0" err="1">
                    <a:solidFill>
                      <a:schemeClr val="accent5">
                        <a:lumMod val="50000"/>
                      </a:schemeClr>
                    </a:solidFill>
                    <a:latin typeface="Adobe Fan Heiti Std B" pitchFamily="34" charset="-128"/>
                    <a:ea typeface="Adobe Fan Heiti Std B" pitchFamily="34" charset="-128"/>
                  </a:rPr>
                  <a:t>ponerHuevo</a:t>
                </a:r>
                <a:r>
                  <a:rPr lang="en-US" sz="1300" kern="0" dirty="0">
                    <a:solidFill>
                      <a:schemeClr val="accent5">
                        <a:lumMod val="50000"/>
                      </a:schemeClr>
                    </a:solidFill>
                    <a:latin typeface="Adobe Fan Heiti Std B" pitchFamily="34" charset="-128"/>
                    <a:ea typeface="Adobe Fan Heiti Std B" pitchFamily="34" charset="-128"/>
                  </a:rPr>
                  <a:t>( </a:t>
                </a:r>
                <a:r>
                  <a:rPr lang="en-US" sz="1300" kern="0" dirty="0">
                    <a:solidFill>
                      <a:schemeClr val="accent5">
                        <a:lumMod val="90000"/>
                      </a:schemeClr>
                    </a:solidFill>
                    <a:latin typeface="Adobe Fan Heiti Std B" pitchFamily="34" charset="-128"/>
                    <a:ea typeface="Adobe Fan Heiti Std B" pitchFamily="34" charset="-128"/>
                  </a:rPr>
                  <a:t>)</a:t>
                </a:r>
              </a:p>
              <a:p>
                <a:pPr marL="0" indent="0" algn="ctr">
                  <a:buNone/>
                </a:pPr>
                <a:endParaRPr lang="en-US" sz="1600" kern="0" dirty="0">
                  <a:solidFill>
                    <a:schemeClr val="accent5">
                      <a:lumMod val="90000"/>
                    </a:schemeClr>
                  </a:solidFill>
                  <a:latin typeface="Adobe Fan Heiti Std B" pitchFamily="34" charset="-128"/>
                  <a:ea typeface="Adobe Fan Heiti Std B" pitchFamily="34" charset="-128"/>
                </a:endParaRPr>
              </a:p>
            </p:txBody>
          </p:sp>
        </p:grpSp>
        <p:sp>
          <p:nvSpPr>
            <p:cNvPr id="13" name="Rectangle 3"/>
            <p:cNvSpPr txBox="1">
              <a:spLocks noChangeArrowheads="1"/>
            </p:cNvSpPr>
            <p:nvPr/>
          </p:nvSpPr>
          <p:spPr bwMode="auto">
            <a:xfrm>
              <a:off x="4332456" y="3083796"/>
              <a:ext cx="2289260" cy="42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200" kern="0" dirty="0" err="1">
                  <a:latin typeface="Adobe Fan Heiti Std B" pitchFamily="34" charset="-128"/>
                  <a:ea typeface="Adobe Fan Heiti Std B" pitchFamily="34" charset="-128"/>
                </a:rPr>
                <a:t>objeto</a:t>
              </a:r>
              <a:r>
                <a:rPr lang="en-US" sz="1200" kern="0" dirty="0">
                  <a:latin typeface="Adobe Fan Heiti Std B" pitchFamily="34" charset="-128"/>
                  <a:ea typeface="Adobe Fan Heiti Std B" pitchFamily="34" charset="-128"/>
                </a:rPr>
                <a:t> </a:t>
              </a:r>
              <a:r>
                <a:rPr lang="en-US" sz="1600" kern="0" dirty="0" err="1">
                  <a:solidFill>
                    <a:srgbClr val="FF6600"/>
                  </a:solidFill>
                  <a:latin typeface="Adobe Fan Heiti Std B" pitchFamily="34" charset="-128"/>
                  <a:ea typeface="Adobe Fan Heiti Std B" pitchFamily="34" charset="-128"/>
                </a:rPr>
                <a:t>gallina</a:t>
              </a:r>
              <a:endParaRPr lang="en-US" sz="1600" kern="0" dirty="0">
                <a:solidFill>
                  <a:srgbClr val="FF6600"/>
                </a:solidFill>
                <a:latin typeface="Adobe Fan Heiti Std B" pitchFamily="34" charset="-128"/>
                <a:ea typeface="Adobe Fan Heiti Std B" pitchFamily="34" charset="-128"/>
              </a:endParaRPr>
            </a:p>
          </p:txBody>
        </p:sp>
      </p:grpSp>
      <p:cxnSp>
        <p:nvCxnSpPr>
          <p:cNvPr id="19" name="18 Conector recto de flecha"/>
          <p:cNvCxnSpPr>
            <a:stCxn id="9" idx="3"/>
          </p:cNvCxnSpPr>
          <p:nvPr/>
        </p:nvCxnSpPr>
        <p:spPr bwMode="auto">
          <a:xfrm flipV="1">
            <a:off x="5677568" y="1816100"/>
            <a:ext cx="634332" cy="50934"/>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cxnSp>
        <p:nvCxnSpPr>
          <p:cNvPr id="20" name="19 Conector recto de flecha"/>
          <p:cNvCxnSpPr>
            <a:stCxn id="7" idx="1"/>
          </p:cNvCxnSpPr>
          <p:nvPr/>
        </p:nvCxnSpPr>
        <p:spPr bwMode="auto">
          <a:xfrm flipH="1">
            <a:off x="7249014" y="2267031"/>
            <a:ext cx="915294" cy="549818"/>
          </a:xfrm>
          <a:prstGeom prst="straightConnector1">
            <a:avLst/>
          </a:prstGeom>
          <a:ln>
            <a:solidFill>
              <a:srgbClr val="FF6600"/>
            </a:solidFill>
            <a:headEnd type="none" w="med" len="med"/>
            <a:tailEnd type="arrow"/>
          </a:ln>
        </p:spPr>
        <p:style>
          <a:lnRef idx="3">
            <a:schemeClr val="accent5"/>
          </a:lnRef>
          <a:fillRef idx="0">
            <a:schemeClr val="accent5"/>
          </a:fillRef>
          <a:effectRef idx="2">
            <a:schemeClr val="accent5"/>
          </a:effectRef>
          <a:fontRef idx="minor">
            <a:schemeClr val="tx1"/>
          </a:fontRef>
        </p:style>
      </p:cxnSp>
      <p:cxnSp>
        <p:nvCxnSpPr>
          <p:cNvPr id="29" name="28 Conector recto de flecha"/>
          <p:cNvCxnSpPr>
            <a:stCxn id="9" idx="3"/>
          </p:cNvCxnSpPr>
          <p:nvPr/>
        </p:nvCxnSpPr>
        <p:spPr bwMode="auto">
          <a:xfrm>
            <a:off x="5677568" y="1867034"/>
            <a:ext cx="724103" cy="188971"/>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sp>
        <p:nvSpPr>
          <p:cNvPr id="33" name="32 Flecha abajo"/>
          <p:cNvSpPr/>
          <p:nvPr/>
        </p:nvSpPr>
        <p:spPr bwMode="auto">
          <a:xfrm>
            <a:off x="6623051" y="2194177"/>
            <a:ext cx="256996" cy="252512"/>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cxnSp>
        <p:nvCxnSpPr>
          <p:cNvPr id="37" name="36 Conector recto de flecha"/>
          <p:cNvCxnSpPr>
            <a:stCxn id="7" idx="1"/>
          </p:cNvCxnSpPr>
          <p:nvPr/>
        </p:nvCxnSpPr>
        <p:spPr bwMode="auto">
          <a:xfrm flipH="1">
            <a:off x="7030577" y="2267031"/>
            <a:ext cx="1133731" cy="274909"/>
          </a:xfrm>
          <a:prstGeom prst="straightConnector1">
            <a:avLst/>
          </a:prstGeom>
          <a:ln>
            <a:solidFill>
              <a:srgbClr val="FF6600"/>
            </a:solidFill>
            <a:headEnd type="none" w="med" len="med"/>
            <a:tailEnd type="arrow"/>
          </a:ln>
        </p:spPr>
        <p:style>
          <a:lnRef idx="3">
            <a:schemeClr val="accent5"/>
          </a:lnRef>
          <a:fillRef idx="0">
            <a:schemeClr val="accent5"/>
          </a:fillRef>
          <a:effectRef idx="2">
            <a:schemeClr val="accent5"/>
          </a:effectRef>
          <a:fontRef idx="minor">
            <a:schemeClr val="tx1"/>
          </a:fontRef>
        </p:style>
      </p:cxnSp>
      <p:cxnSp>
        <p:nvCxnSpPr>
          <p:cNvPr id="40" name="39 Conector recto de flecha"/>
          <p:cNvCxnSpPr>
            <a:stCxn id="7" idx="1"/>
          </p:cNvCxnSpPr>
          <p:nvPr/>
        </p:nvCxnSpPr>
        <p:spPr bwMode="auto">
          <a:xfrm flipH="1" flipV="1">
            <a:off x="7157946" y="1813178"/>
            <a:ext cx="1006362" cy="453853"/>
          </a:xfrm>
          <a:prstGeom prst="straightConnector1">
            <a:avLst/>
          </a:prstGeom>
          <a:ln>
            <a:solidFill>
              <a:srgbClr val="FF6600"/>
            </a:solidFill>
            <a:headEnd type="none" w="med" len="med"/>
            <a:tailEnd type="arrow"/>
          </a:ln>
        </p:spPr>
        <p:style>
          <a:lnRef idx="3">
            <a:schemeClr val="accent5"/>
          </a:lnRef>
          <a:fillRef idx="0">
            <a:schemeClr val="accent5"/>
          </a:fillRef>
          <a:effectRef idx="2">
            <a:schemeClr val="accent5"/>
          </a:effectRef>
          <a:fontRef idx="minor">
            <a:schemeClr val="tx1"/>
          </a:fontRef>
        </p:style>
      </p:cxnSp>
      <p:pic>
        <p:nvPicPr>
          <p:cNvPr id="43" name="Picture 3" descr="C:\Users\Raúl\Desktop\Pollito\gallina.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35899" y="1134060"/>
            <a:ext cx="506751" cy="696963"/>
          </a:xfrm>
          <a:prstGeom prst="rect">
            <a:avLst/>
          </a:prstGeom>
          <a:noFill/>
          <a:effectLst>
            <a:outerShdw blurRad="50800" dist="38100" dir="10800000" algn="r"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49" name="48 Conector recto de flecha"/>
          <p:cNvCxnSpPr>
            <a:stCxn id="7" idx="1"/>
          </p:cNvCxnSpPr>
          <p:nvPr/>
        </p:nvCxnSpPr>
        <p:spPr bwMode="auto">
          <a:xfrm flipH="1" flipV="1">
            <a:off x="7157946" y="2056005"/>
            <a:ext cx="1006362" cy="211026"/>
          </a:xfrm>
          <a:prstGeom prst="straightConnector1">
            <a:avLst/>
          </a:prstGeom>
          <a:ln>
            <a:solidFill>
              <a:srgbClr val="FF6600"/>
            </a:solidFill>
            <a:headEnd type="none" w="med" len="med"/>
            <a:tailEnd type="arrow"/>
          </a:ln>
        </p:spPr>
        <p:style>
          <a:lnRef idx="3">
            <a:schemeClr val="accent5"/>
          </a:lnRef>
          <a:fillRef idx="0">
            <a:schemeClr val="accent5"/>
          </a:fillRef>
          <a:effectRef idx="2">
            <a:schemeClr val="accent5"/>
          </a:effectRef>
          <a:fontRef idx="minor">
            <a:schemeClr val="tx1"/>
          </a:fontRef>
        </p:style>
      </p:cxnSp>
      <p:grpSp>
        <p:nvGrpSpPr>
          <p:cNvPr id="56" name="55 Grupo"/>
          <p:cNvGrpSpPr/>
          <p:nvPr/>
        </p:nvGrpSpPr>
        <p:grpSpPr>
          <a:xfrm>
            <a:off x="3277891" y="4161165"/>
            <a:ext cx="1036657" cy="589743"/>
            <a:chOff x="7063735" y="4688948"/>
            <a:chExt cx="1036657" cy="589743"/>
          </a:xfrm>
        </p:grpSpPr>
        <p:sp>
          <p:nvSpPr>
            <p:cNvPr id="57" name="56 Rectángulo"/>
            <p:cNvSpPr/>
            <p:nvPr/>
          </p:nvSpPr>
          <p:spPr bwMode="auto">
            <a:xfrm>
              <a:off x="7158955" y="4688948"/>
              <a:ext cx="864096" cy="325882"/>
            </a:xfrm>
            <a:prstGeom prst="rect">
              <a:avLst/>
            </a:prstGeom>
            <a:solidFill>
              <a:schemeClr val="accent1">
                <a:lumMod val="40000"/>
                <a:lumOff val="60000"/>
              </a:schemeClr>
            </a:solidFill>
            <a:ln>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9" name="Rectangle 3"/>
            <p:cNvSpPr txBox="1">
              <a:spLocks noChangeArrowheads="1"/>
            </p:cNvSpPr>
            <p:nvPr/>
          </p:nvSpPr>
          <p:spPr bwMode="auto">
            <a:xfrm>
              <a:off x="7063735" y="5011995"/>
              <a:ext cx="1036657" cy="266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solidFill>
                    <a:schemeClr val="accent1"/>
                  </a:solidFill>
                  <a:latin typeface="Adobe Fan Heiti Std B" pitchFamily="34" charset="-128"/>
                  <a:ea typeface="Adobe Fan Heiti Std B" pitchFamily="34" charset="-128"/>
                </a:rPr>
                <a:t>Ave</a:t>
              </a:r>
              <a:endParaRPr lang="en-US" sz="1400" kern="0" dirty="0">
                <a:solidFill>
                  <a:schemeClr val="bg2">
                    <a:lumMod val="50000"/>
                  </a:schemeClr>
                </a:solidFill>
                <a:latin typeface="Adobe Fan Heiti Std B" pitchFamily="34" charset="-128"/>
                <a:ea typeface="Adobe Fan Heiti Std B" pitchFamily="34" charset="-128"/>
              </a:endParaRPr>
            </a:p>
          </p:txBody>
        </p:sp>
      </p:grpSp>
      <p:sp>
        <p:nvSpPr>
          <p:cNvPr id="63" name="Rectangle 3"/>
          <p:cNvSpPr txBox="1">
            <a:spLocks noChangeArrowheads="1"/>
          </p:cNvSpPr>
          <p:nvPr/>
        </p:nvSpPr>
        <p:spPr bwMode="auto">
          <a:xfrm>
            <a:off x="2384079" y="4005064"/>
            <a:ext cx="1036657" cy="266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solidFill>
                  <a:srgbClr val="00B050"/>
                </a:solidFill>
                <a:latin typeface="Adobe Fan Heiti Std B" pitchFamily="34" charset="-128"/>
                <a:ea typeface="Adobe Fan Heiti Std B" pitchFamily="34" charset="-128"/>
              </a:rPr>
              <a:t>(casting)</a:t>
            </a:r>
          </a:p>
        </p:txBody>
      </p:sp>
      <p:cxnSp>
        <p:nvCxnSpPr>
          <p:cNvPr id="64" name="63 Conector recto de flecha"/>
          <p:cNvCxnSpPr>
            <a:stCxn id="57" idx="1"/>
          </p:cNvCxnSpPr>
          <p:nvPr/>
        </p:nvCxnSpPr>
        <p:spPr bwMode="auto">
          <a:xfrm flipH="1">
            <a:off x="2451744" y="4324106"/>
            <a:ext cx="921367" cy="1537"/>
          </a:xfrm>
          <a:prstGeom prst="straightConnector1">
            <a:avLst/>
          </a:prstGeom>
          <a:ln>
            <a:headEnd type="none" w="med" len="med"/>
            <a:tailEnd type="arrow"/>
          </a:ln>
        </p:spPr>
        <p:style>
          <a:lnRef idx="3">
            <a:schemeClr val="accent1"/>
          </a:lnRef>
          <a:fillRef idx="0">
            <a:schemeClr val="accent1"/>
          </a:fillRef>
          <a:effectRef idx="2">
            <a:schemeClr val="accent1"/>
          </a:effectRef>
          <a:fontRef idx="minor">
            <a:schemeClr val="tx1"/>
          </a:fontRef>
        </p:style>
      </p:cxnSp>
      <p:grpSp>
        <p:nvGrpSpPr>
          <p:cNvPr id="67" name="66 Grupo"/>
          <p:cNvGrpSpPr/>
          <p:nvPr/>
        </p:nvGrpSpPr>
        <p:grpSpPr>
          <a:xfrm>
            <a:off x="1475656" y="4164114"/>
            <a:ext cx="1036657" cy="589743"/>
            <a:chOff x="7063735" y="4688948"/>
            <a:chExt cx="1036657" cy="589743"/>
          </a:xfrm>
          <a:noFill/>
        </p:grpSpPr>
        <p:sp>
          <p:nvSpPr>
            <p:cNvPr id="68" name="67 Rectángulo"/>
            <p:cNvSpPr/>
            <p:nvPr/>
          </p:nvSpPr>
          <p:spPr bwMode="auto">
            <a:xfrm>
              <a:off x="7158955" y="4688948"/>
              <a:ext cx="864096" cy="325882"/>
            </a:xfrm>
            <a:prstGeom prst="rect">
              <a:avLst/>
            </a:prstGeom>
            <a:solidFill>
              <a:srgbClr val="FFE79B"/>
            </a:solidFill>
            <a:ln>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9" name="Rectangle 3"/>
            <p:cNvSpPr txBox="1">
              <a:spLocks noChangeArrowheads="1"/>
            </p:cNvSpPr>
            <p:nvPr/>
          </p:nvSpPr>
          <p:spPr bwMode="auto">
            <a:xfrm>
              <a:off x="7063735" y="5011995"/>
              <a:ext cx="1036657" cy="26669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err="1">
                  <a:solidFill>
                    <a:schemeClr val="accent1"/>
                  </a:solidFill>
                  <a:latin typeface="Adobe Fan Heiti Std B" pitchFamily="34" charset="-128"/>
                  <a:ea typeface="Adobe Fan Heiti Std B" pitchFamily="34" charset="-128"/>
                </a:rPr>
                <a:t>Gallina</a:t>
              </a:r>
              <a:endParaRPr lang="en-US" sz="1400" kern="0" dirty="0">
                <a:solidFill>
                  <a:schemeClr val="bg2">
                    <a:lumMod val="50000"/>
                  </a:schemeClr>
                </a:solidFill>
                <a:latin typeface="Adobe Fan Heiti Std B" pitchFamily="34" charset="-128"/>
                <a:ea typeface="Adobe Fan Heiti Std B" pitchFamily="34" charset="-128"/>
              </a:endParaRPr>
            </a:p>
          </p:txBody>
        </p:sp>
      </p:grpSp>
      <p:sp>
        <p:nvSpPr>
          <p:cNvPr id="70" name="2 Marcador de contenido"/>
          <p:cNvSpPr txBox="1">
            <a:spLocks/>
          </p:cNvSpPr>
          <p:nvPr/>
        </p:nvSpPr>
        <p:spPr bwMode="auto">
          <a:xfrm>
            <a:off x="4678941" y="4198260"/>
            <a:ext cx="3775202" cy="463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s-ES" sz="1600" b="0" kern="0" dirty="0">
                <a:solidFill>
                  <a:srgbClr val="00B050"/>
                </a:solidFill>
                <a:latin typeface="Adobe Gothic Std B" pitchFamily="34" charset="-128"/>
                <a:ea typeface="Adobe Gothic Std B" pitchFamily="34" charset="-128"/>
              </a:rPr>
              <a:t>(</a:t>
            </a:r>
            <a:r>
              <a:rPr lang="es-ES" sz="1600" b="0" kern="0" dirty="0">
                <a:solidFill>
                  <a:srgbClr val="FF0000"/>
                </a:solidFill>
                <a:latin typeface="Adobe Gothic Std B" pitchFamily="34" charset="-128"/>
                <a:ea typeface="Adobe Gothic Std B" pitchFamily="34" charset="-128"/>
              </a:rPr>
              <a:t> (Gallina) </a:t>
            </a:r>
            <a:r>
              <a:rPr lang="es-ES" sz="1600" b="0" kern="0" dirty="0" err="1">
                <a:solidFill>
                  <a:srgbClr val="FF0000"/>
                </a:solidFill>
                <a:latin typeface="Adobe Gothic Std B" pitchFamily="34" charset="-128"/>
                <a:ea typeface="Adobe Gothic Std B" pitchFamily="34" charset="-128"/>
              </a:rPr>
              <a:t>miAve</a:t>
            </a:r>
            <a:r>
              <a:rPr lang="es-ES" sz="1600" b="0" kern="0" dirty="0">
                <a:solidFill>
                  <a:srgbClr val="FF0000"/>
                </a:solidFill>
                <a:latin typeface="Adobe Gothic Std B" pitchFamily="34" charset="-128"/>
                <a:ea typeface="Adobe Gothic Std B" pitchFamily="34" charset="-128"/>
              </a:rPr>
              <a:t>  </a:t>
            </a:r>
            <a:r>
              <a:rPr lang="es-ES" sz="1600" b="0" kern="0" dirty="0">
                <a:solidFill>
                  <a:srgbClr val="00B050"/>
                </a:solidFill>
                <a:latin typeface="Adobe Gothic Std B" pitchFamily="34" charset="-128"/>
                <a:ea typeface="Adobe Gothic Std B" pitchFamily="34" charset="-128"/>
              </a:rPr>
              <a:t>)</a:t>
            </a:r>
            <a:r>
              <a:rPr lang="es-ES" sz="1600" b="0" kern="0" dirty="0">
                <a:solidFill>
                  <a:srgbClr val="FF0000"/>
                </a:solidFill>
                <a:latin typeface="Adobe Gothic Std B" pitchFamily="34" charset="-128"/>
                <a:ea typeface="Adobe Gothic Std B" pitchFamily="34" charset="-128"/>
              </a:rPr>
              <a:t>.</a:t>
            </a:r>
            <a:r>
              <a:rPr lang="es-ES" sz="1600" b="0" kern="0" dirty="0" err="1">
                <a:solidFill>
                  <a:srgbClr val="FF0000"/>
                </a:solidFill>
                <a:latin typeface="Adobe Gothic Std B" pitchFamily="34" charset="-128"/>
                <a:ea typeface="Adobe Gothic Std B" pitchFamily="34" charset="-128"/>
              </a:rPr>
              <a:t>ponerHuevo</a:t>
            </a:r>
            <a:r>
              <a:rPr lang="es-ES" sz="1600" b="0" kern="0" dirty="0">
                <a:solidFill>
                  <a:srgbClr val="FF0000"/>
                </a:solidFill>
                <a:latin typeface="Adobe Gothic Std B" pitchFamily="34" charset="-128"/>
                <a:ea typeface="Adobe Gothic Std B" pitchFamily="34" charset="-128"/>
              </a:rPr>
              <a:t>()</a:t>
            </a:r>
          </a:p>
        </p:txBody>
      </p:sp>
      <p:sp>
        <p:nvSpPr>
          <p:cNvPr id="80" name="2 Marcador de contenido"/>
          <p:cNvSpPr txBox="1">
            <a:spLocks/>
          </p:cNvSpPr>
          <p:nvPr/>
        </p:nvSpPr>
        <p:spPr bwMode="auto">
          <a:xfrm>
            <a:off x="251520" y="4869161"/>
            <a:ext cx="8229600" cy="624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r>
              <a:rPr lang="es-ES" sz="1600" b="0" kern="0" dirty="0">
                <a:latin typeface="Adobe Gothic Std B" pitchFamily="34" charset="-128"/>
                <a:ea typeface="Adobe Gothic Std B" pitchFamily="34" charset="-128"/>
              </a:rPr>
              <a:t>Podemos saber de qué tipo/s es la instancia a la que apunta (o guardada en) una variable de dos formas:</a:t>
            </a:r>
            <a:endParaRPr lang="es-ES" sz="1600" b="0" kern="0" dirty="0">
              <a:solidFill>
                <a:srgbClr val="FF0000"/>
              </a:solidFill>
              <a:latin typeface="Adobe Gothic Std B" pitchFamily="34" charset="-128"/>
              <a:ea typeface="Adobe Gothic Std B" pitchFamily="34" charset="-128"/>
            </a:endParaRPr>
          </a:p>
        </p:txBody>
      </p:sp>
      <p:cxnSp>
        <p:nvCxnSpPr>
          <p:cNvPr id="81" name="80 Conector recto de flecha"/>
          <p:cNvCxnSpPr/>
          <p:nvPr/>
        </p:nvCxnSpPr>
        <p:spPr bwMode="auto">
          <a:xfrm>
            <a:off x="2332545" y="5906342"/>
            <a:ext cx="399550" cy="0"/>
          </a:xfrm>
          <a:prstGeom prst="straightConnector1">
            <a:avLst/>
          </a:prstGeom>
          <a:ln>
            <a:headEnd type="none" w="med" len="med"/>
            <a:tailEnd type="arrow"/>
          </a:ln>
        </p:spPr>
        <p:style>
          <a:lnRef idx="3">
            <a:schemeClr val="accent5"/>
          </a:lnRef>
          <a:fillRef idx="0">
            <a:schemeClr val="accent5"/>
          </a:fillRef>
          <a:effectRef idx="2">
            <a:schemeClr val="accent5"/>
          </a:effectRef>
          <a:fontRef idx="minor">
            <a:schemeClr val="tx1"/>
          </a:fontRef>
        </p:style>
      </p:cxnSp>
      <p:grpSp>
        <p:nvGrpSpPr>
          <p:cNvPr id="82" name="81 Grupo"/>
          <p:cNvGrpSpPr/>
          <p:nvPr/>
        </p:nvGrpSpPr>
        <p:grpSpPr>
          <a:xfrm>
            <a:off x="1699311" y="5517232"/>
            <a:ext cx="675415" cy="664160"/>
            <a:chOff x="1604874" y="3720709"/>
            <a:chExt cx="1048061" cy="1030596"/>
          </a:xfrm>
        </p:grpSpPr>
        <p:sp>
          <p:nvSpPr>
            <p:cNvPr id="83" name="82 Rectángulo"/>
            <p:cNvSpPr/>
            <p:nvPr/>
          </p:nvSpPr>
          <p:spPr bwMode="auto">
            <a:xfrm>
              <a:off x="1690539" y="4161562"/>
              <a:ext cx="864096" cy="325882"/>
            </a:xfrm>
            <a:prstGeom prst="rect">
              <a:avLst/>
            </a:prstGeom>
            <a:solidFill>
              <a:schemeClr val="accent1">
                <a:lumMod val="40000"/>
                <a:lumOff val="60000"/>
              </a:schemeClr>
            </a:solidFill>
            <a:ln>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84" name="Rectangle 3"/>
            <p:cNvSpPr txBox="1">
              <a:spLocks noChangeArrowheads="1"/>
            </p:cNvSpPr>
            <p:nvPr/>
          </p:nvSpPr>
          <p:spPr bwMode="auto">
            <a:xfrm>
              <a:off x="1604874" y="3720709"/>
              <a:ext cx="1036657" cy="266696"/>
            </a:xfrm>
            <a:prstGeom prst="rect">
              <a:avLst/>
            </a:prstGeom>
            <a:noFill/>
            <a:ln>
              <a:noFill/>
            </a:ln>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rgbClr val="000000"/>
                  </a:solidFill>
                  <a:latin typeface="Adobe Fan Heiti Std B" pitchFamily="34" charset="-128"/>
                  <a:ea typeface="Adobe Fan Heiti Std B" pitchFamily="34" charset="-128"/>
                </a:rPr>
                <a:t>ave</a:t>
              </a:r>
              <a:endParaRPr lang="en-US" sz="1600" kern="0" dirty="0">
                <a:solidFill>
                  <a:srgbClr val="000000"/>
                </a:solidFill>
                <a:latin typeface="Adobe Fan Heiti Std B" pitchFamily="34" charset="-128"/>
                <a:ea typeface="Adobe Fan Heiti Std B" pitchFamily="34" charset="-128"/>
              </a:endParaRPr>
            </a:p>
          </p:txBody>
        </p:sp>
        <p:sp>
          <p:nvSpPr>
            <p:cNvPr id="85" name="Rectangle 3"/>
            <p:cNvSpPr txBox="1">
              <a:spLocks noChangeArrowheads="1"/>
            </p:cNvSpPr>
            <p:nvPr/>
          </p:nvSpPr>
          <p:spPr bwMode="auto">
            <a:xfrm>
              <a:off x="1616278" y="4484609"/>
              <a:ext cx="1036657" cy="266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solidFill>
                    <a:schemeClr val="accent1"/>
                  </a:solidFill>
                  <a:latin typeface="Adobe Fan Heiti Std B" pitchFamily="34" charset="-128"/>
                  <a:ea typeface="Adobe Fan Heiti Std B" pitchFamily="34" charset="-128"/>
                </a:rPr>
                <a:t>Ave</a:t>
              </a:r>
              <a:endParaRPr lang="en-US" sz="1400" kern="0" dirty="0">
                <a:solidFill>
                  <a:schemeClr val="bg2">
                    <a:lumMod val="50000"/>
                  </a:schemeClr>
                </a:solidFill>
                <a:latin typeface="Adobe Fan Heiti Std B" pitchFamily="34" charset="-128"/>
                <a:ea typeface="Adobe Fan Heiti Std B" pitchFamily="34" charset="-128"/>
              </a:endParaRPr>
            </a:p>
          </p:txBody>
        </p:sp>
      </p:grpSp>
      <p:pic>
        <p:nvPicPr>
          <p:cNvPr id="90" name="Picture 3" descr="C:\Users\Raúl\Desktop\Pollito\gallina.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85737" y="5517232"/>
            <a:ext cx="506751" cy="696963"/>
          </a:xfrm>
          <a:prstGeom prst="rect">
            <a:avLst/>
          </a:prstGeom>
          <a:noFill/>
          <a:effectLst>
            <a:outerShdw blurRad="50800" dist="38100" dir="10800000" algn="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91" name="Rectangle 3"/>
          <p:cNvSpPr txBox="1">
            <a:spLocks noChangeArrowheads="1"/>
          </p:cNvSpPr>
          <p:nvPr/>
        </p:nvSpPr>
        <p:spPr bwMode="auto">
          <a:xfrm>
            <a:off x="4070628" y="5301208"/>
            <a:ext cx="2161754"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2000" kern="0" dirty="0" err="1">
                <a:solidFill>
                  <a:schemeClr val="bg2">
                    <a:lumMod val="50000"/>
                  </a:schemeClr>
                </a:solidFill>
                <a:latin typeface="Adobe Fan Heiti Std B" pitchFamily="34" charset="-128"/>
                <a:ea typeface="Adobe Fan Heiti Std B" pitchFamily="34" charset="-128"/>
              </a:rPr>
              <a:t>ave.</a:t>
            </a:r>
            <a:r>
              <a:rPr lang="en-US" sz="2000" kern="0" dirty="0" err="1">
                <a:solidFill>
                  <a:srgbClr val="FF0000"/>
                </a:solidFill>
                <a:latin typeface="Adobe Fan Heiti Std B" pitchFamily="34" charset="-128"/>
                <a:ea typeface="Adobe Fan Heiti Std B" pitchFamily="34" charset="-128"/>
              </a:rPr>
              <a:t>getClass</a:t>
            </a:r>
            <a:r>
              <a:rPr lang="en-US" sz="2000" kern="0" dirty="0">
                <a:solidFill>
                  <a:srgbClr val="FF0000"/>
                </a:solidFill>
                <a:latin typeface="Adobe Fan Heiti Std B" pitchFamily="34" charset="-128"/>
                <a:ea typeface="Adobe Fan Heiti Std B" pitchFamily="34" charset="-128"/>
              </a:rPr>
              <a:t>()</a:t>
            </a: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latin typeface="Adobe Fan Heiti Std B" pitchFamily="34" charset="-128"/>
              <a:ea typeface="Adobe Fan Heiti Std B" pitchFamily="34" charset="-128"/>
            </a:endParaRPr>
          </a:p>
        </p:txBody>
      </p:sp>
      <p:grpSp>
        <p:nvGrpSpPr>
          <p:cNvPr id="94" name="93 Grupo"/>
          <p:cNvGrpSpPr/>
          <p:nvPr/>
        </p:nvGrpSpPr>
        <p:grpSpPr>
          <a:xfrm>
            <a:off x="3865461" y="5344548"/>
            <a:ext cx="355852" cy="348482"/>
            <a:chOff x="6852651" y="5461064"/>
            <a:chExt cx="355852" cy="348482"/>
          </a:xfrm>
        </p:grpSpPr>
        <p:sp>
          <p:nvSpPr>
            <p:cNvPr id="92" name="91 Elipse"/>
            <p:cNvSpPr/>
            <p:nvPr/>
          </p:nvSpPr>
          <p:spPr bwMode="auto">
            <a:xfrm>
              <a:off x="6880047" y="5493333"/>
              <a:ext cx="277899" cy="277899"/>
            </a:xfrm>
            <a:prstGeom prst="ellipse">
              <a:avLst/>
            </a:prstGeom>
            <a:solidFill>
              <a:srgbClr val="00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3" name="Rectangle 3"/>
            <p:cNvSpPr txBox="1">
              <a:spLocks noChangeArrowheads="1"/>
            </p:cNvSpPr>
            <p:nvPr/>
          </p:nvSpPr>
          <p:spPr bwMode="auto">
            <a:xfrm>
              <a:off x="6852651" y="5461064"/>
              <a:ext cx="355852" cy="348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a:solidFill>
                    <a:schemeClr val="bg1"/>
                  </a:solidFill>
                  <a:latin typeface="Arial Black" panose="020B0A04020102020204" pitchFamily="34" charset="0"/>
                  <a:ea typeface="Adobe Gothic Std B" pitchFamily="34" charset="-128"/>
                </a:rPr>
                <a:t>A</a:t>
              </a: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latin typeface="Adobe Fan Heiti Std B" pitchFamily="34" charset="-128"/>
                <a:ea typeface="Adobe Fan Heiti Std B" pitchFamily="34" charset="-128"/>
              </a:endParaRPr>
            </a:p>
          </p:txBody>
        </p:sp>
      </p:grpSp>
      <p:sp>
        <p:nvSpPr>
          <p:cNvPr id="96" name="Rectangle 3"/>
          <p:cNvSpPr txBox="1">
            <a:spLocks noChangeArrowheads="1"/>
          </p:cNvSpPr>
          <p:nvPr/>
        </p:nvSpPr>
        <p:spPr bwMode="auto">
          <a:xfrm>
            <a:off x="7430776" y="5306906"/>
            <a:ext cx="861024" cy="359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rgbClr val="FF6600"/>
                </a:solidFill>
                <a:latin typeface="Adobe Fan Heiti Std B" pitchFamily="34" charset="-128"/>
                <a:ea typeface="Adobe Fan Heiti Std B" pitchFamily="34" charset="-128"/>
              </a:rPr>
              <a:t>gallina</a:t>
            </a:r>
            <a:endParaRPr lang="en-US" sz="1600" kern="0" dirty="0">
              <a:solidFill>
                <a:srgbClr val="FF6600"/>
              </a:solidFill>
              <a:latin typeface="Adobe Fan Heiti Std B" pitchFamily="34" charset="-128"/>
              <a:ea typeface="Adobe Fan Heiti Std B" pitchFamily="34" charset="-128"/>
            </a:endParaRPr>
          </a:p>
        </p:txBody>
      </p:sp>
      <p:grpSp>
        <p:nvGrpSpPr>
          <p:cNvPr id="97" name="96 Grupo"/>
          <p:cNvGrpSpPr/>
          <p:nvPr/>
        </p:nvGrpSpPr>
        <p:grpSpPr>
          <a:xfrm>
            <a:off x="3866538" y="5851909"/>
            <a:ext cx="355852" cy="348482"/>
            <a:chOff x="6865351" y="5473764"/>
            <a:chExt cx="355852" cy="348482"/>
          </a:xfrm>
        </p:grpSpPr>
        <p:sp>
          <p:nvSpPr>
            <p:cNvPr id="98" name="97 Elipse"/>
            <p:cNvSpPr/>
            <p:nvPr/>
          </p:nvSpPr>
          <p:spPr bwMode="auto">
            <a:xfrm>
              <a:off x="6880047" y="5493333"/>
              <a:ext cx="277899" cy="277899"/>
            </a:xfrm>
            <a:prstGeom prst="ellipse">
              <a:avLst/>
            </a:prstGeom>
            <a:solidFill>
              <a:srgbClr val="00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9" name="Rectangle 3"/>
            <p:cNvSpPr txBox="1">
              <a:spLocks noChangeArrowheads="1"/>
            </p:cNvSpPr>
            <p:nvPr/>
          </p:nvSpPr>
          <p:spPr bwMode="auto">
            <a:xfrm>
              <a:off x="6865351" y="5473764"/>
              <a:ext cx="355852" cy="3484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a:solidFill>
                    <a:schemeClr val="bg1"/>
                  </a:solidFill>
                  <a:latin typeface="Arial Black" panose="020B0A04020102020204" pitchFamily="34" charset="0"/>
                  <a:ea typeface="Adobe Gothic Std B" pitchFamily="34" charset="-128"/>
                </a:rPr>
                <a:t>B</a:t>
              </a: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latin typeface="Adobe Fan Heiti Std B" pitchFamily="34" charset="-128"/>
                <a:ea typeface="Adobe Fan Heiti Std B" pitchFamily="34" charset="-128"/>
              </a:endParaRPr>
            </a:p>
          </p:txBody>
        </p:sp>
      </p:grpSp>
      <p:sp>
        <p:nvSpPr>
          <p:cNvPr id="100" name="Rectangle 3"/>
          <p:cNvSpPr txBox="1">
            <a:spLocks noChangeArrowheads="1"/>
          </p:cNvSpPr>
          <p:nvPr/>
        </p:nvSpPr>
        <p:spPr bwMode="auto">
          <a:xfrm>
            <a:off x="4093344" y="5824346"/>
            <a:ext cx="2638488" cy="327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bg2">
                    <a:lumMod val="50000"/>
                  </a:schemeClr>
                </a:solidFill>
                <a:latin typeface="Adobe Fan Heiti Std B" pitchFamily="34" charset="-128"/>
                <a:ea typeface="Adobe Fan Heiti Std B" pitchFamily="34" charset="-128"/>
              </a:rPr>
              <a:t>ave</a:t>
            </a:r>
            <a:r>
              <a:rPr lang="en-US" sz="1600" kern="0" dirty="0">
                <a:solidFill>
                  <a:schemeClr val="bg2">
                    <a:lumMod val="50000"/>
                  </a:schemeClr>
                </a:solidFill>
                <a:latin typeface="Adobe Fan Heiti Std B" pitchFamily="34" charset="-128"/>
                <a:ea typeface="Adobe Fan Heiti Std B" pitchFamily="34" charset="-128"/>
              </a:rPr>
              <a:t> </a:t>
            </a:r>
            <a:r>
              <a:rPr lang="en-US" sz="1600" kern="0" dirty="0" err="1">
                <a:solidFill>
                  <a:srgbClr val="FF6600"/>
                </a:solidFill>
                <a:latin typeface="Adobe Fan Heiti Std B" pitchFamily="34" charset="-128"/>
                <a:ea typeface="Adobe Fan Heiti Std B" pitchFamily="34" charset="-128"/>
              </a:rPr>
              <a:t>instanceof</a:t>
            </a:r>
            <a:r>
              <a:rPr lang="en-US" sz="1600" kern="0" dirty="0">
                <a:solidFill>
                  <a:schemeClr val="bg2">
                    <a:lumMod val="50000"/>
                  </a:schemeClr>
                </a:solidFill>
                <a:latin typeface="Adobe Fan Heiti Std B" pitchFamily="34" charset="-128"/>
                <a:ea typeface="Adobe Fan Heiti Std B" pitchFamily="34" charset="-128"/>
              </a:rPr>
              <a:t>  </a:t>
            </a:r>
            <a:r>
              <a:rPr lang="en-US" sz="1600" kern="0" dirty="0" err="1">
                <a:solidFill>
                  <a:schemeClr val="accent1"/>
                </a:solidFill>
                <a:latin typeface="Adobe Fan Heiti Std B" pitchFamily="34" charset="-128"/>
                <a:ea typeface="Adobe Fan Heiti Std B" pitchFamily="34" charset="-128"/>
              </a:rPr>
              <a:t>Gallina</a:t>
            </a:r>
            <a:endParaRPr lang="en-US" sz="1600" kern="0" dirty="0">
              <a:solidFill>
                <a:schemeClr val="accent1"/>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latin typeface="Adobe Fan Heiti Std B" pitchFamily="34" charset="-128"/>
              <a:ea typeface="Adobe Fan Heiti Std B" pitchFamily="34" charset="-128"/>
            </a:endParaRPr>
          </a:p>
        </p:txBody>
      </p:sp>
      <p:cxnSp>
        <p:nvCxnSpPr>
          <p:cNvPr id="101" name="100 Conector recto de flecha"/>
          <p:cNvCxnSpPr/>
          <p:nvPr/>
        </p:nvCxnSpPr>
        <p:spPr bwMode="auto">
          <a:xfrm>
            <a:off x="6588224" y="5925214"/>
            <a:ext cx="828719" cy="0"/>
          </a:xfrm>
          <a:prstGeom prst="straightConnector1">
            <a:avLst/>
          </a:prstGeom>
          <a:ln>
            <a:headEnd type="none" w="med" len="med"/>
            <a:tailEnd type="arrow"/>
          </a:ln>
        </p:spPr>
        <p:style>
          <a:lnRef idx="3">
            <a:schemeClr val="accent5"/>
          </a:lnRef>
          <a:fillRef idx="0">
            <a:schemeClr val="accent5"/>
          </a:fillRef>
          <a:effectRef idx="2">
            <a:schemeClr val="accent5"/>
          </a:effectRef>
          <a:fontRef idx="minor">
            <a:schemeClr val="tx1"/>
          </a:fontRef>
        </p:style>
      </p:cxnSp>
      <p:sp>
        <p:nvSpPr>
          <p:cNvPr id="102" name="Rectangle 3"/>
          <p:cNvSpPr txBox="1">
            <a:spLocks noChangeArrowheads="1"/>
          </p:cNvSpPr>
          <p:nvPr/>
        </p:nvSpPr>
        <p:spPr bwMode="auto">
          <a:xfrm>
            <a:off x="7452320" y="5805715"/>
            <a:ext cx="1036657" cy="287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rgbClr val="00B050"/>
                </a:solidFill>
                <a:latin typeface="Adobe Fan Heiti Std B" pitchFamily="34" charset="-128"/>
                <a:ea typeface="Adobe Fan Heiti Std B" pitchFamily="34" charset="-128"/>
              </a:rPr>
              <a:t>True</a:t>
            </a:r>
          </a:p>
        </p:txBody>
      </p:sp>
      <p:sp>
        <p:nvSpPr>
          <p:cNvPr id="103" name="Rectangle 3"/>
          <p:cNvSpPr txBox="1">
            <a:spLocks noChangeArrowheads="1"/>
          </p:cNvSpPr>
          <p:nvPr/>
        </p:nvSpPr>
        <p:spPr bwMode="auto">
          <a:xfrm>
            <a:off x="3851920" y="6098994"/>
            <a:ext cx="2834262" cy="32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bg2">
                    <a:lumMod val="50000"/>
                  </a:schemeClr>
                </a:solidFill>
                <a:latin typeface="Adobe Fan Heiti Std B" pitchFamily="34" charset="-128"/>
                <a:ea typeface="Adobe Fan Heiti Std B" pitchFamily="34" charset="-128"/>
              </a:rPr>
              <a:t>ave</a:t>
            </a:r>
            <a:r>
              <a:rPr lang="en-US" sz="1600" kern="0" dirty="0">
                <a:solidFill>
                  <a:schemeClr val="bg2">
                    <a:lumMod val="50000"/>
                  </a:schemeClr>
                </a:solidFill>
                <a:latin typeface="Adobe Fan Heiti Std B" pitchFamily="34" charset="-128"/>
                <a:ea typeface="Adobe Fan Heiti Std B" pitchFamily="34" charset="-128"/>
              </a:rPr>
              <a:t> </a:t>
            </a:r>
            <a:r>
              <a:rPr lang="en-US" sz="1600" kern="0" dirty="0" err="1">
                <a:solidFill>
                  <a:srgbClr val="FF6600"/>
                </a:solidFill>
                <a:latin typeface="Adobe Fan Heiti Std B" pitchFamily="34" charset="-128"/>
                <a:ea typeface="Adobe Fan Heiti Std B" pitchFamily="34" charset="-128"/>
              </a:rPr>
              <a:t>instanceof</a:t>
            </a:r>
            <a:r>
              <a:rPr lang="en-US" sz="1600" kern="0" dirty="0">
                <a:solidFill>
                  <a:schemeClr val="bg2">
                    <a:lumMod val="50000"/>
                  </a:schemeClr>
                </a:solidFill>
                <a:latin typeface="Adobe Fan Heiti Std B" pitchFamily="34" charset="-128"/>
                <a:ea typeface="Adobe Fan Heiti Std B" pitchFamily="34" charset="-128"/>
              </a:rPr>
              <a:t>  </a:t>
            </a:r>
            <a:r>
              <a:rPr lang="en-US" sz="1600" kern="0" dirty="0">
                <a:solidFill>
                  <a:schemeClr val="accent1"/>
                </a:solidFill>
                <a:latin typeface="Adobe Fan Heiti Std B" pitchFamily="34" charset="-128"/>
                <a:ea typeface="Adobe Fan Heiti Std B" pitchFamily="34" charset="-128"/>
              </a:rPr>
              <a:t>Ave</a:t>
            </a: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solidFill>
                <a:schemeClr val="bg2">
                  <a:lumMod val="50000"/>
                </a:schemeClr>
              </a:solidFill>
              <a:latin typeface="Adobe Fan Heiti Std B" pitchFamily="34" charset="-128"/>
              <a:ea typeface="Adobe Fan Heiti Std B" pitchFamily="34" charset="-128"/>
            </a:endParaRPr>
          </a:p>
          <a:p>
            <a:pPr marL="0" indent="0">
              <a:buNone/>
            </a:pPr>
            <a:endParaRPr lang="en-US" sz="1400" kern="0" dirty="0">
              <a:latin typeface="Adobe Fan Heiti Std B" pitchFamily="34" charset="-128"/>
              <a:ea typeface="Adobe Fan Heiti Std B" pitchFamily="34" charset="-128"/>
            </a:endParaRPr>
          </a:p>
          <a:p>
            <a:pPr marL="0" indent="0">
              <a:buNone/>
            </a:pPr>
            <a:endParaRPr lang="en-US" sz="1400" kern="0" dirty="0">
              <a:latin typeface="Adobe Fan Heiti Std B" pitchFamily="34" charset="-128"/>
              <a:ea typeface="Adobe Fan Heiti Std B" pitchFamily="34" charset="-128"/>
            </a:endParaRPr>
          </a:p>
          <a:p>
            <a:pPr marL="0" indent="0">
              <a:buNone/>
            </a:pPr>
            <a:endParaRPr lang="en-US" sz="1400" kern="0" dirty="0">
              <a:latin typeface="Adobe Fan Heiti Std B" pitchFamily="34" charset="-128"/>
              <a:ea typeface="Adobe Fan Heiti Std B" pitchFamily="34" charset="-128"/>
            </a:endParaRPr>
          </a:p>
          <a:p>
            <a:pPr marL="0" indent="0">
              <a:buNone/>
            </a:pPr>
            <a:endParaRPr lang="en-US" sz="1400" kern="0" dirty="0">
              <a:latin typeface="Adobe Fan Heiti Std B" pitchFamily="34" charset="-128"/>
              <a:ea typeface="Adobe Fan Heiti Std B" pitchFamily="34" charset="-128"/>
            </a:endParaRPr>
          </a:p>
        </p:txBody>
      </p:sp>
      <p:cxnSp>
        <p:nvCxnSpPr>
          <p:cNvPr id="104" name="103 Conector recto de flecha"/>
          <p:cNvCxnSpPr/>
          <p:nvPr/>
        </p:nvCxnSpPr>
        <p:spPr bwMode="auto">
          <a:xfrm>
            <a:off x="6588224" y="6233281"/>
            <a:ext cx="828719" cy="0"/>
          </a:xfrm>
          <a:prstGeom prst="straightConnector1">
            <a:avLst/>
          </a:prstGeom>
          <a:ln>
            <a:headEnd type="none" w="med" len="med"/>
            <a:tailEnd type="arrow"/>
          </a:ln>
        </p:spPr>
        <p:style>
          <a:lnRef idx="3">
            <a:schemeClr val="accent5"/>
          </a:lnRef>
          <a:fillRef idx="0">
            <a:schemeClr val="accent5"/>
          </a:fillRef>
          <a:effectRef idx="2">
            <a:schemeClr val="accent5"/>
          </a:effectRef>
          <a:fontRef idx="minor">
            <a:schemeClr val="tx1"/>
          </a:fontRef>
        </p:style>
      </p:cxnSp>
      <p:sp>
        <p:nvSpPr>
          <p:cNvPr id="105" name="Rectangle 3"/>
          <p:cNvSpPr txBox="1">
            <a:spLocks noChangeArrowheads="1"/>
          </p:cNvSpPr>
          <p:nvPr/>
        </p:nvSpPr>
        <p:spPr bwMode="auto">
          <a:xfrm>
            <a:off x="7460294" y="6099385"/>
            <a:ext cx="1036657" cy="287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rgbClr val="00B050"/>
                </a:solidFill>
                <a:latin typeface="Adobe Fan Heiti Std B" pitchFamily="34" charset="-128"/>
                <a:ea typeface="Adobe Fan Heiti Std B" pitchFamily="34" charset="-128"/>
              </a:rPr>
              <a:t>True</a:t>
            </a:r>
          </a:p>
        </p:txBody>
      </p:sp>
      <p:cxnSp>
        <p:nvCxnSpPr>
          <p:cNvPr id="107" name="106 Conector recto de flecha"/>
          <p:cNvCxnSpPr/>
          <p:nvPr/>
        </p:nvCxnSpPr>
        <p:spPr bwMode="auto">
          <a:xfrm>
            <a:off x="6204702" y="5500696"/>
            <a:ext cx="1193800" cy="0"/>
          </a:xfrm>
          <a:prstGeom prst="straightConnector1">
            <a:avLst/>
          </a:prstGeom>
          <a:ln>
            <a:headEnd type="none" w="med" len="med"/>
            <a:tailEnd type="arrow"/>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22294062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Métodos y Clases Abstractas</a:t>
            </a:r>
          </a:p>
        </p:txBody>
      </p:sp>
      <p:sp>
        <p:nvSpPr>
          <p:cNvPr id="3" name="2 Marcador de contenido"/>
          <p:cNvSpPr>
            <a:spLocks noGrp="1"/>
          </p:cNvSpPr>
          <p:nvPr>
            <p:ph idx="1"/>
          </p:nvPr>
        </p:nvSpPr>
        <p:spPr/>
        <p:txBody>
          <a:bodyPr/>
          <a:lstStyle/>
          <a:p>
            <a:r>
              <a:rPr lang="es-ES" sz="1600" dirty="0"/>
              <a:t>Clases abstractas </a:t>
            </a:r>
            <a:r>
              <a:rPr lang="es-ES" sz="1600" b="0" dirty="0"/>
              <a:t>son clases para las cuales el programador </a:t>
            </a:r>
            <a:r>
              <a:rPr lang="es-ES" sz="1600" b="0" i="1" dirty="0"/>
              <a:t>nunca creará instancias de objetos. </a:t>
            </a:r>
            <a:r>
              <a:rPr lang="es-ES" sz="1600" b="0" dirty="0"/>
              <a:t>Estas clases no pueden utilizarse para instanciar objetos, ya que como veremos pronto, las clases abstractas están </a:t>
            </a:r>
            <a:r>
              <a:rPr lang="es-ES" sz="1600" b="0" i="1" dirty="0"/>
              <a:t>incompletas. Las subclases </a:t>
            </a:r>
            <a:r>
              <a:rPr lang="es-ES" sz="1600" b="0" dirty="0"/>
              <a:t>deben declarar las “piezas faltantes” para convertirse en clases “concretas”, a partir de las cuales podemos instanciar objetos. De lo contrario, estas subclases también serán abstractas. </a:t>
            </a:r>
          </a:p>
          <a:p>
            <a:endParaRPr lang="es-ES" sz="1600" b="0" dirty="0"/>
          </a:p>
          <a:p>
            <a:r>
              <a:rPr lang="es-ES" sz="1600" b="0" dirty="0"/>
              <a:t>El </a:t>
            </a:r>
            <a:r>
              <a:rPr lang="es-ES" sz="1600" dirty="0"/>
              <a:t>propósito</a:t>
            </a:r>
            <a:r>
              <a:rPr lang="es-ES" sz="1600" b="0" dirty="0"/>
              <a:t> de una clase abstracta es proporcionar una superclase apropiada, a partir de la cual puedan heredar otras clases y, por ende, compartir un diseño común.</a:t>
            </a:r>
          </a:p>
          <a:p>
            <a:endParaRPr lang="es-ES" sz="1600" b="0" dirty="0"/>
          </a:p>
          <a:p>
            <a:r>
              <a:rPr lang="es-ES" sz="1600" b="0" dirty="0"/>
              <a:t>Las </a:t>
            </a:r>
            <a:r>
              <a:rPr lang="es-ES" sz="1600" dirty="0"/>
              <a:t>superclases abstractas </a:t>
            </a:r>
            <a:r>
              <a:rPr lang="es-ES" sz="1600" b="0" dirty="0"/>
              <a:t>son </a:t>
            </a:r>
            <a:r>
              <a:rPr lang="es-ES" sz="1600" b="0" i="1" dirty="0"/>
              <a:t>demasiado generales como para crear objetos </a:t>
            </a:r>
            <a:r>
              <a:rPr lang="es-ES" sz="1600" b="0" dirty="0"/>
              <a:t>reales; sólo especifican lo que tienen en común las subclases. Necesitamos ser más </a:t>
            </a:r>
            <a:r>
              <a:rPr lang="es-ES" sz="1600" b="0" i="1" dirty="0"/>
              <a:t>específicos para poder </a:t>
            </a:r>
            <a:r>
              <a:rPr lang="es-ES" sz="1600" b="0" dirty="0"/>
              <a:t>crear objetos. Por ejemplo, si envía el mensaje dibujar a la clase abstracta FiguraBidimensional, la clase sabe que las figuras bidimensionales deben poder dibujarse, pero no sabe qué figura específica dibujar, por lo que no puede implementar un verdadero método dibujar. Las clases concretas proporcionan los detalles específicos que hacen razonable la creación de instancias de objetos.</a:t>
            </a:r>
          </a:p>
        </p:txBody>
      </p:sp>
    </p:spTree>
    <p:extLst>
      <p:ext uri="{BB962C8B-B14F-4D97-AF65-F5344CB8AC3E}">
        <p14:creationId xmlns:p14="http://schemas.microsoft.com/office/powerpoint/2010/main" val="1599359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ox(in)">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box(in)">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Métodos y Clases Abstractas</a:t>
            </a:r>
          </a:p>
        </p:txBody>
      </p:sp>
      <p:sp>
        <p:nvSpPr>
          <p:cNvPr id="3" name="2 Marcador de contenido"/>
          <p:cNvSpPr>
            <a:spLocks noGrp="1"/>
          </p:cNvSpPr>
          <p:nvPr>
            <p:ph idx="1"/>
          </p:nvPr>
        </p:nvSpPr>
        <p:spPr/>
        <p:txBody>
          <a:bodyPr/>
          <a:lstStyle/>
          <a:p>
            <a:endParaRPr lang="es-ES" sz="1800" b="0" dirty="0"/>
          </a:p>
          <a:p>
            <a:endParaRPr lang="es-ES" sz="1800" b="0" dirty="0"/>
          </a:p>
          <a:p>
            <a:endParaRPr lang="es-ES" sz="1800" b="0" dirty="0"/>
          </a:p>
          <a:p>
            <a:r>
              <a:rPr lang="es-ES" sz="1800" b="0" dirty="0"/>
              <a:t>La clase </a:t>
            </a:r>
            <a:r>
              <a:rPr lang="es-ES" sz="1800" dirty="0"/>
              <a:t>vehículo</a:t>
            </a:r>
            <a:r>
              <a:rPr lang="es-ES" sz="1800" b="0" dirty="0"/>
              <a:t> es claramente una clase genérica porque cuando implemente un programa con esta clase no voy a crear vehículos sino objetos de la clase </a:t>
            </a:r>
            <a:r>
              <a:rPr lang="es-ES" sz="1800" b="0" i="1" dirty="0"/>
              <a:t>coche </a:t>
            </a:r>
            <a:r>
              <a:rPr lang="es-ES" sz="1800" b="0" dirty="0"/>
              <a:t>u objetos de la clase </a:t>
            </a:r>
            <a:r>
              <a:rPr lang="es-ES" sz="1800" b="0" i="1" dirty="0"/>
              <a:t>moto</a:t>
            </a:r>
            <a:r>
              <a:rPr lang="es-ES" sz="1800" b="0" dirty="0"/>
              <a:t>, etc. Es obvio que todos son vehículos y por lo tanto esta clase abstracta solamente definirá los atributos y métodos comunes. Ejemplos de atributos pueden ser color, peso, etc. Y ejemplos de estos métodos pueden ser </a:t>
            </a:r>
            <a:r>
              <a:rPr lang="es-ES" sz="1800" b="0" i="1" dirty="0" err="1"/>
              <a:t>getVelocidadActual</a:t>
            </a:r>
            <a:r>
              <a:rPr lang="es-ES" sz="1800" b="0" i="1" dirty="0"/>
              <a:t>( )</a:t>
            </a:r>
            <a:r>
              <a:rPr lang="es-ES" sz="1800" b="0" dirty="0"/>
              <a:t>. Obviamente, la velocidad se calculará de manera diferente para cada tipo de vehículo.</a:t>
            </a:r>
          </a:p>
          <a:p>
            <a:pPr>
              <a:buNone/>
            </a:pPr>
            <a:endParaRPr lang="es-ES" sz="1800" b="0" dirty="0"/>
          </a:p>
          <a:p>
            <a:endParaRPr lang="es-ES" sz="1600" dirty="0"/>
          </a:p>
        </p:txBody>
      </p:sp>
    </p:spTree>
    <p:extLst>
      <p:ext uri="{BB962C8B-B14F-4D97-AF65-F5344CB8AC3E}">
        <p14:creationId xmlns:p14="http://schemas.microsoft.com/office/powerpoint/2010/main" val="6571962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22 Grupo"/>
          <p:cNvGrpSpPr/>
          <p:nvPr/>
        </p:nvGrpSpPr>
        <p:grpSpPr>
          <a:xfrm>
            <a:off x="2977981" y="678117"/>
            <a:ext cx="3330006" cy="2018103"/>
            <a:chOff x="3174194" y="678117"/>
            <a:chExt cx="2901882" cy="2018103"/>
          </a:xfrm>
        </p:grpSpPr>
        <p:sp>
          <p:nvSpPr>
            <p:cNvPr id="26" name="25 Rectángulo redondeado"/>
            <p:cNvSpPr/>
            <p:nvPr/>
          </p:nvSpPr>
          <p:spPr bwMode="auto">
            <a:xfrm>
              <a:off x="3174194" y="980728"/>
              <a:ext cx="2448272" cy="1715492"/>
            </a:xfrm>
            <a:prstGeom prst="roundRect">
              <a:avLst/>
            </a:prstGeom>
            <a:ln>
              <a:headEnd type="none" w="med" len="med"/>
              <a:tailEnd type="none" w="med" len="me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cxnSp>
          <p:nvCxnSpPr>
            <p:cNvPr id="18" name="17 Conector recto"/>
            <p:cNvCxnSpPr/>
            <p:nvPr/>
          </p:nvCxnSpPr>
          <p:spPr bwMode="auto">
            <a:xfrm>
              <a:off x="3174195" y="1676722"/>
              <a:ext cx="2448271" cy="0"/>
            </a:xfrm>
            <a:prstGeom prst="line">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pic>
          <p:nvPicPr>
            <p:cNvPr id="1032" name="Picture 8" descr="C:\Users\Raúl\Desktop\Pollito\ave.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220179">
              <a:off x="5229074" y="678117"/>
              <a:ext cx="847002" cy="982481"/>
            </a:xfrm>
            <a:prstGeom prst="rect">
              <a:avLst/>
            </a:prstGeom>
            <a:noFill/>
            <a:extLst>
              <a:ext uri="{909E8E84-426E-40DD-AFC4-6F175D3DCCD1}">
                <a14:hiddenFill xmlns:a14="http://schemas.microsoft.com/office/drawing/2010/main">
                  <a:solidFill>
                    <a:srgbClr val="FFFFFF"/>
                  </a:solidFill>
                </a14:hiddenFill>
              </a:ext>
            </a:extLst>
          </p:spPr>
        </p:pic>
      </p:grpSp>
      <p:sp>
        <p:nvSpPr>
          <p:cNvPr id="117" name="1 Título"/>
          <p:cNvSpPr>
            <a:spLocks noGrp="1"/>
          </p:cNvSpPr>
          <p:nvPr>
            <p:ph type="title"/>
          </p:nvPr>
        </p:nvSpPr>
        <p:spPr>
          <a:xfrm>
            <a:off x="542924" y="53975"/>
            <a:ext cx="7989515" cy="563563"/>
          </a:xfrm>
        </p:spPr>
        <p:txBody>
          <a:bodyPr/>
          <a:lstStyle/>
          <a:p>
            <a:r>
              <a:rPr lang="es-ES" dirty="0"/>
              <a:t>Métodos y Clases Abstractas</a:t>
            </a:r>
          </a:p>
        </p:txBody>
      </p:sp>
      <p:sp>
        <p:nvSpPr>
          <p:cNvPr id="46" name="Rectangle 3"/>
          <p:cNvSpPr txBox="1">
            <a:spLocks noChangeArrowheads="1"/>
          </p:cNvSpPr>
          <p:nvPr/>
        </p:nvSpPr>
        <p:spPr bwMode="auto">
          <a:xfrm>
            <a:off x="3174195" y="1998718"/>
            <a:ext cx="2448271"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a:solidFill>
                  <a:schemeClr val="accent2">
                    <a:lumMod val="20000"/>
                    <a:lumOff val="80000"/>
                  </a:schemeClr>
                </a:solidFill>
                <a:ea typeface="Adobe Fan Heiti Std B" pitchFamily="34" charset="-128"/>
              </a:rPr>
              <a:t> </a:t>
            </a:r>
            <a:r>
              <a:rPr lang="en-US" sz="1600" b="0" kern="0" dirty="0">
                <a:solidFill>
                  <a:schemeClr val="bg1"/>
                </a:solidFill>
                <a:ea typeface="Adobe Fan Heiti Std B" pitchFamily="34" charset="-128"/>
              </a:rPr>
              <a:t>void</a:t>
            </a:r>
            <a:r>
              <a:rPr lang="en-US" sz="1600" kern="0" dirty="0">
                <a:solidFill>
                  <a:schemeClr val="accent2">
                    <a:lumMod val="20000"/>
                    <a:lumOff val="80000"/>
                  </a:schemeClr>
                </a:solidFill>
                <a:ea typeface="Adobe Fan Heiti Std B" pitchFamily="34" charset="-128"/>
              </a:rPr>
              <a:t> </a:t>
            </a:r>
            <a:r>
              <a:rPr lang="en-US" sz="1600" kern="0" dirty="0" err="1">
                <a:solidFill>
                  <a:schemeClr val="accent2">
                    <a:lumMod val="20000"/>
                    <a:lumOff val="80000"/>
                  </a:schemeClr>
                </a:solidFill>
                <a:latin typeface="Adobe Fan Heiti Std B" pitchFamily="34" charset="-128"/>
                <a:ea typeface="Adobe Fan Heiti Std B" pitchFamily="34" charset="-128"/>
              </a:rPr>
              <a:t>hablar</a:t>
            </a:r>
            <a:r>
              <a:rPr lang="en-US" sz="1600" kern="0" dirty="0">
                <a:solidFill>
                  <a:schemeClr val="accent2">
                    <a:lumMod val="20000"/>
                    <a:lumOff val="80000"/>
                  </a:schemeClr>
                </a:solidFill>
                <a:latin typeface="Adobe Fan Heiti Std B" pitchFamily="34" charset="-128"/>
                <a:ea typeface="Adobe Fan Heiti Std B" pitchFamily="34" charset="-128"/>
              </a:rPr>
              <a:t>( ) </a:t>
            </a:r>
            <a:r>
              <a:rPr lang="en-US" sz="1600" kern="0" dirty="0">
                <a:solidFill>
                  <a:srgbClr val="0070C0"/>
                </a:solidFill>
                <a:latin typeface="Adobe Fan Heiti Std B" pitchFamily="34" charset="-128"/>
                <a:ea typeface="Adobe Fan Heiti Std B" pitchFamily="34" charset="-128"/>
              </a:rPr>
              <a:t>{</a:t>
            </a:r>
          </a:p>
        </p:txBody>
      </p:sp>
      <p:sp>
        <p:nvSpPr>
          <p:cNvPr id="36" name="Rectangle 3"/>
          <p:cNvSpPr txBox="1">
            <a:spLocks noChangeArrowheads="1"/>
          </p:cNvSpPr>
          <p:nvPr/>
        </p:nvSpPr>
        <p:spPr bwMode="auto">
          <a:xfrm>
            <a:off x="3024775" y="2240142"/>
            <a:ext cx="2813779"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i="1" kern="0" dirty="0">
                <a:solidFill>
                  <a:srgbClr val="0070C0"/>
                </a:solidFill>
                <a:ea typeface="Adobe Fan Heiti Std B" pitchFamily="34" charset="-128"/>
              </a:rPr>
              <a:t>…"No </a:t>
            </a:r>
            <a:r>
              <a:rPr lang="en-US" sz="1600" i="1" kern="0" dirty="0" err="1">
                <a:solidFill>
                  <a:srgbClr val="0070C0"/>
                </a:solidFill>
                <a:ea typeface="Adobe Fan Heiti Std B" pitchFamily="34" charset="-128"/>
              </a:rPr>
              <a:t>sé</a:t>
            </a:r>
            <a:r>
              <a:rPr lang="en-US" sz="1600" i="1" kern="0" dirty="0">
                <a:solidFill>
                  <a:srgbClr val="0070C0"/>
                </a:solidFill>
                <a:ea typeface="Adobe Fan Heiti Std B" pitchFamily="34" charset="-128"/>
              </a:rPr>
              <a:t> </a:t>
            </a:r>
            <a:r>
              <a:rPr lang="en-US" sz="1600" i="1" kern="0" dirty="0" err="1">
                <a:solidFill>
                  <a:srgbClr val="0070C0"/>
                </a:solidFill>
                <a:ea typeface="Adobe Fan Heiti Std B" pitchFamily="34" charset="-128"/>
              </a:rPr>
              <a:t>qué</a:t>
            </a:r>
            <a:r>
              <a:rPr lang="en-US" sz="1600" i="1" kern="0" dirty="0">
                <a:solidFill>
                  <a:srgbClr val="0070C0"/>
                </a:solidFill>
                <a:ea typeface="Adobe Fan Heiti Std B" pitchFamily="34" charset="-128"/>
              </a:rPr>
              <a:t> </a:t>
            </a:r>
            <a:r>
              <a:rPr lang="en-US" sz="1600" i="1" kern="0" dirty="0" err="1">
                <a:solidFill>
                  <a:srgbClr val="0070C0"/>
                </a:solidFill>
                <a:ea typeface="Adobe Fan Heiti Std B" pitchFamily="34" charset="-128"/>
              </a:rPr>
              <a:t>decir</a:t>
            </a:r>
            <a:r>
              <a:rPr lang="en-US" sz="1600" i="1" kern="0" dirty="0">
                <a:solidFill>
                  <a:srgbClr val="0070C0"/>
                </a:solidFill>
                <a:ea typeface="Adobe Fan Heiti Std B" pitchFamily="34" charset="-128"/>
              </a:rPr>
              <a:t>"… </a:t>
            </a:r>
            <a:r>
              <a:rPr lang="en-US" sz="1600" i="1" kern="0" dirty="0">
                <a:solidFill>
                  <a:srgbClr val="0070C0"/>
                </a:solidFill>
                <a:latin typeface="Adobe Fan Heiti Std B" pitchFamily="34" charset="-128"/>
                <a:ea typeface="Adobe Fan Heiti Std B" pitchFamily="34" charset="-128"/>
              </a:rPr>
              <a:t>}</a:t>
            </a:r>
          </a:p>
        </p:txBody>
      </p:sp>
      <p:grpSp>
        <p:nvGrpSpPr>
          <p:cNvPr id="8" name="7 Grupo"/>
          <p:cNvGrpSpPr/>
          <p:nvPr/>
        </p:nvGrpSpPr>
        <p:grpSpPr>
          <a:xfrm>
            <a:off x="539552" y="3283520"/>
            <a:ext cx="1728193" cy="1369616"/>
            <a:chOff x="539552" y="2923480"/>
            <a:chExt cx="1728193" cy="1369616"/>
          </a:xfrm>
        </p:grpSpPr>
        <p:sp>
          <p:nvSpPr>
            <p:cNvPr id="37" name="36 Rectángulo redondeado"/>
            <p:cNvSpPr/>
            <p:nvPr/>
          </p:nvSpPr>
          <p:spPr bwMode="auto">
            <a:xfrm>
              <a:off x="539552" y="3358455"/>
              <a:ext cx="1728192" cy="934641"/>
            </a:xfrm>
            <a:prstGeom prst="roundRect">
              <a:avLst/>
            </a:prstGeom>
            <a:ln>
              <a:headEnd type="none" w="med" len="med"/>
              <a:tailEnd type="none" w="med" len="me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8" name="Rectangle 3"/>
            <p:cNvSpPr txBox="1">
              <a:spLocks noChangeArrowheads="1"/>
            </p:cNvSpPr>
            <p:nvPr/>
          </p:nvSpPr>
          <p:spPr bwMode="auto">
            <a:xfrm>
              <a:off x="539553" y="2923480"/>
              <a:ext cx="1728192"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err="1"/>
                <a:t>Pollito</a:t>
              </a:r>
              <a:endParaRPr lang="en-US" sz="1800" kern="0" dirty="0"/>
            </a:p>
          </p:txBody>
        </p:sp>
        <p:sp>
          <p:nvSpPr>
            <p:cNvPr id="39" name="Rectangle 3"/>
            <p:cNvSpPr txBox="1">
              <a:spLocks noChangeArrowheads="1"/>
            </p:cNvSpPr>
            <p:nvPr/>
          </p:nvSpPr>
          <p:spPr bwMode="auto">
            <a:xfrm>
              <a:off x="539553" y="3464278"/>
              <a:ext cx="1728192"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2">
                      <a:lumMod val="20000"/>
                      <a:lumOff val="80000"/>
                    </a:schemeClr>
                  </a:solidFill>
                  <a:latin typeface="Adobe Fan Heiti Std B" pitchFamily="34" charset="-128"/>
                  <a:ea typeface="Adobe Fan Heiti Std B" pitchFamily="34" charset="-128"/>
                </a:rPr>
                <a:t>hablar</a:t>
              </a:r>
              <a:r>
                <a:rPr lang="en-US" sz="1600" kern="0" dirty="0">
                  <a:solidFill>
                    <a:schemeClr val="accent2">
                      <a:lumMod val="20000"/>
                      <a:lumOff val="80000"/>
                    </a:schemeClr>
                  </a:solidFill>
                  <a:latin typeface="Adobe Fan Heiti Std B" pitchFamily="34" charset="-128"/>
                  <a:ea typeface="Adobe Fan Heiti Std B" pitchFamily="34" charset="-128"/>
                </a:rPr>
                <a:t>( )</a:t>
              </a:r>
            </a:p>
          </p:txBody>
        </p:sp>
        <p:sp>
          <p:nvSpPr>
            <p:cNvPr id="43" name="Rectangle 3"/>
            <p:cNvSpPr txBox="1">
              <a:spLocks noChangeArrowheads="1"/>
            </p:cNvSpPr>
            <p:nvPr/>
          </p:nvSpPr>
          <p:spPr bwMode="auto">
            <a:xfrm>
              <a:off x="539552" y="3810210"/>
              <a:ext cx="1728193"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i="1" kern="0" dirty="0">
                  <a:solidFill>
                    <a:srgbClr val="0070C0"/>
                  </a:solidFill>
                  <a:ea typeface="Adobe Fan Heiti Std B" pitchFamily="34" charset="-128"/>
                </a:rPr>
                <a:t>"</a:t>
              </a:r>
              <a:r>
                <a:rPr lang="en-US" sz="1600" i="1" kern="0" dirty="0" err="1">
                  <a:solidFill>
                    <a:srgbClr val="0070C0"/>
                  </a:solidFill>
                  <a:ea typeface="Adobe Fan Heiti Std B" pitchFamily="34" charset="-128"/>
                </a:rPr>
                <a:t>pio</a:t>
              </a:r>
              <a:r>
                <a:rPr lang="en-US" sz="1600" i="1" kern="0" dirty="0">
                  <a:solidFill>
                    <a:srgbClr val="0070C0"/>
                  </a:solidFill>
                  <a:ea typeface="Adobe Fan Heiti Std B" pitchFamily="34" charset="-128"/>
                </a:rPr>
                <a:t>"</a:t>
              </a:r>
            </a:p>
          </p:txBody>
        </p:sp>
      </p:grpSp>
      <p:grpSp>
        <p:nvGrpSpPr>
          <p:cNvPr id="9" name="8 Grupo"/>
          <p:cNvGrpSpPr/>
          <p:nvPr/>
        </p:nvGrpSpPr>
        <p:grpSpPr>
          <a:xfrm>
            <a:off x="2555776" y="3284984"/>
            <a:ext cx="1728193" cy="1368152"/>
            <a:chOff x="2555776" y="2924944"/>
            <a:chExt cx="1728193" cy="1368152"/>
          </a:xfrm>
        </p:grpSpPr>
        <p:sp>
          <p:nvSpPr>
            <p:cNvPr id="44" name="43 Rectángulo redondeado"/>
            <p:cNvSpPr/>
            <p:nvPr/>
          </p:nvSpPr>
          <p:spPr bwMode="auto">
            <a:xfrm>
              <a:off x="2555776" y="3359919"/>
              <a:ext cx="1728192" cy="933177"/>
            </a:xfrm>
            <a:prstGeom prst="roundRect">
              <a:avLst/>
            </a:prstGeom>
            <a:ln>
              <a:headEnd type="none" w="med" len="med"/>
              <a:tailEnd type="none" w="med" len="me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4" name="Rectangle 3"/>
            <p:cNvSpPr txBox="1">
              <a:spLocks noChangeArrowheads="1"/>
            </p:cNvSpPr>
            <p:nvPr/>
          </p:nvSpPr>
          <p:spPr bwMode="auto">
            <a:xfrm>
              <a:off x="2555776" y="2924944"/>
              <a:ext cx="1728192"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err="1"/>
                <a:t>Gallina</a:t>
              </a:r>
              <a:endParaRPr lang="en-US" sz="1800" kern="0" dirty="0"/>
            </a:p>
          </p:txBody>
        </p:sp>
        <p:sp>
          <p:nvSpPr>
            <p:cNvPr id="55" name="Rectangle 3"/>
            <p:cNvSpPr txBox="1">
              <a:spLocks noChangeArrowheads="1"/>
            </p:cNvSpPr>
            <p:nvPr/>
          </p:nvSpPr>
          <p:spPr bwMode="auto">
            <a:xfrm>
              <a:off x="2555776" y="3464278"/>
              <a:ext cx="1728192"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2">
                      <a:lumMod val="20000"/>
                      <a:lumOff val="80000"/>
                    </a:schemeClr>
                  </a:solidFill>
                  <a:latin typeface="Adobe Fan Heiti Std B" pitchFamily="34" charset="-128"/>
                  <a:ea typeface="Adobe Fan Heiti Std B" pitchFamily="34" charset="-128"/>
                </a:rPr>
                <a:t>hablar</a:t>
              </a:r>
              <a:r>
                <a:rPr lang="en-US" sz="1600" kern="0" dirty="0">
                  <a:solidFill>
                    <a:schemeClr val="accent2">
                      <a:lumMod val="20000"/>
                      <a:lumOff val="80000"/>
                    </a:schemeClr>
                  </a:solidFill>
                  <a:latin typeface="Adobe Fan Heiti Std B" pitchFamily="34" charset="-128"/>
                  <a:ea typeface="Adobe Fan Heiti Std B" pitchFamily="34" charset="-128"/>
                </a:rPr>
                <a:t>( )</a:t>
              </a:r>
            </a:p>
          </p:txBody>
        </p:sp>
        <p:sp>
          <p:nvSpPr>
            <p:cNvPr id="56" name="Rectangle 3"/>
            <p:cNvSpPr txBox="1">
              <a:spLocks noChangeArrowheads="1"/>
            </p:cNvSpPr>
            <p:nvPr/>
          </p:nvSpPr>
          <p:spPr bwMode="auto">
            <a:xfrm>
              <a:off x="2555776" y="3811674"/>
              <a:ext cx="1728193"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i="1" kern="0" dirty="0">
                  <a:solidFill>
                    <a:srgbClr val="0070C0"/>
                  </a:solidFill>
                  <a:ea typeface="Adobe Fan Heiti Std B" pitchFamily="34" charset="-128"/>
                </a:rPr>
                <a:t>"</a:t>
              </a:r>
              <a:r>
                <a:rPr lang="en-US" sz="1600" i="1" kern="0" dirty="0" err="1">
                  <a:solidFill>
                    <a:srgbClr val="0070C0"/>
                  </a:solidFill>
                  <a:ea typeface="Adobe Fan Heiti Std B" pitchFamily="34" charset="-128"/>
                </a:rPr>
                <a:t>coc</a:t>
              </a:r>
              <a:r>
                <a:rPr lang="en-US" sz="1600" i="1" kern="0" dirty="0">
                  <a:solidFill>
                    <a:srgbClr val="0070C0"/>
                  </a:solidFill>
                  <a:ea typeface="Adobe Fan Heiti Std B" pitchFamily="34" charset="-128"/>
                </a:rPr>
                <a:t>"</a:t>
              </a:r>
            </a:p>
          </p:txBody>
        </p:sp>
      </p:grpSp>
      <p:grpSp>
        <p:nvGrpSpPr>
          <p:cNvPr id="10" name="9 Grupo"/>
          <p:cNvGrpSpPr/>
          <p:nvPr/>
        </p:nvGrpSpPr>
        <p:grpSpPr>
          <a:xfrm>
            <a:off x="4499992" y="3283520"/>
            <a:ext cx="1728193" cy="1369616"/>
            <a:chOff x="4499992" y="2923480"/>
            <a:chExt cx="1728193" cy="1369616"/>
          </a:xfrm>
        </p:grpSpPr>
        <p:sp>
          <p:nvSpPr>
            <p:cNvPr id="57" name="56 Rectángulo redondeado"/>
            <p:cNvSpPr/>
            <p:nvPr/>
          </p:nvSpPr>
          <p:spPr bwMode="auto">
            <a:xfrm>
              <a:off x="4499992" y="3358455"/>
              <a:ext cx="1728192" cy="934641"/>
            </a:xfrm>
            <a:prstGeom prst="roundRect">
              <a:avLst/>
            </a:prstGeom>
            <a:ln>
              <a:headEnd type="none" w="med" len="med"/>
              <a:tailEnd type="none" w="med" len="me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58" name="Rectangle 3"/>
            <p:cNvSpPr txBox="1">
              <a:spLocks noChangeArrowheads="1"/>
            </p:cNvSpPr>
            <p:nvPr/>
          </p:nvSpPr>
          <p:spPr bwMode="auto">
            <a:xfrm>
              <a:off x="4499992" y="2923480"/>
              <a:ext cx="1728192"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a:t>Gallo</a:t>
              </a:r>
            </a:p>
          </p:txBody>
        </p:sp>
        <p:sp>
          <p:nvSpPr>
            <p:cNvPr id="59" name="Rectangle 3"/>
            <p:cNvSpPr txBox="1">
              <a:spLocks noChangeArrowheads="1"/>
            </p:cNvSpPr>
            <p:nvPr/>
          </p:nvSpPr>
          <p:spPr bwMode="auto">
            <a:xfrm>
              <a:off x="4499992" y="3464278"/>
              <a:ext cx="1728192"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2">
                      <a:lumMod val="20000"/>
                      <a:lumOff val="80000"/>
                    </a:schemeClr>
                  </a:solidFill>
                  <a:latin typeface="Adobe Fan Heiti Std B" pitchFamily="34" charset="-128"/>
                  <a:ea typeface="Adobe Fan Heiti Std B" pitchFamily="34" charset="-128"/>
                </a:rPr>
                <a:t>hablar</a:t>
              </a:r>
              <a:r>
                <a:rPr lang="en-US" sz="1600" kern="0" dirty="0">
                  <a:solidFill>
                    <a:schemeClr val="accent2">
                      <a:lumMod val="20000"/>
                      <a:lumOff val="80000"/>
                    </a:schemeClr>
                  </a:solidFill>
                  <a:latin typeface="Adobe Fan Heiti Std B" pitchFamily="34" charset="-128"/>
                  <a:ea typeface="Adobe Fan Heiti Std B" pitchFamily="34" charset="-128"/>
                </a:rPr>
                <a:t>( )</a:t>
              </a:r>
            </a:p>
          </p:txBody>
        </p:sp>
        <p:sp>
          <p:nvSpPr>
            <p:cNvPr id="60" name="Rectangle 3"/>
            <p:cNvSpPr txBox="1">
              <a:spLocks noChangeArrowheads="1"/>
            </p:cNvSpPr>
            <p:nvPr/>
          </p:nvSpPr>
          <p:spPr bwMode="auto">
            <a:xfrm>
              <a:off x="4499992" y="3810210"/>
              <a:ext cx="1728193"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i="1" kern="0" dirty="0">
                  <a:solidFill>
                    <a:srgbClr val="0070C0"/>
                  </a:solidFill>
                  <a:ea typeface="Adobe Fan Heiti Std B" pitchFamily="34" charset="-128"/>
                </a:rPr>
                <a:t>"</a:t>
              </a:r>
              <a:r>
                <a:rPr lang="en-US" sz="1600" i="1" kern="0" dirty="0" err="1">
                  <a:solidFill>
                    <a:srgbClr val="0070C0"/>
                  </a:solidFill>
                  <a:ea typeface="Adobe Fan Heiti Std B" pitchFamily="34" charset="-128"/>
                </a:rPr>
                <a:t>cocoroco</a:t>
              </a:r>
              <a:r>
                <a:rPr lang="en-US" sz="1600" i="1" kern="0" dirty="0">
                  <a:solidFill>
                    <a:srgbClr val="0070C0"/>
                  </a:solidFill>
                  <a:ea typeface="Adobe Fan Heiti Std B" pitchFamily="34" charset="-128"/>
                </a:rPr>
                <a:t>"</a:t>
              </a:r>
            </a:p>
          </p:txBody>
        </p:sp>
      </p:grpSp>
      <p:grpSp>
        <p:nvGrpSpPr>
          <p:cNvPr id="11" name="10 Grupo"/>
          <p:cNvGrpSpPr/>
          <p:nvPr/>
        </p:nvGrpSpPr>
        <p:grpSpPr>
          <a:xfrm>
            <a:off x="6516215" y="3284984"/>
            <a:ext cx="1728193" cy="1368152"/>
            <a:chOff x="6516215" y="2924944"/>
            <a:chExt cx="1728193" cy="1368152"/>
          </a:xfrm>
        </p:grpSpPr>
        <p:sp>
          <p:nvSpPr>
            <p:cNvPr id="61" name="60 Rectángulo redondeado"/>
            <p:cNvSpPr/>
            <p:nvPr/>
          </p:nvSpPr>
          <p:spPr bwMode="auto">
            <a:xfrm>
              <a:off x="6516215" y="3359919"/>
              <a:ext cx="1728192" cy="933177"/>
            </a:xfrm>
            <a:prstGeom prst="roundRect">
              <a:avLst/>
            </a:prstGeom>
            <a:ln>
              <a:headEnd type="none" w="med" len="med"/>
              <a:tailEnd type="none" w="med" len="me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2" name="Rectangle 3"/>
            <p:cNvSpPr txBox="1">
              <a:spLocks noChangeArrowheads="1"/>
            </p:cNvSpPr>
            <p:nvPr/>
          </p:nvSpPr>
          <p:spPr bwMode="auto">
            <a:xfrm>
              <a:off x="6516215" y="2924944"/>
              <a:ext cx="1728192"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err="1"/>
                <a:t>Pavo</a:t>
              </a:r>
              <a:endParaRPr lang="en-US" sz="1800" kern="0" dirty="0"/>
            </a:p>
          </p:txBody>
        </p:sp>
        <p:sp>
          <p:nvSpPr>
            <p:cNvPr id="63" name="Rectangle 3"/>
            <p:cNvSpPr txBox="1">
              <a:spLocks noChangeArrowheads="1"/>
            </p:cNvSpPr>
            <p:nvPr/>
          </p:nvSpPr>
          <p:spPr bwMode="auto">
            <a:xfrm>
              <a:off x="6516215" y="3464278"/>
              <a:ext cx="1728192"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2">
                      <a:lumMod val="20000"/>
                      <a:lumOff val="80000"/>
                    </a:schemeClr>
                  </a:solidFill>
                  <a:latin typeface="Adobe Fan Heiti Std B" pitchFamily="34" charset="-128"/>
                  <a:ea typeface="Adobe Fan Heiti Std B" pitchFamily="34" charset="-128"/>
                </a:rPr>
                <a:t>hablar</a:t>
              </a:r>
              <a:r>
                <a:rPr lang="en-US" sz="1600" kern="0" dirty="0">
                  <a:solidFill>
                    <a:schemeClr val="accent2">
                      <a:lumMod val="20000"/>
                      <a:lumOff val="80000"/>
                    </a:schemeClr>
                  </a:solidFill>
                  <a:latin typeface="Adobe Fan Heiti Std B" pitchFamily="34" charset="-128"/>
                  <a:ea typeface="Adobe Fan Heiti Std B" pitchFamily="34" charset="-128"/>
                </a:rPr>
                <a:t>( )</a:t>
              </a:r>
            </a:p>
          </p:txBody>
        </p:sp>
        <p:sp>
          <p:nvSpPr>
            <p:cNvPr id="65" name="Rectangle 3"/>
            <p:cNvSpPr txBox="1">
              <a:spLocks noChangeArrowheads="1"/>
            </p:cNvSpPr>
            <p:nvPr/>
          </p:nvSpPr>
          <p:spPr bwMode="auto">
            <a:xfrm>
              <a:off x="6516215" y="3811674"/>
              <a:ext cx="1728193"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i="1" kern="0" dirty="0">
                  <a:solidFill>
                    <a:srgbClr val="0070C0"/>
                  </a:solidFill>
                  <a:ea typeface="Adobe Fan Heiti Std B" pitchFamily="34" charset="-128"/>
                </a:rPr>
                <a:t>"</a:t>
              </a:r>
              <a:r>
                <a:rPr lang="en-US" sz="1600" i="1" kern="0" dirty="0" err="1">
                  <a:solidFill>
                    <a:srgbClr val="0070C0"/>
                  </a:solidFill>
                  <a:ea typeface="Adobe Fan Heiti Std B" pitchFamily="34" charset="-128"/>
                </a:rPr>
                <a:t>glu</a:t>
              </a:r>
              <a:r>
                <a:rPr lang="en-US" sz="1600" i="1" kern="0" dirty="0">
                  <a:solidFill>
                    <a:srgbClr val="0070C0"/>
                  </a:solidFill>
                  <a:ea typeface="Adobe Fan Heiti Std B" pitchFamily="34" charset="-128"/>
                </a:rPr>
                <a:t> </a:t>
              </a:r>
              <a:r>
                <a:rPr lang="en-US" sz="1600" i="1" kern="0" dirty="0" err="1">
                  <a:solidFill>
                    <a:srgbClr val="0070C0"/>
                  </a:solidFill>
                  <a:ea typeface="Adobe Fan Heiti Std B" pitchFamily="34" charset="-128"/>
                </a:rPr>
                <a:t>glu</a:t>
              </a:r>
              <a:r>
                <a:rPr lang="en-US" sz="1600" i="1" kern="0" dirty="0">
                  <a:solidFill>
                    <a:srgbClr val="0070C0"/>
                  </a:solidFill>
                  <a:ea typeface="Adobe Fan Heiti Std B" pitchFamily="34" charset="-128"/>
                </a:rPr>
                <a:t> </a:t>
              </a:r>
              <a:r>
                <a:rPr lang="en-US" sz="1600" i="1" kern="0" dirty="0" err="1">
                  <a:solidFill>
                    <a:srgbClr val="0070C0"/>
                  </a:solidFill>
                  <a:ea typeface="Adobe Fan Heiti Std B" pitchFamily="34" charset="-128"/>
                </a:rPr>
                <a:t>glu</a:t>
              </a:r>
              <a:r>
                <a:rPr lang="en-US" sz="1600" i="1" kern="0" dirty="0">
                  <a:solidFill>
                    <a:srgbClr val="0070C0"/>
                  </a:solidFill>
                  <a:ea typeface="Adobe Fan Heiti Std B" pitchFamily="34" charset="-128"/>
                </a:rPr>
                <a:t>"</a:t>
              </a:r>
            </a:p>
          </p:txBody>
        </p:sp>
      </p:grpSp>
      <p:grpSp>
        <p:nvGrpSpPr>
          <p:cNvPr id="2" name="1 Grupo"/>
          <p:cNvGrpSpPr/>
          <p:nvPr/>
        </p:nvGrpSpPr>
        <p:grpSpPr>
          <a:xfrm>
            <a:off x="958899" y="4751409"/>
            <a:ext cx="7432997" cy="1773935"/>
            <a:chOff x="958899" y="4751409"/>
            <a:chExt cx="7432997" cy="1773935"/>
          </a:xfrm>
        </p:grpSpPr>
        <p:pic>
          <p:nvPicPr>
            <p:cNvPr id="1026" name="Picture 2" descr="C:\Users\Raúl\Desktop\Pollito\pollito.png">
              <a:hlinkClick r:id="" action="ppaction://noaction">
                <a:snd r:embed="rId3" name="pio.wav"/>
              </a:hlinkClick>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58899" y="5195370"/>
              <a:ext cx="991047" cy="1299944"/>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Raúl\Desktop\Pollito\gallina.png">
              <a:hlinkClick r:id="" action="ppaction://noaction">
                <a:snd r:embed="rId5" name="gallina.WAV"/>
              </a:hlinkClick>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797206" y="4782535"/>
              <a:ext cx="1245333" cy="171277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Users\Raúl\Desktop\Pollito\gallo.png">
              <a:hlinkClick r:id="" action="ppaction://noaction">
                <a:snd r:embed="rId7" name="gallo.WAV"/>
              </a:hlinkClick>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432338" y="4751409"/>
              <a:ext cx="2007518" cy="1743905"/>
            </a:xfrm>
            <a:prstGeom prst="rect">
              <a:avLst/>
            </a:prstGeom>
            <a:noFill/>
            <a:extLst>
              <a:ext uri="{909E8E84-426E-40DD-AFC4-6F175D3DCCD1}">
                <a14:hiddenFill xmlns:a14="http://schemas.microsoft.com/office/drawing/2010/main">
                  <a:solidFill>
                    <a:srgbClr val="FFFFFF"/>
                  </a:solidFill>
                </a14:hiddenFill>
              </a:ext>
            </a:extLst>
          </p:spPr>
        </p:pic>
        <p:pic>
          <p:nvPicPr>
            <p:cNvPr id="1029" name="Picture 5" descr="C:\Users\Raúl\Desktop\Pollito\pavo.png">
              <a:hlinkClick r:id="" action="ppaction://noaction">
                <a:snd r:embed="rId9" name="Pavito.wav"/>
              </a:hlinkClick>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552840" y="4941168"/>
              <a:ext cx="1839056" cy="1584176"/>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4" name="3 Conector recto de flecha"/>
          <p:cNvCxnSpPr/>
          <p:nvPr/>
        </p:nvCxnSpPr>
        <p:spPr bwMode="auto">
          <a:xfrm flipV="1">
            <a:off x="1619672" y="2708920"/>
            <a:ext cx="1440160" cy="576064"/>
          </a:xfrm>
          <a:prstGeom prst="straightConnector1">
            <a:avLst/>
          </a:prstGeom>
          <a:ln>
            <a:headEnd type="none" w="med" len="med"/>
            <a:tailEnd type="arrow" w="lg" len="lg"/>
          </a:ln>
        </p:spPr>
        <p:style>
          <a:lnRef idx="3">
            <a:schemeClr val="accent1"/>
          </a:lnRef>
          <a:fillRef idx="0">
            <a:schemeClr val="accent1"/>
          </a:fillRef>
          <a:effectRef idx="2">
            <a:schemeClr val="accent1"/>
          </a:effectRef>
          <a:fontRef idx="minor">
            <a:schemeClr val="tx1"/>
          </a:fontRef>
        </p:style>
      </p:cxnSp>
      <p:cxnSp>
        <p:nvCxnSpPr>
          <p:cNvPr id="66" name="65 Conector recto de flecha"/>
          <p:cNvCxnSpPr/>
          <p:nvPr/>
        </p:nvCxnSpPr>
        <p:spPr bwMode="auto">
          <a:xfrm flipH="1" flipV="1">
            <a:off x="5711428" y="2696220"/>
            <a:ext cx="1440160" cy="576064"/>
          </a:xfrm>
          <a:prstGeom prst="straightConnector1">
            <a:avLst/>
          </a:prstGeom>
          <a:ln>
            <a:headEnd type="none" w="med" len="med"/>
            <a:tailEnd type="arrow" w="lg" len="lg"/>
          </a:ln>
        </p:spPr>
        <p:style>
          <a:lnRef idx="3">
            <a:schemeClr val="accent1"/>
          </a:lnRef>
          <a:fillRef idx="0">
            <a:schemeClr val="accent1"/>
          </a:fillRef>
          <a:effectRef idx="2">
            <a:schemeClr val="accent1"/>
          </a:effectRef>
          <a:fontRef idx="minor">
            <a:schemeClr val="tx1"/>
          </a:fontRef>
        </p:style>
      </p:cxnSp>
      <p:cxnSp>
        <p:nvCxnSpPr>
          <p:cNvPr id="68" name="67 Conector recto de flecha"/>
          <p:cNvCxnSpPr>
            <a:stCxn id="54" idx="0"/>
          </p:cNvCxnSpPr>
          <p:nvPr/>
        </p:nvCxnSpPr>
        <p:spPr bwMode="auto">
          <a:xfrm flipV="1">
            <a:off x="3419872" y="2861320"/>
            <a:ext cx="504056" cy="423664"/>
          </a:xfrm>
          <a:prstGeom prst="straightConnector1">
            <a:avLst/>
          </a:prstGeom>
          <a:ln>
            <a:headEnd type="none" w="med" len="med"/>
            <a:tailEnd type="arrow" w="lg" len="lg"/>
          </a:ln>
        </p:spPr>
        <p:style>
          <a:lnRef idx="3">
            <a:schemeClr val="accent1"/>
          </a:lnRef>
          <a:fillRef idx="0">
            <a:schemeClr val="accent1"/>
          </a:fillRef>
          <a:effectRef idx="2">
            <a:schemeClr val="accent1"/>
          </a:effectRef>
          <a:fontRef idx="minor">
            <a:schemeClr val="tx1"/>
          </a:fontRef>
        </p:style>
      </p:cxnSp>
      <p:cxnSp>
        <p:nvCxnSpPr>
          <p:cNvPr id="69" name="68 Conector recto de flecha"/>
          <p:cNvCxnSpPr>
            <a:stCxn id="58" idx="0"/>
          </p:cNvCxnSpPr>
          <p:nvPr/>
        </p:nvCxnSpPr>
        <p:spPr bwMode="auto">
          <a:xfrm flipH="1" flipV="1">
            <a:off x="4936394" y="2861320"/>
            <a:ext cx="427694" cy="422200"/>
          </a:xfrm>
          <a:prstGeom prst="straightConnector1">
            <a:avLst/>
          </a:prstGeom>
          <a:ln>
            <a:headEnd type="none" w="med" len="med"/>
            <a:tailEnd type="arrow" w="lg" len="lg"/>
          </a:ln>
        </p:spPr>
        <p:style>
          <a:lnRef idx="3">
            <a:schemeClr val="accent1"/>
          </a:lnRef>
          <a:fillRef idx="0">
            <a:schemeClr val="accent1"/>
          </a:fillRef>
          <a:effectRef idx="2">
            <a:schemeClr val="accent1"/>
          </a:effectRef>
          <a:fontRef idx="minor">
            <a:schemeClr val="tx1"/>
          </a:fontRef>
        </p:style>
      </p:cxnSp>
      <p:sp>
        <p:nvSpPr>
          <p:cNvPr id="71" name="Rectangle 3"/>
          <p:cNvSpPr txBox="1">
            <a:spLocks noChangeArrowheads="1"/>
          </p:cNvSpPr>
          <p:nvPr/>
        </p:nvSpPr>
        <p:spPr bwMode="auto">
          <a:xfrm>
            <a:off x="3390218" y="1039289"/>
            <a:ext cx="2016225" cy="198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3"/>
                </a:solidFill>
                <a:latin typeface="Adobe Fan Heiti Std B" pitchFamily="34" charset="-128"/>
                <a:ea typeface="Adobe Fan Heiti Std B" pitchFamily="34" charset="-128"/>
              </a:rPr>
              <a:t>nombre</a:t>
            </a:r>
            <a:endParaRPr lang="en-US" sz="1600" kern="0" dirty="0">
              <a:solidFill>
                <a:schemeClr val="accent3"/>
              </a:solidFill>
              <a:latin typeface="Adobe Fan Heiti Std B" pitchFamily="34" charset="-128"/>
              <a:ea typeface="Adobe Fan Heiti Std B" pitchFamily="34" charset="-128"/>
            </a:endParaRPr>
          </a:p>
        </p:txBody>
      </p:sp>
      <p:sp>
        <p:nvSpPr>
          <p:cNvPr id="80" name="Rectangle 3"/>
          <p:cNvSpPr txBox="1">
            <a:spLocks noChangeArrowheads="1"/>
          </p:cNvSpPr>
          <p:nvPr/>
        </p:nvSpPr>
        <p:spPr bwMode="auto">
          <a:xfrm>
            <a:off x="3390218" y="1307741"/>
            <a:ext cx="2016225" cy="244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3"/>
                </a:solidFill>
                <a:latin typeface="Adobe Fan Heiti Std B" pitchFamily="34" charset="-128"/>
                <a:ea typeface="Adobe Fan Heiti Std B" pitchFamily="34" charset="-128"/>
              </a:rPr>
              <a:t>edad</a:t>
            </a:r>
            <a:endParaRPr lang="en-US" sz="1600" kern="0" dirty="0">
              <a:solidFill>
                <a:schemeClr val="accent3"/>
              </a:solidFill>
              <a:latin typeface="Adobe Fan Heiti Std B" pitchFamily="34" charset="-128"/>
              <a:ea typeface="Adobe Fan Heiti Std B" pitchFamily="34" charset="-128"/>
            </a:endParaRPr>
          </a:p>
        </p:txBody>
      </p:sp>
      <p:sp>
        <p:nvSpPr>
          <p:cNvPr id="42" name="Rectangle 3"/>
          <p:cNvSpPr txBox="1">
            <a:spLocks noChangeArrowheads="1"/>
          </p:cNvSpPr>
          <p:nvPr/>
        </p:nvSpPr>
        <p:spPr bwMode="auto">
          <a:xfrm>
            <a:off x="3174821" y="1714760"/>
            <a:ext cx="2448271"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b="0" kern="0" dirty="0">
                <a:solidFill>
                  <a:schemeClr val="bg1"/>
                </a:solidFill>
                <a:ea typeface="Adobe Fan Heiti Std B" pitchFamily="34" charset="-128"/>
              </a:rPr>
              <a:t>String </a:t>
            </a:r>
            <a:r>
              <a:rPr lang="en-US" sz="1600" kern="0" dirty="0" err="1">
                <a:solidFill>
                  <a:schemeClr val="accent2">
                    <a:lumMod val="20000"/>
                    <a:lumOff val="80000"/>
                  </a:schemeClr>
                </a:solidFill>
                <a:latin typeface="Adobe Fan Heiti Std B" pitchFamily="34" charset="-128"/>
                <a:ea typeface="Adobe Fan Heiti Std B" pitchFamily="34" charset="-128"/>
              </a:rPr>
              <a:t>toString</a:t>
            </a:r>
            <a:r>
              <a:rPr lang="en-US" sz="1600" kern="0" dirty="0">
                <a:solidFill>
                  <a:schemeClr val="accent2">
                    <a:lumMod val="20000"/>
                    <a:lumOff val="80000"/>
                  </a:schemeClr>
                </a:solidFill>
                <a:latin typeface="Adobe Fan Heiti Std B" pitchFamily="34" charset="-128"/>
                <a:ea typeface="Adobe Fan Heiti Std B" pitchFamily="34" charset="-128"/>
              </a:rPr>
              <a:t>( ) </a:t>
            </a:r>
            <a:r>
              <a:rPr lang="en-US" sz="1600" kern="0" dirty="0">
                <a:solidFill>
                  <a:srgbClr val="0070C0"/>
                </a:solidFill>
                <a:latin typeface="Adobe Fan Heiti Std B" pitchFamily="34" charset="-128"/>
                <a:ea typeface="Adobe Fan Heiti Std B" pitchFamily="34" charset="-128"/>
              </a:rPr>
              <a:t>{…}</a:t>
            </a:r>
          </a:p>
        </p:txBody>
      </p:sp>
      <p:grpSp>
        <p:nvGrpSpPr>
          <p:cNvPr id="93" name="92 Grupo"/>
          <p:cNvGrpSpPr/>
          <p:nvPr/>
        </p:nvGrpSpPr>
        <p:grpSpPr>
          <a:xfrm>
            <a:off x="570627" y="5091402"/>
            <a:ext cx="8116841" cy="1507879"/>
            <a:chOff x="570627" y="5091402"/>
            <a:chExt cx="8116841" cy="1507879"/>
          </a:xfrm>
        </p:grpSpPr>
        <p:sp>
          <p:nvSpPr>
            <p:cNvPr id="94" name="93 Rectángulo"/>
            <p:cNvSpPr/>
            <p:nvPr/>
          </p:nvSpPr>
          <p:spPr bwMode="auto">
            <a:xfrm>
              <a:off x="620768" y="5567460"/>
              <a:ext cx="566540"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5" name="94 Rectángulo"/>
            <p:cNvSpPr/>
            <p:nvPr/>
          </p:nvSpPr>
          <p:spPr bwMode="auto">
            <a:xfrm>
              <a:off x="1192212" y="5567460"/>
              <a:ext cx="566540"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6" name="95 Rectángulo"/>
            <p:cNvSpPr/>
            <p:nvPr/>
          </p:nvSpPr>
          <p:spPr bwMode="auto">
            <a:xfrm>
              <a:off x="1763656" y="5567460"/>
              <a:ext cx="566540"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7" name="96 Rectángulo"/>
            <p:cNvSpPr/>
            <p:nvPr/>
          </p:nvSpPr>
          <p:spPr bwMode="auto">
            <a:xfrm>
              <a:off x="2335100" y="5567460"/>
              <a:ext cx="566540"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8" name="97 Rectángulo"/>
            <p:cNvSpPr/>
            <p:nvPr/>
          </p:nvSpPr>
          <p:spPr bwMode="auto">
            <a:xfrm>
              <a:off x="2906544" y="5567460"/>
              <a:ext cx="566540"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9" name="98 Rectángulo"/>
            <p:cNvSpPr/>
            <p:nvPr/>
          </p:nvSpPr>
          <p:spPr bwMode="auto">
            <a:xfrm>
              <a:off x="3477988" y="5567460"/>
              <a:ext cx="566540"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00" name="99 Rectángulo"/>
            <p:cNvSpPr/>
            <p:nvPr/>
          </p:nvSpPr>
          <p:spPr bwMode="auto">
            <a:xfrm>
              <a:off x="4049432" y="5567460"/>
              <a:ext cx="566540"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01" name="100 Rectángulo"/>
            <p:cNvSpPr/>
            <p:nvPr/>
          </p:nvSpPr>
          <p:spPr bwMode="auto">
            <a:xfrm>
              <a:off x="4620876" y="5567460"/>
              <a:ext cx="566540"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02" name="101 Rectángulo"/>
            <p:cNvSpPr/>
            <p:nvPr/>
          </p:nvSpPr>
          <p:spPr bwMode="auto">
            <a:xfrm>
              <a:off x="5192320" y="5567460"/>
              <a:ext cx="566540"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03" name="Rectangle 3"/>
            <p:cNvSpPr txBox="1">
              <a:spLocks noChangeArrowheads="1"/>
            </p:cNvSpPr>
            <p:nvPr/>
          </p:nvSpPr>
          <p:spPr bwMode="auto">
            <a:xfrm>
              <a:off x="3800856" y="5091402"/>
              <a:ext cx="1728192"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err="1"/>
                <a:t>aves</a:t>
              </a:r>
              <a:endParaRPr lang="en-US" sz="1800" kern="0" dirty="0"/>
            </a:p>
          </p:txBody>
        </p:sp>
        <p:sp>
          <p:nvSpPr>
            <p:cNvPr id="104" name="103 Rectángulo"/>
            <p:cNvSpPr/>
            <p:nvPr/>
          </p:nvSpPr>
          <p:spPr bwMode="auto">
            <a:xfrm>
              <a:off x="5763764" y="5567460"/>
              <a:ext cx="566540"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05" name="104 Rectángulo"/>
            <p:cNvSpPr/>
            <p:nvPr/>
          </p:nvSpPr>
          <p:spPr bwMode="auto">
            <a:xfrm>
              <a:off x="6335208" y="5567460"/>
              <a:ext cx="566540"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06" name="105 Rectángulo"/>
            <p:cNvSpPr/>
            <p:nvPr/>
          </p:nvSpPr>
          <p:spPr bwMode="auto">
            <a:xfrm>
              <a:off x="6906652" y="5567460"/>
              <a:ext cx="566540"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07" name="106 Rectángulo"/>
            <p:cNvSpPr/>
            <p:nvPr/>
          </p:nvSpPr>
          <p:spPr bwMode="auto">
            <a:xfrm>
              <a:off x="7478096" y="5567460"/>
              <a:ext cx="566540"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08" name="107 Rectángulo"/>
            <p:cNvSpPr/>
            <p:nvPr/>
          </p:nvSpPr>
          <p:spPr bwMode="auto">
            <a:xfrm>
              <a:off x="8049542" y="5567460"/>
              <a:ext cx="566540"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09" name="Rectangle 3"/>
            <p:cNvSpPr txBox="1">
              <a:spLocks noChangeArrowheads="1"/>
            </p:cNvSpPr>
            <p:nvPr/>
          </p:nvSpPr>
          <p:spPr bwMode="auto">
            <a:xfrm>
              <a:off x="570627" y="6164306"/>
              <a:ext cx="65250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t>Ave</a:t>
              </a:r>
            </a:p>
          </p:txBody>
        </p:sp>
        <p:sp>
          <p:nvSpPr>
            <p:cNvPr id="110" name="Rectangle 3"/>
            <p:cNvSpPr txBox="1">
              <a:spLocks noChangeArrowheads="1"/>
            </p:cNvSpPr>
            <p:nvPr/>
          </p:nvSpPr>
          <p:spPr bwMode="auto">
            <a:xfrm>
              <a:off x="1144807" y="6164306"/>
              <a:ext cx="65250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t>Ave</a:t>
              </a:r>
            </a:p>
          </p:txBody>
        </p:sp>
        <p:sp>
          <p:nvSpPr>
            <p:cNvPr id="111" name="Rectangle 3"/>
            <p:cNvSpPr txBox="1">
              <a:spLocks noChangeArrowheads="1"/>
            </p:cNvSpPr>
            <p:nvPr/>
          </p:nvSpPr>
          <p:spPr bwMode="auto">
            <a:xfrm>
              <a:off x="1718987" y="6164306"/>
              <a:ext cx="65250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t>Ave</a:t>
              </a:r>
            </a:p>
          </p:txBody>
        </p:sp>
        <p:sp>
          <p:nvSpPr>
            <p:cNvPr id="112" name="Rectangle 3"/>
            <p:cNvSpPr txBox="1">
              <a:spLocks noChangeArrowheads="1"/>
            </p:cNvSpPr>
            <p:nvPr/>
          </p:nvSpPr>
          <p:spPr bwMode="auto">
            <a:xfrm>
              <a:off x="2867347" y="6164306"/>
              <a:ext cx="65250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t>Ave</a:t>
              </a:r>
            </a:p>
          </p:txBody>
        </p:sp>
        <p:sp>
          <p:nvSpPr>
            <p:cNvPr id="113" name="Rectangle 3"/>
            <p:cNvSpPr txBox="1">
              <a:spLocks noChangeArrowheads="1"/>
            </p:cNvSpPr>
            <p:nvPr/>
          </p:nvSpPr>
          <p:spPr bwMode="auto">
            <a:xfrm>
              <a:off x="3441527" y="6164306"/>
              <a:ext cx="65250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t>Ave</a:t>
              </a:r>
            </a:p>
          </p:txBody>
        </p:sp>
        <p:sp>
          <p:nvSpPr>
            <p:cNvPr id="114" name="Rectangle 3"/>
            <p:cNvSpPr txBox="1">
              <a:spLocks noChangeArrowheads="1"/>
            </p:cNvSpPr>
            <p:nvPr/>
          </p:nvSpPr>
          <p:spPr bwMode="auto">
            <a:xfrm>
              <a:off x="4015707" y="6164306"/>
              <a:ext cx="65250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t>Ave</a:t>
              </a:r>
            </a:p>
          </p:txBody>
        </p:sp>
        <p:sp>
          <p:nvSpPr>
            <p:cNvPr id="118" name="Rectangle 3"/>
            <p:cNvSpPr txBox="1">
              <a:spLocks noChangeArrowheads="1"/>
            </p:cNvSpPr>
            <p:nvPr/>
          </p:nvSpPr>
          <p:spPr bwMode="auto">
            <a:xfrm>
              <a:off x="4589887" y="6164306"/>
              <a:ext cx="65250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t>Ave</a:t>
              </a:r>
            </a:p>
          </p:txBody>
        </p:sp>
        <p:sp>
          <p:nvSpPr>
            <p:cNvPr id="119" name="Rectangle 3"/>
            <p:cNvSpPr txBox="1">
              <a:spLocks noChangeArrowheads="1"/>
            </p:cNvSpPr>
            <p:nvPr/>
          </p:nvSpPr>
          <p:spPr bwMode="auto">
            <a:xfrm>
              <a:off x="5164067" y="6164306"/>
              <a:ext cx="65250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t>Ave</a:t>
              </a:r>
            </a:p>
          </p:txBody>
        </p:sp>
        <p:sp>
          <p:nvSpPr>
            <p:cNvPr id="120" name="Rectangle 3"/>
            <p:cNvSpPr txBox="1">
              <a:spLocks noChangeArrowheads="1"/>
            </p:cNvSpPr>
            <p:nvPr/>
          </p:nvSpPr>
          <p:spPr bwMode="auto">
            <a:xfrm>
              <a:off x="5738247" y="6164306"/>
              <a:ext cx="65250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t>Ave</a:t>
              </a:r>
            </a:p>
          </p:txBody>
        </p:sp>
        <p:sp>
          <p:nvSpPr>
            <p:cNvPr id="121" name="Rectangle 3"/>
            <p:cNvSpPr txBox="1">
              <a:spLocks noChangeArrowheads="1"/>
            </p:cNvSpPr>
            <p:nvPr/>
          </p:nvSpPr>
          <p:spPr bwMode="auto">
            <a:xfrm>
              <a:off x="6312427" y="6164306"/>
              <a:ext cx="65250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t>Ave</a:t>
              </a:r>
            </a:p>
          </p:txBody>
        </p:sp>
        <p:sp>
          <p:nvSpPr>
            <p:cNvPr id="122" name="Rectangle 3"/>
            <p:cNvSpPr txBox="1">
              <a:spLocks noChangeArrowheads="1"/>
            </p:cNvSpPr>
            <p:nvPr/>
          </p:nvSpPr>
          <p:spPr bwMode="auto">
            <a:xfrm>
              <a:off x="6886607" y="6164306"/>
              <a:ext cx="65250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t>Ave</a:t>
              </a:r>
            </a:p>
          </p:txBody>
        </p:sp>
        <p:sp>
          <p:nvSpPr>
            <p:cNvPr id="123" name="Rectangle 3"/>
            <p:cNvSpPr txBox="1">
              <a:spLocks noChangeArrowheads="1"/>
            </p:cNvSpPr>
            <p:nvPr/>
          </p:nvSpPr>
          <p:spPr bwMode="auto">
            <a:xfrm>
              <a:off x="7460787" y="6164306"/>
              <a:ext cx="65250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t>Ave</a:t>
              </a:r>
            </a:p>
          </p:txBody>
        </p:sp>
        <p:sp>
          <p:nvSpPr>
            <p:cNvPr id="124" name="Rectangle 3"/>
            <p:cNvSpPr txBox="1">
              <a:spLocks noChangeArrowheads="1"/>
            </p:cNvSpPr>
            <p:nvPr/>
          </p:nvSpPr>
          <p:spPr bwMode="auto">
            <a:xfrm>
              <a:off x="2293167" y="6164306"/>
              <a:ext cx="65250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t>Ave</a:t>
              </a:r>
            </a:p>
          </p:txBody>
        </p:sp>
        <p:sp>
          <p:nvSpPr>
            <p:cNvPr id="125" name="Rectangle 3"/>
            <p:cNvSpPr txBox="1">
              <a:spLocks noChangeArrowheads="1"/>
            </p:cNvSpPr>
            <p:nvPr/>
          </p:nvSpPr>
          <p:spPr bwMode="auto">
            <a:xfrm>
              <a:off x="8034963" y="6164306"/>
              <a:ext cx="652505"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kern="0" dirty="0"/>
                <a:t>Ave</a:t>
              </a:r>
            </a:p>
          </p:txBody>
        </p:sp>
        <p:pic>
          <p:nvPicPr>
            <p:cNvPr id="126" name="Picture 2" descr="C:\Users\Raúl\Desktop\Pollito\pollito.png"/>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601474" y="5645163"/>
              <a:ext cx="384364" cy="504165"/>
            </a:xfrm>
            <a:prstGeom prst="rect">
              <a:avLst/>
            </a:prstGeom>
            <a:noFill/>
            <a:effectLst>
              <a:outerShdw blurRad="50800" dist="38100" dir="13500000" algn="b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27" name="Picture 2" descr="C:\Users\Raúl\Desktop\Pollito\pollito.png"/>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711856" y="5638311"/>
              <a:ext cx="384364" cy="504165"/>
            </a:xfrm>
            <a:prstGeom prst="rect">
              <a:avLst/>
            </a:prstGeom>
            <a:noFill/>
            <a:effectLst>
              <a:outerShdw blurRad="50800" dist="38100" dir="13500000" algn="b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28" name="Picture 3" descr="C:\Users\Raúl\Desktop\Pollito\gallina.pn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977980" y="5546757"/>
              <a:ext cx="463547" cy="637543"/>
            </a:xfrm>
            <a:prstGeom prst="rect">
              <a:avLst/>
            </a:prstGeom>
            <a:noFill/>
            <a:effectLst>
              <a:outerShdw blurRad="50800" dist="38100" dir="10800000" algn="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29" name="Picture 3" descr="C:\Users\Raúl\Desktop\Pollito\gallina.pn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829620" y="5526377"/>
              <a:ext cx="463547" cy="637543"/>
            </a:xfrm>
            <a:prstGeom prst="rect">
              <a:avLst/>
            </a:prstGeom>
            <a:noFill/>
            <a:effectLst>
              <a:outerShdw blurRad="50800" dist="38100" dir="10800000" algn="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30" name="Picture 3" descr="C:\Users\Raúl\Desktop\Pollito\gallina.pn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5227965" y="5546755"/>
              <a:ext cx="463547" cy="637543"/>
            </a:xfrm>
            <a:prstGeom prst="rect">
              <a:avLst/>
            </a:prstGeom>
            <a:noFill/>
            <a:effectLst>
              <a:outerShdw blurRad="50800" dist="38100" dir="10800000" algn="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31" name="Picture 4" descr="C:\Users\Raúl\Desktop\Pollito\gallo.pn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4027698" y="5546756"/>
              <a:ext cx="733915" cy="637543"/>
            </a:xfrm>
            <a:prstGeom prst="rect">
              <a:avLst/>
            </a:prstGeom>
            <a:noFill/>
            <a:effectLst>
              <a:outerShdw blurRad="50800" dist="38100" dir="13500000" algn="b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32" name="Picture 5" descr="C:\Users\Raúl\Desktop\Pollito\pavo.png"/>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4603550" y="5616944"/>
              <a:ext cx="601192" cy="517871"/>
            </a:xfrm>
            <a:prstGeom prst="rect">
              <a:avLst/>
            </a:prstGeom>
            <a:noFill/>
            <a:extLst>
              <a:ext uri="{909E8E84-426E-40DD-AFC4-6F175D3DCCD1}">
                <a14:hiddenFill xmlns:a14="http://schemas.microsoft.com/office/drawing/2010/main">
                  <a:solidFill>
                    <a:srgbClr val="FFFFFF"/>
                  </a:solidFill>
                </a14:hiddenFill>
              </a:ext>
            </a:extLst>
          </p:spPr>
        </p:pic>
        <p:pic>
          <p:nvPicPr>
            <p:cNvPr id="133" name="Picture 5" descr="C:\Users\Raúl\Desktop\Pollito\pavo.png"/>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5737239" y="5651924"/>
              <a:ext cx="601192" cy="517871"/>
            </a:xfrm>
            <a:prstGeom prst="rect">
              <a:avLst/>
            </a:prstGeom>
            <a:noFill/>
            <a:extLst>
              <a:ext uri="{909E8E84-426E-40DD-AFC4-6F175D3DCCD1}">
                <a14:hiddenFill xmlns:a14="http://schemas.microsoft.com/office/drawing/2010/main">
                  <a:solidFill>
                    <a:srgbClr val="FFFFFF"/>
                  </a:solidFill>
                </a14:hiddenFill>
              </a:ext>
            </a:extLst>
          </p:spPr>
        </p:pic>
        <p:pic>
          <p:nvPicPr>
            <p:cNvPr id="134" name="Picture 5" descr="C:\Users\Raúl\Desktop\Pollito\pavo.png"/>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196120" y="5638311"/>
              <a:ext cx="601192" cy="517871"/>
            </a:xfrm>
            <a:prstGeom prst="rect">
              <a:avLst/>
            </a:prstGeom>
            <a:noFill/>
            <a:extLst>
              <a:ext uri="{909E8E84-426E-40DD-AFC4-6F175D3DCCD1}">
                <a14:hiddenFill xmlns:a14="http://schemas.microsoft.com/office/drawing/2010/main">
                  <a:solidFill>
                    <a:srgbClr val="FFFFFF"/>
                  </a:solidFill>
                </a14:hiddenFill>
              </a:ext>
            </a:extLst>
          </p:spPr>
        </p:pic>
        <p:pic>
          <p:nvPicPr>
            <p:cNvPr id="135" name="Picture 5" descr="C:\Users\Raúl\Desktop\Pollito\pavo.png"/>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2330196" y="5624605"/>
              <a:ext cx="601192" cy="517871"/>
            </a:xfrm>
            <a:prstGeom prst="rect">
              <a:avLst/>
            </a:prstGeom>
            <a:noFill/>
            <a:extLst>
              <a:ext uri="{909E8E84-426E-40DD-AFC4-6F175D3DCCD1}">
                <a14:hiddenFill xmlns:a14="http://schemas.microsoft.com/office/drawing/2010/main">
                  <a:solidFill>
                    <a:srgbClr val="FFFFFF"/>
                  </a:solidFill>
                </a14:hiddenFill>
              </a:ext>
            </a:extLst>
          </p:spPr>
        </p:pic>
      </p:grpSp>
      <p:sp>
        <p:nvSpPr>
          <p:cNvPr id="136" name="Rectangle 3"/>
          <p:cNvSpPr txBox="1">
            <a:spLocks noChangeArrowheads="1"/>
          </p:cNvSpPr>
          <p:nvPr/>
        </p:nvSpPr>
        <p:spPr bwMode="auto">
          <a:xfrm>
            <a:off x="3015258" y="1991243"/>
            <a:ext cx="2780878"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b="0" kern="0" dirty="0">
                <a:solidFill>
                  <a:srgbClr val="0070C0"/>
                </a:solidFill>
                <a:latin typeface="Arial Black" panose="020B0A04020102020204" pitchFamily="34" charset="0"/>
                <a:ea typeface="Adobe Fan Heiti Std B" pitchFamily="34" charset="-128"/>
              </a:rPr>
              <a:t>abstract </a:t>
            </a:r>
            <a:r>
              <a:rPr lang="en-US" sz="1600" b="0" kern="0" dirty="0">
                <a:solidFill>
                  <a:schemeClr val="bg1"/>
                </a:solidFill>
                <a:ea typeface="Adobe Fan Heiti Std B" pitchFamily="34" charset="-128"/>
              </a:rPr>
              <a:t>void</a:t>
            </a:r>
            <a:r>
              <a:rPr lang="en-US" sz="1600" kern="0" dirty="0">
                <a:solidFill>
                  <a:schemeClr val="accent2">
                    <a:lumMod val="20000"/>
                    <a:lumOff val="80000"/>
                  </a:schemeClr>
                </a:solidFill>
                <a:latin typeface="Adobe Fan Heiti Std B" pitchFamily="34" charset="-128"/>
                <a:ea typeface="Adobe Fan Heiti Std B" pitchFamily="34" charset="-128"/>
              </a:rPr>
              <a:t> </a:t>
            </a:r>
            <a:r>
              <a:rPr lang="en-US" sz="1600" kern="0" dirty="0" err="1">
                <a:solidFill>
                  <a:schemeClr val="accent2">
                    <a:lumMod val="20000"/>
                    <a:lumOff val="80000"/>
                  </a:schemeClr>
                </a:solidFill>
                <a:latin typeface="Adobe Fan Heiti Std B" pitchFamily="34" charset="-128"/>
                <a:ea typeface="Adobe Fan Heiti Std B" pitchFamily="34" charset="-128"/>
              </a:rPr>
              <a:t>hablar</a:t>
            </a:r>
            <a:r>
              <a:rPr lang="en-US" sz="1600" kern="0" dirty="0">
                <a:solidFill>
                  <a:schemeClr val="accent2">
                    <a:lumMod val="20000"/>
                    <a:lumOff val="80000"/>
                  </a:schemeClr>
                </a:solidFill>
                <a:latin typeface="Adobe Fan Heiti Std B" pitchFamily="34" charset="-128"/>
                <a:ea typeface="Adobe Fan Heiti Std B" pitchFamily="34" charset="-128"/>
              </a:rPr>
              <a:t>( );</a:t>
            </a:r>
          </a:p>
        </p:txBody>
      </p:sp>
      <p:grpSp>
        <p:nvGrpSpPr>
          <p:cNvPr id="12" name="11 Grupo"/>
          <p:cNvGrpSpPr/>
          <p:nvPr/>
        </p:nvGrpSpPr>
        <p:grpSpPr>
          <a:xfrm>
            <a:off x="5622466" y="2088367"/>
            <a:ext cx="3150651" cy="360700"/>
            <a:chOff x="5622466" y="2088367"/>
            <a:chExt cx="3150651" cy="360700"/>
          </a:xfrm>
        </p:grpSpPr>
        <p:cxnSp>
          <p:nvCxnSpPr>
            <p:cNvPr id="137" name="136 Conector recto de flecha"/>
            <p:cNvCxnSpPr/>
            <p:nvPr/>
          </p:nvCxnSpPr>
          <p:spPr bwMode="auto">
            <a:xfrm flipV="1">
              <a:off x="5622466" y="2268717"/>
              <a:ext cx="605719" cy="1"/>
            </a:xfrm>
            <a:prstGeom prst="straightConnector1">
              <a:avLst/>
            </a:prstGeom>
            <a:ln>
              <a:headEnd type="none" w="med" len="med"/>
              <a:tailEnd type="arrow" w="lg" len="lg"/>
            </a:ln>
          </p:spPr>
          <p:style>
            <a:lnRef idx="3">
              <a:schemeClr val="accent3"/>
            </a:lnRef>
            <a:fillRef idx="0">
              <a:schemeClr val="accent3"/>
            </a:fillRef>
            <a:effectRef idx="2">
              <a:schemeClr val="accent3"/>
            </a:effectRef>
            <a:fontRef idx="minor">
              <a:schemeClr val="tx1"/>
            </a:fontRef>
          </p:style>
        </p:cxnSp>
        <p:sp>
          <p:nvSpPr>
            <p:cNvPr id="138" name="Rectangle 3"/>
            <p:cNvSpPr txBox="1">
              <a:spLocks noChangeArrowheads="1"/>
            </p:cNvSpPr>
            <p:nvPr/>
          </p:nvSpPr>
          <p:spPr bwMode="auto">
            <a:xfrm>
              <a:off x="5791761" y="2088367"/>
              <a:ext cx="2981356" cy="36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b="0" i="1" kern="0" dirty="0">
                  <a:solidFill>
                    <a:schemeClr val="bg1"/>
                  </a:solidFill>
                  <a:ea typeface="Adobe Fan Heiti Std B" pitchFamily="34" charset="-128"/>
                </a:rPr>
                <a:t>sin </a:t>
              </a:r>
              <a:r>
                <a:rPr lang="en-US" sz="1600" b="0" i="1" kern="0" dirty="0" err="1">
                  <a:solidFill>
                    <a:schemeClr val="bg1"/>
                  </a:solidFill>
                  <a:ea typeface="Adobe Fan Heiti Std B" pitchFamily="34" charset="-128"/>
                </a:rPr>
                <a:t>implementación</a:t>
              </a:r>
              <a:endParaRPr lang="en-US" sz="1600" b="0" i="1" kern="0" dirty="0">
                <a:solidFill>
                  <a:schemeClr val="bg1"/>
                </a:solidFill>
                <a:ea typeface="Adobe Fan Heiti Std B" pitchFamily="34" charset="-128"/>
              </a:endParaRPr>
            </a:p>
          </p:txBody>
        </p:sp>
      </p:grpSp>
      <p:sp>
        <p:nvSpPr>
          <p:cNvPr id="139" name="Rectangle 3"/>
          <p:cNvSpPr txBox="1">
            <a:spLocks noChangeArrowheads="1"/>
          </p:cNvSpPr>
          <p:nvPr/>
        </p:nvSpPr>
        <p:spPr bwMode="auto">
          <a:xfrm>
            <a:off x="2929433" y="613839"/>
            <a:ext cx="2809474"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b="0" kern="0" dirty="0">
                <a:solidFill>
                  <a:srgbClr val="0070C0"/>
                </a:solidFill>
                <a:latin typeface="Arial Black" panose="020B0A04020102020204" pitchFamily="34" charset="0"/>
                <a:ea typeface="Adobe Fan Heiti Std B" pitchFamily="34" charset="-128"/>
              </a:rPr>
              <a:t>abstract  </a:t>
            </a:r>
            <a:r>
              <a:rPr lang="en-US" sz="1400" b="0" kern="0" dirty="0">
                <a:solidFill>
                  <a:schemeClr val="bg1"/>
                </a:solidFill>
                <a:latin typeface="Arial Black" panose="020B0A04020102020204" pitchFamily="34" charset="0"/>
                <a:ea typeface="Adobe Fan Heiti Std B" pitchFamily="34" charset="-128"/>
              </a:rPr>
              <a:t>class </a:t>
            </a:r>
            <a:r>
              <a:rPr lang="en-US" sz="1400" b="0" kern="0" dirty="0">
                <a:solidFill>
                  <a:srgbClr val="0070C0"/>
                </a:solidFill>
                <a:latin typeface="Arial Black" panose="020B0A04020102020204" pitchFamily="34" charset="0"/>
                <a:ea typeface="Adobe Fan Heiti Std B" pitchFamily="34" charset="-128"/>
              </a:rPr>
              <a:t> </a:t>
            </a:r>
            <a:r>
              <a:rPr lang="en-US" sz="1800" kern="0" dirty="0"/>
              <a:t>Ave</a:t>
            </a:r>
          </a:p>
        </p:txBody>
      </p:sp>
      <p:sp>
        <p:nvSpPr>
          <p:cNvPr id="140" name="Rectangle 3"/>
          <p:cNvSpPr txBox="1">
            <a:spLocks noChangeArrowheads="1"/>
          </p:cNvSpPr>
          <p:nvPr/>
        </p:nvSpPr>
        <p:spPr bwMode="auto">
          <a:xfrm>
            <a:off x="3960560" y="621752"/>
            <a:ext cx="744284"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a:t>Ave</a:t>
            </a:r>
          </a:p>
        </p:txBody>
      </p:sp>
      <p:pic>
        <p:nvPicPr>
          <p:cNvPr id="141" name="Picture 8" descr="C:\Users\Raúl\Desktop\Pollito\ave.png"/>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rot="220179">
            <a:off x="6316709" y="5588163"/>
            <a:ext cx="552588" cy="558568"/>
          </a:xfrm>
          <a:prstGeom prst="rect">
            <a:avLst/>
          </a:prstGeom>
          <a:noFill/>
          <a:extLst>
            <a:ext uri="{909E8E84-426E-40DD-AFC4-6F175D3DCCD1}">
              <a14:hiddenFill xmlns:a14="http://schemas.microsoft.com/office/drawing/2010/main">
                <a:solidFill>
                  <a:srgbClr val="FFFFFF"/>
                </a:solidFill>
              </a14:hiddenFill>
            </a:ext>
          </a:extLst>
        </p:spPr>
      </p:pic>
      <p:sp>
        <p:nvSpPr>
          <p:cNvPr id="142" name="141 Multiplicar"/>
          <p:cNvSpPr/>
          <p:nvPr/>
        </p:nvSpPr>
        <p:spPr bwMode="auto">
          <a:xfrm>
            <a:off x="6305050" y="5583274"/>
            <a:ext cx="621773" cy="539317"/>
          </a:xfrm>
          <a:prstGeom prst="mathMultiply">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122574357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46"/>
                                        </p:tgtEl>
                                      </p:cBhvr>
                                    </p:animEffect>
                                    <p:set>
                                      <p:cBhvr>
                                        <p:cTn id="7" dur="1" fill="hold">
                                          <p:stCondLst>
                                            <p:cond delay="499"/>
                                          </p:stCondLst>
                                        </p:cTn>
                                        <p:tgtEl>
                                          <p:spTgt spid="46"/>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36"/>
                                        </p:tgtEl>
                                      </p:cBhvr>
                                    </p:animEffect>
                                    <p:set>
                                      <p:cBhvr>
                                        <p:cTn id="10" dur="1" fill="hold">
                                          <p:stCondLst>
                                            <p:cond delay="499"/>
                                          </p:stCondLst>
                                        </p:cTn>
                                        <p:tgtEl>
                                          <p:spTgt spid="3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nodeType="clickEffect">
                                  <p:stCondLst>
                                    <p:cond delay="0"/>
                                  </p:stCondLst>
                                  <p:childTnLst>
                                    <p:animEffect transition="out" filter="fade">
                                      <p:cBhvr>
                                        <p:cTn id="14" dur="500"/>
                                        <p:tgtEl>
                                          <p:spTgt spid="2"/>
                                        </p:tgtEl>
                                      </p:cBhvr>
                                    </p:animEffect>
                                    <p:set>
                                      <p:cBhvr>
                                        <p:cTn id="15" dur="1" fill="hold">
                                          <p:stCondLst>
                                            <p:cond delay="499"/>
                                          </p:stCondLst>
                                        </p:cTn>
                                        <p:tgtEl>
                                          <p:spTgt spid="2"/>
                                        </p:tgtEl>
                                        <p:attrNameLst>
                                          <p:attrName>style.visibility</p:attrName>
                                        </p:attrNameLst>
                                      </p:cBhvr>
                                      <p:to>
                                        <p:strVal val="hidden"/>
                                      </p:to>
                                    </p:set>
                                  </p:childTnLst>
                                </p:cTn>
                              </p:par>
                              <p:par>
                                <p:cTn id="16" presetID="10" presetClass="entr" presetSubtype="0" fill="hold" nodeType="withEffect">
                                  <p:stCondLst>
                                    <p:cond delay="0"/>
                                  </p:stCondLst>
                                  <p:childTnLst>
                                    <p:set>
                                      <p:cBhvr>
                                        <p:cTn id="17" dur="1" fill="hold">
                                          <p:stCondLst>
                                            <p:cond delay="0"/>
                                          </p:stCondLst>
                                        </p:cTn>
                                        <p:tgtEl>
                                          <p:spTgt spid="93"/>
                                        </p:tgtEl>
                                        <p:attrNameLst>
                                          <p:attrName>style.visibility</p:attrName>
                                        </p:attrNameLst>
                                      </p:cBhvr>
                                      <p:to>
                                        <p:strVal val="visible"/>
                                      </p:to>
                                    </p:set>
                                    <p:animEffect transition="in" filter="fade">
                                      <p:cBhvr>
                                        <p:cTn id="18" dur="500"/>
                                        <p:tgtEl>
                                          <p:spTgt spid="93"/>
                                        </p:tgtEl>
                                      </p:cBhvr>
                                    </p:animEffect>
                                  </p:childTnLst>
                                </p:cTn>
                              </p:par>
                            </p:childTnLst>
                          </p:cTn>
                        </p:par>
                      </p:childTnLst>
                    </p:cTn>
                  </p:par>
                  <p:par>
                    <p:cTn id="19" fill="hold">
                      <p:stCondLst>
                        <p:cond delay="indefinite"/>
                      </p:stCondLst>
                      <p:childTnLst>
                        <p:par>
                          <p:cTn id="20" fill="hold">
                            <p:stCondLst>
                              <p:cond delay="0"/>
                            </p:stCondLst>
                            <p:childTnLst>
                              <p:par>
                                <p:cTn id="21" presetID="53" presetClass="entr" presetSubtype="16" fill="hold" grpId="0" nodeType="clickEffect">
                                  <p:stCondLst>
                                    <p:cond delay="0"/>
                                  </p:stCondLst>
                                  <p:childTnLst>
                                    <p:set>
                                      <p:cBhvr>
                                        <p:cTn id="22" dur="1" fill="hold">
                                          <p:stCondLst>
                                            <p:cond delay="0"/>
                                          </p:stCondLst>
                                        </p:cTn>
                                        <p:tgtEl>
                                          <p:spTgt spid="136"/>
                                        </p:tgtEl>
                                        <p:attrNameLst>
                                          <p:attrName>style.visibility</p:attrName>
                                        </p:attrNameLst>
                                      </p:cBhvr>
                                      <p:to>
                                        <p:strVal val="visible"/>
                                      </p:to>
                                    </p:set>
                                    <p:anim calcmode="lin" valueType="num">
                                      <p:cBhvr>
                                        <p:cTn id="23" dur="500" fill="hold"/>
                                        <p:tgtEl>
                                          <p:spTgt spid="136"/>
                                        </p:tgtEl>
                                        <p:attrNameLst>
                                          <p:attrName>ppt_w</p:attrName>
                                        </p:attrNameLst>
                                      </p:cBhvr>
                                      <p:tavLst>
                                        <p:tav tm="0">
                                          <p:val>
                                            <p:fltVal val="0"/>
                                          </p:val>
                                        </p:tav>
                                        <p:tav tm="100000">
                                          <p:val>
                                            <p:strVal val="#ppt_w"/>
                                          </p:val>
                                        </p:tav>
                                      </p:tavLst>
                                    </p:anim>
                                    <p:anim calcmode="lin" valueType="num">
                                      <p:cBhvr>
                                        <p:cTn id="24" dur="500" fill="hold"/>
                                        <p:tgtEl>
                                          <p:spTgt spid="136"/>
                                        </p:tgtEl>
                                        <p:attrNameLst>
                                          <p:attrName>ppt_h</p:attrName>
                                        </p:attrNameLst>
                                      </p:cBhvr>
                                      <p:tavLst>
                                        <p:tav tm="0">
                                          <p:val>
                                            <p:fltVal val="0"/>
                                          </p:val>
                                        </p:tav>
                                        <p:tav tm="100000">
                                          <p:val>
                                            <p:strVal val="#ppt_h"/>
                                          </p:val>
                                        </p:tav>
                                      </p:tavLst>
                                    </p:anim>
                                    <p:animEffect transition="in" filter="fade">
                                      <p:cBhvr>
                                        <p:cTn id="25" dur="500"/>
                                        <p:tgtEl>
                                          <p:spTgt spid="13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ipe(left)">
                                      <p:cBhvr>
                                        <p:cTn id="30" dur="5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141"/>
                                        </p:tgtEl>
                                        <p:attrNameLst>
                                          <p:attrName>style.visibility</p:attrName>
                                        </p:attrNameLst>
                                      </p:cBhvr>
                                      <p:to>
                                        <p:strVal val="visible"/>
                                      </p:to>
                                    </p:set>
                                    <p:anim calcmode="lin" valueType="num">
                                      <p:cBhvr>
                                        <p:cTn id="35" dur="500" fill="hold"/>
                                        <p:tgtEl>
                                          <p:spTgt spid="141"/>
                                        </p:tgtEl>
                                        <p:attrNameLst>
                                          <p:attrName>ppt_w</p:attrName>
                                        </p:attrNameLst>
                                      </p:cBhvr>
                                      <p:tavLst>
                                        <p:tav tm="0">
                                          <p:val>
                                            <p:fltVal val="0"/>
                                          </p:val>
                                        </p:tav>
                                        <p:tav tm="100000">
                                          <p:val>
                                            <p:strVal val="#ppt_w"/>
                                          </p:val>
                                        </p:tav>
                                      </p:tavLst>
                                    </p:anim>
                                    <p:anim calcmode="lin" valueType="num">
                                      <p:cBhvr>
                                        <p:cTn id="36" dur="500" fill="hold"/>
                                        <p:tgtEl>
                                          <p:spTgt spid="141"/>
                                        </p:tgtEl>
                                        <p:attrNameLst>
                                          <p:attrName>ppt_h</p:attrName>
                                        </p:attrNameLst>
                                      </p:cBhvr>
                                      <p:tavLst>
                                        <p:tav tm="0">
                                          <p:val>
                                            <p:fltVal val="0"/>
                                          </p:val>
                                        </p:tav>
                                        <p:tav tm="100000">
                                          <p:val>
                                            <p:strVal val="#ppt_h"/>
                                          </p:val>
                                        </p:tav>
                                      </p:tavLst>
                                    </p:anim>
                                    <p:animEffect transition="in" filter="fade">
                                      <p:cBhvr>
                                        <p:cTn id="37" dur="500"/>
                                        <p:tgtEl>
                                          <p:spTgt spid="141"/>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grpId="0" nodeType="clickEffect">
                                  <p:stCondLst>
                                    <p:cond delay="0"/>
                                  </p:stCondLst>
                                  <p:childTnLst>
                                    <p:set>
                                      <p:cBhvr>
                                        <p:cTn id="41" dur="1" fill="hold">
                                          <p:stCondLst>
                                            <p:cond delay="0"/>
                                          </p:stCondLst>
                                        </p:cTn>
                                        <p:tgtEl>
                                          <p:spTgt spid="142"/>
                                        </p:tgtEl>
                                        <p:attrNameLst>
                                          <p:attrName>style.visibility</p:attrName>
                                        </p:attrNameLst>
                                      </p:cBhvr>
                                      <p:to>
                                        <p:strVal val="visible"/>
                                      </p:to>
                                    </p:set>
                                    <p:anim calcmode="lin" valueType="num">
                                      <p:cBhvr>
                                        <p:cTn id="42" dur="500" fill="hold"/>
                                        <p:tgtEl>
                                          <p:spTgt spid="142"/>
                                        </p:tgtEl>
                                        <p:attrNameLst>
                                          <p:attrName>ppt_w</p:attrName>
                                        </p:attrNameLst>
                                      </p:cBhvr>
                                      <p:tavLst>
                                        <p:tav tm="0">
                                          <p:val>
                                            <p:fltVal val="0"/>
                                          </p:val>
                                        </p:tav>
                                        <p:tav tm="100000">
                                          <p:val>
                                            <p:strVal val="#ppt_w"/>
                                          </p:val>
                                        </p:tav>
                                      </p:tavLst>
                                    </p:anim>
                                    <p:anim calcmode="lin" valueType="num">
                                      <p:cBhvr>
                                        <p:cTn id="43" dur="500" fill="hold"/>
                                        <p:tgtEl>
                                          <p:spTgt spid="142"/>
                                        </p:tgtEl>
                                        <p:attrNameLst>
                                          <p:attrName>ppt_h</p:attrName>
                                        </p:attrNameLst>
                                      </p:cBhvr>
                                      <p:tavLst>
                                        <p:tav tm="0">
                                          <p:val>
                                            <p:fltVal val="0"/>
                                          </p:val>
                                        </p:tav>
                                        <p:tav tm="100000">
                                          <p:val>
                                            <p:strVal val="#ppt_h"/>
                                          </p:val>
                                        </p:tav>
                                      </p:tavLst>
                                    </p:anim>
                                    <p:animEffect transition="in" filter="fade">
                                      <p:cBhvr>
                                        <p:cTn id="44" dur="500"/>
                                        <p:tgtEl>
                                          <p:spTgt spid="142"/>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xit" presetSubtype="0" fill="hold" grpId="0" nodeType="clickEffect">
                                  <p:stCondLst>
                                    <p:cond delay="0"/>
                                  </p:stCondLst>
                                  <p:childTnLst>
                                    <p:animEffect transition="out" filter="fade">
                                      <p:cBhvr>
                                        <p:cTn id="48" dur="500"/>
                                        <p:tgtEl>
                                          <p:spTgt spid="140"/>
                                        </p:tgtEl>
                                      </p:cBhvr>
                                    </p:animEffect>
                                    <p:set>
                                      <p:cBhvr>
                                        <p:cTn id="49" dur="1" fill="hold">
                                          <p:stCondLst>
                                            <p:cond delay="499"/>
                                          </p:stCondLst>
                                        </p:cTn>
                                        <p:tgtEl>
                                          <p:spTgt spid="140"/>
                                        </p:tgtEl>
                                        <p:attrNameLst>
                                          <p:attrName>style.visibility</p:attrName>
                                        </p:attrNameLst>
                                      </p:cBhvr>
                                      <p:to>
                                        <p:strVal val="hidden"/>
                                      </p:to>
                                    </p:set>
                                  </p:childTnLst>
                                </p:cTn>
                              </p:par>
                              <p:par>
                                <p:cTn id="50" presetID="10" presetClass="entr" presetSubtype="0" fill="hold" grpId="0" nodeType="withEffect">
                                  <p:stCondLst>
                                    <p:cond delay="0"/>
                                  </p:stCondLst>
                                  <p:childTnLst>
                                    <p:set>
                                      <p:cBhvr>
                                        <p:cTn id="51" dur="1" fill="hold">
                                          <p:stCondLst>
                                            <p:cond delay="0"/>
                                          </p:stCondLst>
                                        </p:cTn>
                                        <p:tgtEl>
                                          <p:spTgt spid="139"/>
                                        </p:tgtEl>
                                        <p:attrNameLst>
                                          <p:attrName>style.visibility</p:attrName>
                                        </p:attrNameLst>
                                      </p:cBhvr>
                                      <p:to>
                                        <p:strVal val="visible"/>
                                      </p:to>
                                    </p:set>
                                    <p:animEffect transition="in" filter="fade">
                                      <p:cBhvr>
                                        <p:cTn id="52" dur="500"/>
                                        <p:tgtEl>
                                          <p:spTgt spid="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36" grpId="0"/>
      <p:bldP spid="136" grpId="0"/>
      <p:bldP spid="139" grpId="0"/>
      <p:bldP spid="140" grpId="0"/>
      <p:bldP spid="14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51520" y="1076325"/>
            <a:ext cx="8435280" cy="1128539"/>
          </a:xfrm>
        </p:spPr>
        <p:txBody>
          <a:bodyPr/>
          <a:lstStyle/>
          <a:p>
            <a:r>
              <a:rPr lang="es-ES" sz="1600" dirty="0"/>
              <a:t>Un método abstracto es aquél que no tiene implementación.</a:t>
            </a:r>
          </a:p>
          <a:p>
            <a:r>
              <a:rPr lang="es-ES" sz="1600" dirty="0"/>
              <a:t>Una clase abstracta es aquella que contiene algún método abstracto.</a:t>
            </a:r>
          </a:p>
          <a:p>
            <a:r>
              <a:rPr lang="es-ES" sz="1600" dirty="0"/>
              <a:t>No puede instanciarse una clase abstracta.</a:t>
            </a:r>
          </a:p>
        </p:txBody>
      </p:sp>
      <p:sp>
        <p:nvSpPr>
          <p:cNvPr id="5" name="4 Rectángulo"/>
          <p:cNvSpPr/>
          <p:nvPr/>
        </p:nvSpPr>
        <p:spPr bwMode="auto">
          <a:xfrm>
            <a:off x="2200078" y="2077317"/>
            <a:ext cx="4532162" cy="1462268"/>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 name="Rectangle 3"/>
          <p:cNvSpPr txBox="1">
            <a:spLocks noChangeArrowheads="1"/>
          </p:cNvSpPr>
          <p:nvPr/>
        </p:nvSpPr>
        <p:spPr bwMode="auto">
          <a:xfrm>
            <a:off x="2635984" y="2140817"/>
            <a:ext cx="3829046" cy="1398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rgbClr val="000000"/>
                </a:solidFill>
                <a:latin typeface="Adobe Fan Heiti Std B" pitchFamily="34" charset="-128"/>
                <a:ea typeface="Adobe Fan Heiti Std B" pitchFamily="34" charset="-128"/>
              </a:rPr>
              <a:t>public</a:t>
            </a:r>
            <a:r>
              <a:rPr lang="en-US" sz="1400" kern="0" dirty="0">
                <a:solidFill>
                  <a:schemeClr val="accent1"/>
                </a:solidFill>
                <a:latin typeface="Adobe Fan Heiti Std B" pitchFamily="34" charset="-128"/>
                <a:ea typeface="Adobe Fan Heiti Std B" pitchFamily="34" charset="-128"/>
              </a:rPr>
              <a:t> </a:t>
            </a:r>
            <a:r>
              <a:rPr lang="en-US" sz="1400" kern="0" dirty="0">
                <a:solidFill>
                  <a:srgbClr val="00B050"/>
                </a:solidFill>
                <a:latin typeface="Adobe Fan Heiti Std B" pitchFamily="34" charset="-128"/>
                <a:ea typeface="Adobe Fan Heiti Std B" pitchFamily="34" charset="-128"/>
              </a:rPr>
              <a:t>abstract </a:t>
            </a:r>
            <a:r>
              <a:rPr lang="en-US" sz="1400" kern="0" dirty="0">
                <a:solidFill>
                  <a:srgbClr val="000000"/>
                </a:solidFill>
                <a:latin typeface="Adobe Fan Heiti Std B" pitchFamily="34" charset="-128"/>
                <a:ea typeface="Adobe Fan Heiti Std B" pitchFamily="34" charset="-128"/>
              </a:rPr>
              <a:t>class </a:t>
            </a:r>
            <a:r>
              <a:rPr lang="en-US" sz="1400" kern="0" dirty="0">
                <a:solidFill>
                  <a:schemeClr val="accent1"/>
                </a:solidFill>
                <a:latin typeface="Adobe Fan Heiti Std B" pitchFamily="34" charset="-128"/>
                <a:ea typeface="Adobe Fan Heiti Std B" pitchFamily="34" charset="-128"/>
              </a:rPr>
              <a:t>Ave {</a:t>
            </a:r>
          </a:p>
          <a:p>
            <a:pPr marL="0" indent="0">
              <a:buNone/>
            </a:pPr>
            <a:r>
              <a:rPr lang="en-US" sz="1400" kern="0" dirty="0">
                <a:solidFill>
                  <a:srgbClr val="000000"/>
                </a:solidFill>
                <a:latin typeface="Adobe Fan Heiti Std B" pitchFamily="34" charset="-128"/>
                <a:ea typeface="Adobe Fan Heiti Std B" pitchFamily="34" charset="-128"/>
              </a:rPr>
              <a:t>      …</a:t>
            </a:r>
          </a:p>
          <a:p>
            <a:pPr marL="0" indent="0">
              <a:buNone/>
            </a:pPr>
            <a:r>
              <a:rPr lang="en-US" sz="1400" kern="0" dirty="0">
                <a:solidFill>
                  <a:schemeClr val="bg2">
                    <a:lumMod val="50000"/>
                  </a:schemeClr>
                </a:solidFill>
                <a:latin typeface="Adobe Fan Heiti Std B" pitchFamily="34" charset="-128"/>
                <a:ea typeface="Adobe Fan Heiti Std B" pitchFamily="34" charset="-128"/>
              </a:rPr>
              <a:t>     public </a:t>
            </a:r>
            <a:r>
              <a:rPr lang="en-US" sz="1400" kern="0" dirty="0">
                <a:solidFill>
                  <a:srgbClr val="00B050"/>
                </a:solidFill>
                <a:latin typeface="Adobe Fan Heiti Std B" pitchFamily="34" charset="-128"/>
                <a:ea typeface="Adobe Fan Heiti Std B" pitchFamily="34" charset="-128"/>
              </a:rPr>
              <a:t>abstract </a:t>
            </a:r>
            <a:r>
              <a:rPr lang="en-US" sz="1400" kern="0" dirty="0">
                <a:solidFill>
                  <a:schemeClr val="accent1"/>
                </a:solidFill>
                <a:latin typeface="Adobe Fan Heiti Std B" pitchFamily="34" charset="-128"/>
                <a:ea typeface="Adobe Fan Heiti Std B" pitchFamily="34" charset="-128"/>
              </a:rPr>
              <a:t>void</a:t>
            </a:r>
            <a:r>
              <a:rPr lang="en-US" sz="1400" kern="0" dirty="0">
                <a:solidFill>
                  <a:schemeClr val="bg2">
                    <a:lumMod val="50000"/>
                  </a:schemeClr>
                </a:solidFill>
                <a:latin typeface="Adobe Fan Heiti Std B" pitchFamily="34" charset="-128"/>
                <a:ea typeface="Adobe Fan Heiti Std B" pitchFamily="34" charset="-128"/>
              </a:rPr>
              <a:t> </a:t>
            </a:r>
            <a:r>
              <a:rPr lang="en-US" sz="1400" kern="0" dirty="0" err="1">
                <a:solidFill>
                  <a:srgbClr val="FF0000"/>
                </a:solidFill>
                <a:latin typeface="Adobe Fan Heiti Std B" pitchFamily="34" charset="-128"/>
                <a:ea typeface="Adobe Fan Heiti Std B" pitchFamily="34" charset="-128"/>
              </a:rPr>
              <a:t>hablar</a:t>
            </a:r>
            <a:r>
              <a:rPr lang="en-US" sz="1400" kern="0" dirty="0">
                <a:solidFill>
                  <a:srgbClr val="FF0000"/>
                </a:solidFill>
                <a:latin typeface="Adobe Fan Heiti Std B" pitchFamily="34" charset="-128"/>
                <a:ea typeface="Adobe Fan Heiti Std B" pitchFamily="34" charset="-128"/>
              </a:rPr>
              <a:t>();</a:t>
            </a:r>
          </a:p>
          <a:p>
            <a:pPr marL="0" indent="0">
              <a:buNone/>
            </a:pPr>
            <a:r>
              <a:rPr lang="en-US" sz="1400" kern="0" dirty="0">
                <a:solidFill>
                  <a:srgbClr val="000000"/>
                </a:solidFill>
                <a:latin typeface="Adobe Fan Heiti Std B" pitchFamily="34" charset="-128"/>
                <a:ea typeface="Adobe Fan Heiti Std B" pitchFamily="34" charset="-128"/>
              </a:rPr>
              <a:t>      …</a:t>
            </a:r>
          </a:p>
          <a:p>
            <a:pPr marL="0" indent="0">
              <a:buNone/>
            </a:pPr>
            <a:r>
              <a:rPr lang="en-US" sz="1400" kern="0" dirty="0">
                <a:solidFill>
                  <a:schemeClr val="bg2">
                    <a:lumMod val="50000"/>
                  </a:schemeClr>
                </a:solidFill>
                <a:latin typeface="Adobe Fan Heiti Std B" pitchFamily="34" charset="-128"/>
                <a:ea typeface="Adobe Fan Heiti Std B" pitchFamily="34" charset="-128"/>
              </a:rPr>
              <a:t>}</a:t>
            </a:r>
          </a:p>
        </p:txBody>
      </p:sp>
      <p:sp>
        <p:nvSpPr>
          <p:cNvPr id="7" name="2 Marcador de contenido"/>
          <p:cNvSpPr txBox="1">
            <a:spLocks/>
          </p:cNvSpPr>
          <p:nvPr/>
        </p:nvSpPr>
        <p:spPr bwMode="auto">
          <a:xfrm>
            <a:off x="302320" y="3611593"/>
            <a:ext cx="8435280" cy="7535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r>
              <a:rPr lang="es-ES" sz="1600" kern="0" dirty="0"/>
              <a:t>Las subclases que extiendan una clase abstracta deben implementar obligatoriamente los métodos abstractos de la superclase (a menos que también sea abstracta).</a:t>
            </a:r>
          </a:p>
        </p:txBody>
      </p:sp>
      <p:sp>
        <p:nvSpPr>
          <p:cNvPr id="8" name="7 Rectángulo"/>
          <p:cNvSpPr/>
          <p:nvPr/>
        </p:nvSpPr>
        <p:spPr bwMode="auto">
          <a:xfrm>
            <a:off x="2200078" y="4487012"/>
            <a:ext cx="4532162" cy="1966324"/>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 name="Rectangle 3"/>
          <p:cNvSpPr txBox="1">
            <a:spLocks noChangeArrowheads="1"/>
          </p:cNvSpPr>
          <p:nvPr/>
        </p:nvSpPr>
        <p:spPr bwMode="auto">
          <a:xfrm>
            <a:off x="2635984" y="4550512"/>
            <a:ext cx="3829046" cy="1398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rgbClr val="000000"/>
                </a:solidFill>
                <a:latin typeface="Adobe Fan Heiti Std B" pitchFamily="34" charset="-128"/>
                <a:ea typeface="Adobe Fan Heiti Std B" pitchFamily="34" charset="-128"/>
              </a:rPr>
              <a:t>public</a:t>
            </a:r>
            <a:r>
              <a:rPr lang="en-US" sz="1400" kern="0" dirty="0">
                <a:solidFill>
                  <a:schemeClr val="accent1"/>
                </a:solidFill>
                <a:latin typeface="Adobe Fan Heiti Std B" pitchFamily="34" charset="-128"/>
                <a:ea typeface="Adobe Fan Heiti Std B" pitchFamily="34" charset="-128"/>
              </a:rPr>
              <a:t> </a:t>
            </a:r>
            <a:r>
              <a:rPr lang="en-US" sz="1400" kern="0" dirty="0">
                <a:solidFill>
                  <a:srgbClr val="00B050"/>
                </a:solidFill>
                <a:latin typeface="Adobe Fan Heiti Std B" pitchFamily="34" charset="-128"/>
                <a:ea typeface="Adobe Fan Heiti Std B" pitchFamily="34" charset="-128"/>
              </a:rPr>
              <a:t> </a:t>
            </a:r>
            <a:r>
              <a:rPr lang="en-US" sz="1400" kern="0" dirty="0">
                <a:solidFill>
                  <a:srgbClr val="000000"/>
                </a:solidFill>
                <a:latin typeface="Adobe Fan Heiti Std B" pitchFamily="34" charset="-128"/>
                <a:ea typeface="Adobe Fan Heiti Std B" pitchFamily="34" charset="-128"/>
              </a:rPr>
              <a:t>class </a:t>
            </a:r>
            <a:r>
              <a:rPr lang="en-US" sz="1400" kern="0" dirty="0" err="1">
                <a:solidFill>
                  <a:schemeClr val="accent1"/>
                </a:solidFill>
                <a:latin typeface="Adobe Fan Heiti Std B" pitchFamily="34" charset="-128"/>
                <a:ea typeface="Adobe Fan Heiti Std B" pitchFamily="34" charset="-128"/>
              </a:rPr>
              <a:t>Pollito</a:t>
            </a:r>
            <a:r>
              <a:rPr lang="en-US" sz="1400" kern="0" dirty="0">
                <a:solidFill>
                  <a:srgbClr val="000000"/>
                </a:solidFill>
                <a:latin typeface="Adobe Fan Heiti Std B" pitchFamily="34" charset="-128"/>
                <a:ea typeface="Adobe Fan Heiti Std B" pitchFamily="34" charset="-128"/>
              </a:rPr>
              <a:t>  extends</a:t>
            </a:r>
            <a:r>
              <a:rPr lang="en-US" sz="1400" kern="0" dirty="0">
                <a:solidFill>
                  <a:schemeClr val="accent1"/>
                </a:solidFill>
                <a:latin typeface="Adobe Fan Heiti Std B" pitchFamily="34" charset="-128"/>
                <a:ea typeface="Adobe Fan Heiti Std B" pitchFamily="34" charset="-128"/>
              </a:rPr>
              <a:t> Ave {</a:t>
            </a:r>
          </a:p>
          <a:p>
            <a:pPr marL="0" indent="0">
              <a:buNone/>
            </a:pPr>
            <a:r>
              <a:rPr lang="en-US" sz="1400" kern="0" dirty="0">
                <a:solidFill>
                  <a:srgbClr val="000000"/>
                </a:solidFill>
                <a:latin typeface="Adobe Fan Heiti Std B" pitchFamily="34" charset="-128"/>
                <a:ea typeface="Adobe Fan Heiti Std B" pitchFamily="34" charset="-128"/>
              </a:rPr>
              <a:t>      …</a:t>
            </a:r>
          </a:p>
          <a:p>
            <a:pPr marL="0" indent="0">
              <a:buNone/>
            </a:pPr>
            <a:r>
              <a:rPr lang="en-US" sz="1400" kern="0" dirty="0">
                <a:solidFill>
                  <a:schemeClr val="bg2">
                    <a:lumMod val="50000"/>
                  </a:schemeClr>
                </a:solidFill>
                <a:latin typeface="Adobe Fan Heiti Std B" pitchFamily="34" charset="-128"/>
                <a:ea typeface="Adobe Fan Heiti Std B" pitchFamily="34" charset="-128"/>
              </a:rPr>
              <a:t>     public </a:t>
            </a:r>
            <a:r>
              <a:rPr lang="en-US" sz="1400" kern="0" dirty="0">
                <a:solidFill>
                  <a:srgbClr val="00B050"/>
                </a:solidFill>
                <a:latin typeface="Adobe Fan Heiti Std B" pitchFamily="34" charset="-128"/>
                <a:ea typeface="Adobe Fan Heiti Std B" pitchFamily="34" charset="-128"/>
              </a:rPr>
              <a:t> </a:t>
            </a:r>
            <a:r>
              <a:rPr lang="en-US" sz="1400" kern="0" dirty="0">
                <a:solidFill>
                  <a:schemeClr val="accent1"/>
                </a:solidFill>
                <a:latin typeface="Adobe Fan Heiti Std B" pitchFamily="34" charset="-128"/>
                <a:ea typeface="Adobe Fan Heiti Std B" pitchFamily="34" charset="-128"/>
              </a:rPr>
              <a:t>void</a:t>
            </a:r>
            <a:r>
              <a:rPr lang="en-US" sz="1400" kern="0" dirty="0">
                <a:solidFill>
                  <a:schemeClr val="bg2">
                    <a:lumMod val="50000"/>
                  </a:schemeClr>
                </a:solidFill>
                <a:latin typeface="Adobe Fan Heiti Std B" pitchFamily="34" charset="-128"/>
                <a:ea typeface="Adobe Fan Heiti Std B" pitchFamily="34" charset="-128"/>
              </a:rPr>
              <a:t> </a:t>
            </a:r>
            <a:r>
              <a:rPr lang="en-US" sz="1400" kern="0" dirty="0" err="1">
                <a:solidFill>
                  <a:srgbClr val="FF0000"/>
                </a:solidFill>
                <a:latin typeface="Adobe Fan Heiti Std B" pitchFamily="34" charset="-128"/>
                <a:ea typeface="Adobe Fan Heiti Std B" pitchFamily="34" charset="-128"/>
              </a:rPr>
              <a:t>hablar</a:t>
            </a:r>
            <a:r>
              <a:rPr lang="en-US" sz="1400" kern="0" dirty="0">
                <a:solidFill>
                  <a:srgbClr val="FF0000"/>
                </a:solidFill>
                <a:latin typeface="Adobe Fan Heiti Std B" pitchFamily="34" charset="-128"/>
                <a:ea typeface="Adobe Fan Heiti Std B" pitchFamily="34" charset="-128"/>
              </a:rPr>
              <a:t>() </a:t>
            </a:r>
            <a:r>
              <a:rPr lang="en-US" sz="1400" kern="0" dirty="0">
                <a:solidFill>
                  <a:srgbClr val="000000"/>
                </a:solidFill>
                <a:latin typeface="Adobe Fan Heiti Std B" pitchFamily="34" charset="-128"/>
                <a:ea typeface="Adobe Fan Heiti Std B" pitchFamily="34" charset="-128"/>
              </a:rPr>
              <a:t>{</a:t>
            </a:r>
          </a:p>
          <a:p>
            <a:pPr marL="0" indent="0">
              <a:buNone/>
            </a:pPr>
            <a:r>
              <a:rPr lang="en-US" sz="1400" kern="0" dirty="0">
                <a:solidFill>
                  <a:srgbClr val="000000"/>
                </a:solidFill>
                <a:latin typeface="Adobe Fan Heiti Std B" pitchFamily="34" charset="-128"/>
                <a:ea typeface="Adobe Fan Heiti Std B" pitchFamily="34" charset="-128"/>
              </a:rPr>
              <a:t>           </a:t>
            </a:r>
            <a:r>
              <a:rPr lang="en-US" sz="1400" kern="0" dirty="0" err="1">
                <a:solidFill>
                  <a:srgbClr val="000000"/>
                </a:solidFill>
                <a:latin typeface="Adobe Fan Heiti Std B" pitchFamily="34" charset="-128"/>
                <a:ea typeface="Adobe Fan Heiti Std B" pitchFamily="34" charset="-128"/>
              </a:rPr>
              <a:t>system.out.</a:t>
            </a:r>
            <a:r>
              <a:rPr lang="en-US" sz="1400" kern="0" dirty="0" err="1">
                <a:solidFill>
                  <a:srgbClr val="FF0000"/>
                </a:solidFill>
                <a:latin typeface="Adobe Fan Heiti Std B" pitchFamily="34" charset="-128"/>
                <a:ea typeface="Adobe Fan Heiti Std B" pitchFamily="34" charset="-128"/>
              </a:rPr>
              <a:t>println</a:t>
            </a:r>
            <a:r>
              <a:rPr lang="en-US" sz="1400" kern="0" dirty="0">
                <a:solidFill>
                  <a:srgbClr val="FF0000"/>
                </a:solidFill>
                <a:latin typeface="Adobe Fan Heiti Std B" pitchFamily="34" charset="-128"/>
                <a:ea typeface="Adobe Fan Heiti Std B" pitchFamily="34" charset="-128"/>
              </a:rPr>
              <a:t>(</a:t>
            </a:r>
            <a:r>
              <a:rPr lang="en-US" sz="1400" kern="0" dirty="0">
                <a:solidFill>
                  <a:srgbClr val="00B050"/>
                </a:solidFill>
                <a:latin typeface="Adobe Fan Heiti Std B" pitchFamily="34" charset="-128"/>
                <a:ea typeface="Adobe Fan Heiti Std B" pitchFamily="34" charset="-128"/>
              </a:rPr>
              <a:t>"</a:t>
            </a:r>
            <a:r>
              <a:rPr lang="en-US" sz="1400" kern="0" dirty="0" err="1">
                <a:solidFill>
                  <a:srgbClr val="00B050"/>
                </a:solidFill>
                <a:latin typeface="Adobe Fan Heiti Std B" pitchFamily="34" charset="-128"/>
                <a:ea typeface="Adobe Fan Heiti Std B" pitchFamily="34" charset="-128"/>
              </a:rPr>
              <a:t>Pio</a:t>
            </a:r>
            <a:r>
              <a:rPr lang="en-US" sz="1400" kern="0" dirty="0">
                <a:solidFill>
                  <a:srgbClr val="00B050"/>
                </a:solidFill>
                <a:latin typeface="Adobe Fan Heiti Std B" pitchFamily="34" charset="-128"/>
                <a:ea typeface="Adobe Fan Heiti Std B" pitchFamily="34" charset="-128"/>
              </a:rPr>
              <a:t>"</a:t>
            </a:r>
            <a:r>
              <a:rPr lang="en-US" sz="1400" kern="0" dirty="0">
                <a:solidFill>
                  <a:srgbClr val="FF0000"/>
                </a:solidFill>
                <a:latin typeface="Adobe Fan Heiti Std B" pitchFamily="34" charset="-128"/>
                <a:ea typeface="Adobe Fan Heiti Std B" pitchFamily="34" charset="-128"/>
              </a:rPr>
              <a:t>)</a:t>
            </a:r>
            <a:r>
              <a:rPr lang="en-US" sz="1400" kern="0" dirty="0">
                <a:solidFill>
                  <a:srgbClr val="000000"/>
                </a:solidFill>
                <a:latin typeface="Adobe Fan Heiti Std B" pitchFamily="34" charset="-128"/>
                <a:ea typeface="Adobe Fan Heiti Std B" pitchFamily="34" charset="-128"/>
              </a:rPr>
              <a:t>;</a:t>
            </a:r>
          </a:p>
          <a:p>
            <a:pPr marL="0" indent="0">
              <a:buNone/>
            </a:pPr>
            <a:r>
              <a:rPr lang="en-US" sz="1400" kern="0" dirty="0">
                <a:solidFill>
                  <a:srgbClr val="000000"/>
                </a:solidFill>
                <a:latin typeface="Adobe Fan Heiti Std B" pitchFamily="34" charset="-128"/>
                <a:ea typeface="Adobe Fan Heiti Std B" pitchFamily="34" charset="-128"/>
              </a:rPr>
              <a:t>     };</a:t>
            </a:r>
          </a:p>
          <a:p>
            <a:pPr marL="0" indent="0">
              <a:buNone/>
            </a:pPr>
            <a:r>
              <a:rPr lang="en-US" sz="1400" kern="0" dirty="0">
                <a:solidFill>
                  <a:srgbClr val="000000"/>
                </a:solidFill>
                <a:latin typeface="Adobe Fan Heiti Std B" pitchFamily="34" charset="-128"/>
                <a:ea typeface="Adobe Fan Heiti Std B" pitchFamily="34" charset="-128"/>
              </a:rPr>
              <a:t>      …</a:t>
            </a:r>
          </a:p>
          <a:p>
            <a:pPr marL="0" indent="0">
              <a:buNone/>
            </a:pPr>
            <a:r>
              <a:rPr lang="en-US" sz="1400" kern="0" dirty="0">
                <a:solidFill>
                  <a:schemeClr val="bg2">
                    <a:lumMod val="50000"/>
                  </a:schemeClr>
                </a:solidFill>
                <a:latin typeface="Adobe Fan Heiti Std B" pitchFamily="34" charset="-128"/>
                <a:ea typeface="Adobe Fan Heiti Std B" pitchFamily="34" charset="-128"/>
              </a:rPr>
              <a:t>}</a:t>
            </a:r>
          </a:p>
        </p:txBody>
      </p:sp>
      <p:sp>
        <p:nvSpPr>
          <p:cNvPr id="11" name="1 Título"/>
          <p:cNvSpPr txBox="1">
            <a:spLocks/>
          </p:cNvSpPr>
          <p:nvPr/>
        </p:nvSpPr>
        <p:spPr bwMode="white">
          <a:xfrm>
            <a:off x="695325" y="70024"/>
            <a:ext cx="7392988"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ctr" anchorCtr="0" compatLnSpc="1">
            <a:prstTxWarp prst="textNoShape">
              <a:avLst/>
            </a:prstTxWarp>
          </a:bodyPr>
          <a:lstStyle>
            <a:lvl1pPr algn="ctr" defTabSz="957263" rtl="0" fontAlgn="base">
              <a:spcBef>
                <a:spcPct val="0"/>
              </a:spcBef>
              <a:spcAft>
                <a:spcPct val="0"/>
              </a:spcAft>
              <a:defRPr sz="2900" b="1">
                <a:solidFill>
                  <a:schemeClr val="bg1"/>
                </a:solidFill>
                <a:latin typeface="+mj-lt"/>
                <a:ea typeface="+mj-ea"/>
                <a:cs typeface="+mj-cs"/>
              </a:defRPr>
            </a:lvl1pPr>
            <a:lvl2pPr algn="ctr" defTabSz="957263" rtl="0" fontAlgn="base">
              <a:spcBef>
                <a:spcPct val="0"/>
              </a:spcBef>
              <a:spcAft>
                <a:spcPct val="0"/>
              </a:spcAft>
              <a:defRPr sz="2900" b="1">
                <a:solidFill>
                  <a:schemeClr val="bg1"/>
                </a:solidFill>
                <a:latin typeface="Arial" charset="0"/>
              </a:defRPr>
            </a:lvl2pPr>
            <a:lvl3pPr algn="ctr" defTabSz="957263" rtl="0" fontAlgn="base">
              <a:spcBef>
                <a:spcPct val="0"/>
              </a:spcBef>
              <a:spcAft>
                <a:spcPct val="0"/>
              </a:spcAft>
              <a:defRPr sz="2900" b="1">
                <a:solidFill>
                  <a:schemeClr val="bg1"/>
                </a:solidFill>
                <a:latin typeface="Arial" charset="0"/>
              </a:defRPr>
            </a:lvl3pPr>
            <a:lvl4pPr algn="ctr" defTabSz="957263" rtl="0" fontAlgn="base">
              <a:spcBef>
                <a:spcPct val="0"/>
              </a:spcBef>
              <a:spcAft>
                <a:spcPct val="0"/>
              </a:spcAft>
              <a:defRPr sz="2900" b="1">
                <a:solidFill>
                  <a:schemeClr val="bg1"/>
                </a:solidFill>
                <a:latin typeface="Arial" charset="0"/>
              </a:defRPr>
            </a:lvl4pPr>
            <a:lvl5pPr algn="ctr" defTabSz="957263" rtl="0" fontAlgn="base">
              <a:spcBef>
                <a:spcPct val="0"/>
              </a:spcBef>
              <a:spcAft>
                <a:spcPct val="0"/>
              </a:spcAft>
              <a:defRPr sz="2900" b="1">
                <a:solidFill>
                  <a:schemeClr val="bg1"/>
                </a:solidFill>
                <a:latin typeface="Arial" charset="0"/>
              </a:defRPr>
            </a:lvl5pPr>
            <a:lvl6pPr marL="457200" algn="ctr" defTabSz="957263" rtl="0" eaLnBrk="1" fontAlgn="base" hangingPunct="1">
              <a:spcBef>
                <a:spcPct val="0"/>
              </a:spcBef>
              <a:spcAft>
                <a:spcPct val="0"/>
              </a:spcAft>
              <a:defRPr sz="2900" b="1">
                <a:solidFill>
                  <a:schemeClr val="bg1"/>
                </a:solidFill>
                <a:latin typeface="Arial" charset="0"/>
              </a:defRPr>
            </a:lvl6pPr>
            <a:lvl7pPr marL="914400" algn="ctr" defTabSz="957263" rtl="0" eaLnBrk="1" fontAlgn="base" hangingPunct="1">
              <a:spcBef>
                <a:spcPct val="0"/>
              </a:spcBef>
              <a:spcAft>
                <a:spcPct val="0"/>
              </a:spcAft>
              <a:defRPr sz="2900" b="1">
                <a:solidFill>
                  <a:schemeClr val="bg1"/>
                </a:solidFill>
                <a:latin typeface="Arial" charset="0"/>
              </a:defRPr>
            </a:lvl7pPr>
            <a:lvl8pPr marL="1371600" algn="ctr" defTabSz="957263" rtl="0" eaLnBrk="1" fontAlgn="base" hangingPunct="1">
              <a:spcBef>
                <a:spcPct val="0"/>
              </a:spcBef>
              <a:spcAft>
                <a:spcPct val="0"/>
              </a:spcAft>
              <a:defRPr sz="2900" b="1">
                <a:solidFill>
                  <a:schemeClr val="bg1"/>
                </a:solidFill>
                <a:latin typeface="Arial" charset="0"/>
              </a:defRPr>
            </a:lvl8pPr>
            <a:lvl9pPr marL="1828800" algn="ctr" defTabSz="957263" rtl="0" eaLnBrk="1" fontAlgn="base" hangingPunct="1">
              <a:spcBef>
                <a:spcPct val="0"/>
              </a:spcBef>
              <a:spcAft>
                <a:spcPct val="0"/>
              </a:spcAft>
              <a:defRPr sz="2900" b="1">
                <a:solidFill>
                  <a:schemeClr val="bg1"/>
                </a:solidFill>
                <a:latin typeface="Arial" charset="0"/>
              </a:defRPr>
            </a:lvl9pPr>
          </a:lstStyle>
          <a:p>
            <a:r>
              <a:rPr lang="es-ES" sz="2600" kern="0" dirty="0"/>
              <a:t>RESUMEN de </a:t>
            </a:r>
            <a:r>
              <a:rPr lang="es-ES" sz="2600" kern="0" dirty="0">
                <a:solidFill>
                  <a:srgbClr val="FFFF00"/>
                </a:solidFill>
              </a:rPr>
              <a:t>ABSTRACTOS</a:t>
            </a:r>
          </a:p>
        </p:txBody>
      </p:sp>
    </p:spTree>
    <p:extLst>
      <p:ext uri="{BB962C8B-B14F-4D97-AF65-F5344CB8AC3E}">
        <p14:creationId xmlns:p14="http://schemas.microsoft.com/office/powerpoint/2010/main" val="37403956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Interfaces</a:t>
            </a:r>
          </a:p>
        </p:txBody>
      </p:sp>
      <p:sp>
        <p:nvSpPr>
          <p:cNvPr id="3" name="Marcador de contenido 2"/>
          <p:cNvSpPr>
            <a:spLocks noGrp="1"/>
          </p:cNvSpPr>
          <p:nvPr>
            <p:ph idx="1"/>
          </p:nvPr>
        </p:nvSpPr>
        <p:spPr/>
        <p:txBody>
          <a:bodyPr/>
          <a:lstStyle/>
          <a:p>
            <a:r>
              <a:rPr lang="es-ES" sz="2000" b="0" dirty="0"/>
              <a:t>Contrato de compromiso.</a:t>
            </a:r>
          </a:p>
          <a:p>
            <a:endParaRPr lang="es-ES" sz="2000" b="0" dirty="0"/>
          </a:p>
          <a:p>
            <a:r>
              <a:rPr lang="es-ES" sz="2000" b="0" dirty="0"/>
              <a:t>Conjunto de operaciones que una clase se compromete a implementar.</a:t>
            </a:r>
          </a:p>
          <a:p>
            <a:endParaRPr lang="es-ES" sz="2000" b="0" dirty="0"/>
          </a:p>
          <a:p>
            <a:r>
              <a:rPr lang="es-ES" sz="2000" dirty="0"/>
              <a:t>Es una forma de expresar una funcionalidad común de algunas clases que no tienen relación entre ellas.</a:t>
            </a:r>
          </a:p>
          <a:p>
            <a:endParaRPr lang="es-ES" sz="2000" b="0" dirty="0"/>
          </a:p>
          <a:p>
            <a:r>
              <a:rPr lang="es-ES" sz="2000" b="0" dirty="0"/>
              <a:t>La interfaz marca qué métodos, con su firma.</a:t>
            </a:r>
          </a:p>
          <a:p>
            <a:endParaRPr lang="es-ES" sz="2000" b="0" dirty="0"/>
          </a:p>
          <a:p>
            <a:r>
              <a:rPr lang="es-ES" sz="2000" b="0" dirty="0"/>
              <a:t>Desde Java 8, pueden incluir también métodos con cuerpo (abstractos, estáticos y por defecto).</a:t>
            </a:r>
          </a:p>
          <a:p>
            <a:endParaRPr lang="es-ES" sz="2000" b="0" dirty="0"/>
          </a:p>
          <a:p>
            <a:r>
              <a:rPr lang="es-ES" sz="2000" b="0" dirty="0"/>
              <a:t>También puede incluir constantes.</a:t>
            </a:r>
            <a:endParaRPr lang="es-ES" sz="2000" dirty="0"/>
          </a:p>
        </p:txBody>
      </p:sp>
    </p:spTree>
    <p:extLst>
      <p:ext uri="{BB962C8B-B14F-4D97-AF65-F5344CB8AC3E}">
        <p14:creationId xmlns:p14="http://schemas.microsoft.com/office/powerpoint/2010/main" val="32571239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Definición de Interfaces</a:t>
            </a:r>
          </a:p>
        </p:txBody>
      </p:sp>
      <p:sp>
        <p:nvSpPr>
          <p:cNvPr id="3" name="Marcador de contenido 2"/>
          <p:cNvSpPr>
            <a:spLocks noGrp="1"/>
          </p:cNvSpPr>
          <p:nvPr>
            <p:ph idx="1"/>
          </p:nvPr>
        </p:nvSpPr>
        <p:spPr/>
        <p:txBody>
          <a:bodyPr/>
          <a:lstStyle/>
          <a:p>
            <a:r>
              <a:rPr lang="es-ES" dirty="0"/>
              <a:t>interface</a:t>
            </a:r>
          </a:p>
          <a:p>
            <a:r>
              <a:rPr lang="es-ES" b="0" dirty="0"/>
              <a:t>Mismas normas de acceso que una clase.</a:t>
            </a:r>
          </a:p>
          <a:p>
            <a:r>
              <a:rPr lang="es-ES" b="0" dirty="0"/>
              <a:t>Mismas reglas de nombres que una clase.</a:t>
            </a:r>
          </a:p>
          <a:p>
            <a:r>
              <a:rPr lang="es-ES" b="0" dirty="0"/>
              <a:t>También existe herencia de interfaces(</a:t>
            </a:r>
            <a:r>
              <a:rPr lang="es-ES" dirty="0" err="1"/>
              <a:t>extends</a:t>
            </a:r>
            <a:r>
              <a:rPr lang="es-ES" b="0" dirty="0"/>
              <a:t>). En este caso, sí que puede ser múltiple.</a:t>
            </a:r>
            <a:endParaRPr lang="es-ES" dirty="0"/>
          </a:p>
        </p:txBody>
      </p:sp>
      <p:pic>
        <p:nvPicPr>
          <p:cNvPr id="4" name="Imagen 3"/>
          <p:cNvPicPr>
            <a:picLocks noChangeAspect="1"/>
          </p:cNvPicPr>
          <p:nvPr/>
        </p:nvPicPr>
        <p:blipFill rotWithShape="1">
          <a:blip r:embed="rId2"/>
          <a:srcRect l="4725" t="60899" r="39757" b="10402"/>
          <a:stretch/>
        </p:blipFill>
        <p:spPr>
          <a:xfrm>
            <a:off x="1187624" y="3861048"/>
            <a:ext cx="6438569" cy="1872208"/>
          </a:xfrm>
          <a:prstGeom prst="rect">
            <a:avLst/>
          </a:prstGeom>
        </p:spPr>
      </p:pic>
    </p:spTree>
    <p:extLst>
      <p:ext uri="{BB962C8B-B14F-4D97-AF65-F5344CB8AC3E}">
        <p14:creationId xmlns:p14="http://schemas.microsoft.com/office/powerpoint/2010/main" val="10907378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2 Grupo"/>
          <p:cNvGrpSpPr/>
          <p:nvPr/>
        </p:nvGrpSpPr>
        <p:grpSpPr>
          <a:xfrm>
            <a:off x="3563890" y="689769"/>
            <a:ext cx="1699729" cy="1371079"/>
            <a:chOff x="3563890" y="689769"/>
            <a:chExt cx="1699729" cy="1371079"/>
          </a:xfrm>
        </p:grpSpPr>
        <p:grpSp>
          <p:nvGrpSpPr>
            <p:cNvPr id="5" name="4 Grupo"/>
            <p:cNvGrpSpPr/>
            <p:nvPr/>
          </p:nvGrpSpPr>
          <p:grpSpPr>
            <a:xfrm>
              <a:off x="3563890" y="1207355"/>
              <a:ext cx="1699729" cy="853493"/>
              <a:chOff x="3684775" y="980728"/>
              <a:chExt cx="1481202" cy="853493"/>
            </a:xfrm>
          </p:grpSpPr>
          <p:sp>
            <p:nvSpPr>
              <p:cNvPr id="6" name="5 Rectángulo redondeado"/>
              <p:cNvSpPr/>
              <p:nvPr/>
            </p:nvSpPr>
            <p:spPr bwMode="auto">
              <a:xfrm>
                <a:off x="3684775" y="980728"/>
                <a:ext cx="1481202" cy="853493"/>
              </a:xfrm>
              <a:prstGeom prst="roundRect">
                <a:avLst/>
              </a:prstGeom>
              <a:solidFill>
                <a:schemeClr val="tx2">
                  <a:lumMod val="60000"/>
                  <a:lumOff val="40000"/>
                </a:schemeClr>
              </a:solidFill>
              <a:ln>
                <a:headEnd type="none" w="med" len="med"/>
                <a:tailEnd type="none" w="med" len="me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cxnSp>
            <p:nvCxnSpPr>
              <p:cNvPr id="7" name="6 Conector recto"/>
              <p:cNvCxnSpPr>
                <a:stCxn id="6" idx="1"/>
                <a:endCxn id="6" idx="3"/>
              </p:cNvCxnSpPr>
              <p:nvPr/>
            </p:nvCxnSpPr>
            <p:spPr bwMode="auto">
              <a:xfrm>
                <a:off x="3684775" y="1407475"/>
                <a:ext cx="1481202" cy="0"/>
              </a:xfrm>
              <a:prstGeom prst="line">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grpSp>
        <p:sp>
          <p:nvSpPr>
            <p:cNvPr id="23" name="Rectangle 3"/>
            <p:cNvSpPr txBox="1">
              <a:spLocks noChangeArrowheads="1"/>
            </p:cNvSpPr>
            <p:nvPr/>
          </p:nvSpPr>
          <p:spPr bwMode="auto">
            <a:xfrm>
              <a:off x="3563890" y="689769"/>
              <a:ext cx="1699728"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lnSpc>
                  <a:spcPts val="1500"/>
                </a:lnSpc>
                <a:buNone/>
              </a:pPr>
              <a:r>
                <a:rPr lang="en-US" sz="1400" b="0" kern="0" dirty="0">
                  <a:solidFill>
                    <a:schemeClr val="tx2">
                      <a:lumMod val="75000"/>
                    </a:schemeClr>
                  </a:solidFill>
                  <a:latin typeface="Arial Black" panose="020B0A04020102020204" pitchFamily="34" charset="0"/>
                  <a:ea typeface="Adobe Fan Heiti Std B" pitchFamily="34" charset="-128"/>
                </a:rPr>
                <a:t>Interface</a:t>
              </a:r>
              <a:endParaRPr lang="en-US" sz="1400" b="0" kern="0" dirty="0">
                <a:solidFill>
                  <a:srgbClr val="00B050"/>
                </a:solidFill>
                <a:latin typeface="Arial Black" panose="020B0A04020102020204" pitchFamily="34" charset="0"/>
                <a:ea typeface="Adobe Fan Heiti Std B" pitchFamily="34" charset="-128"/>
              </a:endParaRPr>
            </a:p>
            <a:p>
              <a:pPr marL="0" indent="0" algn="ctr">
                <a:lnSpc>
                  <a:spcPts val="1500"/>
                </a:lnSpc>
                <a:buNone/>
              </a:pPr>
              <a:r>
                <a:rPr lang="en-US" sz="1800" kern="0" dirty="0" err="1">
                  <a:solidFill>
                    <a:srgbClr val="00B050"/>
                  </a:solidFill>
                </a:rPr>
                <a:t>Hablante</a:t>
              </a:r>
              <a:endParaRPr lang="en-US" sz="1800" kern="0" dirty="0">
                <a:solidFill>
                  <a:srgbClr val="00B050"/>
                </a:solidFill>
              </a:endParaRPr>
            </a:p>
          </p:txBody>
        </p:sp>
      </p:grpSp>
      <p:sp>
        <p:nvSpPr>
          <p:cNvPr id="2" name="1 Título"/>
          <p:cNvSpPr>
            <a:spLocks noGrp="1"/>
          </p:cNvSpPr>
          <p:nvPr>
            <p:ph type="title"/>
          </p:nvPr>
        </p:nvSpPr>
        <p:spPr>
          <a:xfrm>
            <a:off x="542924" y="53975"/>
            <a:ext cx="8133531" cy="563563"/>
          </a:xfrm>
        </p:spPr>
        <p:txBody>
          <a:bodyPr/>
          <a:lstStyle/>
          <a:p>
            <a:r>
              <a:rPr lang="es-ES" dirty="0"/>
              <a:t>Interfaces</a:t>
            </a:r>
          </a:p>
        </p:txBody>
      </p:sp>
      <p:sp>
        <p:nvSpPr>
          <p:cNvPr id="9" name="Rectangle 3"/>
          <p:cNvSpPr txBox="1">
            <a:spLocks noChangeArrowheads="1"/>
          </p:cNvSpPr>
          <p:nvPr/>
        </p:nvSpPr>
        <p:spPr bwMode="auto">
          <a:xfrm>
            <a:off x="3390218" y="1265916"/>
            <a:ext cx="2016225" cy="373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3"/>
                </a:solidFill>
                <a:latin typeface="Adobe Fan Heiti Std B" pitchFamily="34" charset="-128"/>
                <a:ea typeface="Adobe Fan Heiti Std B" pitchFamily="34" charset="-128"/>
              </a:rPr>
              <a:t>int</a:t>
            </a:r>
            <a:r>
              <a:rPr lang="en-US" sz="1600" kern="0" dirty="0">
                <a:solidFill>
                  <a:schemeClr val="accent3"/>
                </a:solidFill>
                <a:latin typeface="Adobe Fan Heiti Std B" pitchFamily="34" charset="-128"/>
                <a:ea typeface="Adobe Fan Heiti Std B" pitchFamily="34" charset="-128"/>
              </a:rPr>
              <a:t> valor = 5;</a:t>
            </a:r>
          </a:p>
        </p:txBody>
      </p:sp>
      <p:sp>
        <p:nvSpPr>
          <p:cNvPr id="10" name="Rectangle 3"/>
          <p:cNvSpPr txBox="1">
            <a:spLocks noChangeArrowheads="1"/>
          </p:cNvSpPr>
          <p:nvPr/>
        </p:nvSpPr>
        <p:spPr bwMode="auto">
          <a:xfrm>
            <a:off x="3563889" y="1664078"/>
            <a:ext cx="1699729"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a:solidFill>
                  <a:schemeClr val="accent2">
                    <a:lumMod val="20000"/>
                    <a:lumOff val="80000"/>
                  </a:schemeClr>
                </a:solidFill>
                <a:ea typeface="Adobe Fan Heiti Std B" pitchFamily="34" charset="-128"/>
              </a:rPr>
              <a:t> </a:t>
            </a:r>
            <a:r>
              <a:rPr lang="en-US" sz="1600" b="0" kern="0" dirty="0">
                <a:solidFill>
                  <a:schemeClr val="bg1"/>
                </a:solidFill>
                <a:ea typeface="Adobe Fan Heiti Std B" pitchFamily="34" charset="-128"/>
              </a:rPr>
              <a:t>void</a:t>
            </a:r>
            <a:r>
              <a:rPr lang="en-US" sz="1600" kern="0" dirty="0">
                <a:solidFill>
                  <a:schemeClr val="accent2">
                    <a:lumMod val="20000"/>
                    <a:lumOff val="80000"/>
                  </a:schemeClr>
                </a:solidFill>
                <a:ea typeface="Adobe Fan Heiti Std B" pitchFamily="34" charset="-128"/>
              </a:rPr>
              <a:t> </a:t>
            </a:r>
            <a:r>
              <a:rPr lang="en-US" sz="1600" kern="0" dirty="0" err="1">
                <a:solidFill>
                  <a:schemeClr val="accent2">
                    <a:lumMod val="20000"/>
                    <a:lumOff val="80000"/>
                  </a:schemeClr>
                </a:solidFill>
                <a:latin typeface="Adobe Fan Heiti Std B" pitchFamily="34" charset="-128"/>
                <a:ea typeface="Adobe Fan Heiti Std B" pitchFamily="34" charset="-128"/>
              </a:rPr>
              <a:t>hablar</a:t>
            </a:r>
            <a:r>
              <a:rPr lang="en-US" sz="1600" kern="0" dirty="0">
                <a:solidFill>
                  <a:schemeClr val="accent2">
                    <a:lumMod val="20000"/>
                    <a:lumOff val="80000"/>
                  </a:schemeClr>
                </a:solidFill>
                <a:latin typeface="Adobe Fan Heiti Std B" pitchFamily="34" charset="-128"/>
                <a:ea typeface="Adobe Fan Heiti Std B" pitchFamily="34" charset="-128"/>
              </a:rPr>
              <a:t>( );</a:t>
            </a:r>
            <a:endParaRPr lang="en-US" sz="1600" kern="0" dirty="0">
              <a:solidFill>
                <a:srgbClr val="0070C0"/>
              </a:solidFill>
              <a:latin typeface="Adobe Fan Heiti Std B" pitchFamily="34" charset="-128"/>
              <a:ea typeface="Adobe Fan Heiti Std B" pitchFamily="34" charset="-128"/>
            </a:endParaRPr>
          </a:p>
        </p:txBody>
      </p:sp>
      <p:grpSp>
        <p:nvGrpSpPr>
          <p:cNvPr id="11" name="10 Grupo"/>
          <p:cNvGrpSpPr/>
          <p:nvPr/>
        </p:nvGrpSpPr>
        <p:grpSpPr>
          <a:xfrm>
            <a:off x="5367839" y="1639403"/>
            <a:ext cx="2948577" cy="360700"/>
            <a:chOff x="5593438" y="2088367"/>
            <a:chExt cx="2948577" cy="360700"/>
          </a:xfrm>
        </p:grpSpPr>
        <p:cxnSp>
          <p:nvCxnSpPr>
            <p:cNvPr id="12" name="11 Conector recto de flecha"/>
            <p:cNvCxnSpPr/>
            <p:nvPr/>
          </p:nvCxnSpPr>
          <p:spPr bwMode="auto">
            <a:xfrm flipV="1">
              <a:off x="5593438" y="2268717"/>
              <a:ext cx="605719" cy="1"/>
            </a:xfrm>
            <a:prstGeom prst="straightConnector1">
              <a:avLst/>
            </a:prstGeom>
            <a:ln>
              <a:headEnd type="none" w="med" len="med"/>
              <a:tailEnd type="arrow" w="lg" len="lg"/>
            </a:ln>
          </p:spPr>
          <p:style>
            <a:lnRef idx="3">
              <a:schemeClr val="accent3"/>
            </a:lnRef>
            <a:fillRef idx="0">
              <a:schemeClr val="accent3"/>
            </a:fillRef>
            <a:effectRef idx="2">
              <a:schemeClr val="accent3"/>
            </a:effectRef>
            <a:fontRef idx="minor">
              <a:schemeClr val="tx1"/>
            </a:fontRef>
          </p:style>
        </p:cxnSp>
        <p:sp>
          <p:nvSpPr>
            <p:cNvPr id="13" name="Rectangle 3"/>
            <p:cNvSpPr txBox="1">
              <a:spLocks noChangeArrowheads="1"/>
            </p:cNvSpPr>
            <p:nvPr/>
          </p:nvSpPr>
          <p:spPr bwMode="auto">
            <a:xfrm>
              <a:off x="6199157" y="2088367"/>
              <a:ext cx="2342858" cy="36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b="0" i="1" kern="0" dirty="0">
                  <a:solidFill>
                    <a:schemeClr val="accent1"/>
                  </a:solidFill>
                  <a:ea typeface="Adobe Fan Heiti Std B" pitchFamily="34" charset="-128"/>
                </a:rPr>
                <a:t>sin </a:t>
              </a:r>
              <a:r>
                <a:rPr lang="en-US" sz="1600" b="0" i="1" kern="0" dirty="0" err="1">
                  <a:solidFill>
                    <a:schemeClr val="accent1"/>
                  </a:solidFill>
                  <a:ea typeface="Adobe Fan Heiti Std B" pitchFamily="34" charset="-128"/>
                </a:rPr>
                <a:t>implementación</a:t>
              </a:r>
              <a:endParaRPr lang="en-US" sz="1600" b="0" i="1" kern="0" dirty="0">
                <a:solidFill>
                  <a:schemeClr val="accent1"/>
                </a:solidFill>
                <a:ea typeface="Adobe Fan Heiti Std B" pitchFamily="34" charset="-128"/>
              </a:endParaRPr>
            </a:p>
          </p:txBody>
        </p:sp>
      </p:grpSp>
      <p:grpSp>
        <p:nvGrpSpPr>
          <p:cNvPr id="46" name="45 Grupo"/>
          <p:cNvGrpSpPr/>
          <p:nvPr/>
        </p:nvGrpSpPr>
        <p:grpSpPr>
          <a:xfrm>
            <a:off x="2004479" y="1294944"/>
            <a:ext cx="1398438" cy="360700"/>
            <a:chOff x="2004479" y="1294944"/>
            <a:chExt cx="1398438" cy="360700"/>
          </a:xfrm>
        </p:grpSpPr>
        <p:cxnSp>
          <p:nvCxnSpPr>
            <p:cNvPr id="16" name="15 Conector recto de flecha"/>
            <p:cNvCxnSpPr/>
            <p:nvPr/>
          </p:nvCxnSpPr>
          <p:spPr bwMode="auto">
            <a:xfrm flipH="1" flipV="1">
              <a:off x="2797198" y="1452658"/>
              <a:ext cx="605719" cy="1"/>
            </a:xfrm>
            <a:prstGeom prst="straightConnector1">
              <a:avLst/>
            </a:prstGeom>
            <a:ln>
              <a:headEnd type="none" w="med" len="med"/>
              <a:tailEnd type="arrow" w="lg" len="lg"/>
            </a:ln>
          </p:spPr>
          <p:style>
            <a:lnRef idx="3">
              <a:schemeClr val="accent3"/>
            </a:lnRef>
            <a:fillRef idx="0">
              <a:schemeClr val="accent3"/>
            </a:fillRef>
            <a:effectRef idx="2">
              <a:schemeClr val="accent3"/>
            </a:effectRef>
            <a:fontRef idx="minor">
              <a:schemeClr val="tx1"/>
            </a:fontRef>
          </p:style>
        </p:cxnSp>
        <p:sp>
          <p:nvSpPr>
            <p:cNvPr id="17" name="Rectangle 3"/>
            <p:cNvSpPr txBox="1">
              <a:spLocks noChangeArrowheads="1"/>
            </p:cNvSpPr>
            <p:nvPr/>
          </p:nvSpPr>
          <p:spPr bwMode="auto">
            <a:xfrm>
              <a:off x="2004479" y="1294944"/>
              <a:ext cx="865288" cy="36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b="0" i="1" kern="0" dirty="0">
                  <a:solidFill>
                    <a:schemeClr val="accent1"/>
                  </a:solidFill>
                  <a:ea typeface="Adobe Fan Heiti Std B" pitchFamily="34" charset="-128"/>
                </a:rPr>
                <a:t>final</a:t>
              </a:r>
            </a:p>
          </p:txBody>
        </p:sp>
      </p:grpSp>
      <p:grpSp>
        <p:nvGrpSpPr>
          <p:cNvPr id="14" name="13 Grupo"/>
          <p:cNvGrpSpPr/>
          <p:nvPr/>
        </p:nvGrpSpPr>
        <p:grpSpPr>
          <a:xfrm>
            <a:off x="466384" y="2302973"/>
            <a:ext cx="3097506" cy="2422171"/>
            <a:chOff x="466384" y="2302973"/>
            <a:chExt cx="3097506" cy="2422171"/>
          </a:xfrm>
        </p:grpSpPr>
        <p:sp>
          <p:nvSpPr>
            <p:cNvPr id="19" name="18 Rectángulo redondeado"/>
            <p:cNvSpPr/>
            <p:nvPr/>
          </p:nvSpPr>
          <p:spPr bwMode="auto">
            <a:xfrm>
              <a:off x="1168755" y="2854399"/>
              <a:ext cx="1728192" cy="1870745"/>
            </a:xfrm>
            <a:prstGeom prst="roundRect">
              <a:avLst/>
            </a:prstGeom>
            <a:ln>
              <a:headEnd type="none" w="med" len="med"/>
              <a:tailEnd type="none" w="med" len="me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4" name="Rectangle 3"/>
            <p:cNvSpPr txBox="1">
              <a:spLocks noChangeArrowheads="1"/>
            </p:cNvSpPr>
            <p:nvPr/>
          </p:nvSpPr>
          <p:spPr bwMode="auto">
            <a:xfrm>
              <a:off x="466384" y="2302973"/>
              <a:ext cx="3097506"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lnSpc>
                  <a:spcPts val="1500"/>
                </a:lnSpc>
                <a:buNone/>
              </a:pPr>
              <a:r>
                <a:rPr lang="en-US" sz="1400" b="0" kern="0" dirty="0">
                  <a:solidFill>
                    <a:srgbClr val="000000"/>
                  </a:solidFill>
                  <a:latin typeface="Arial Black" panose="020B0A04020102020204" pitchFamily="34" charset="0"/>
                  <a:ea typeface="Adobe Fan Heiti Std B" pitchFamily="34" charset="-128"/>
                </a:rPr>
                <a:t>class</a:t>
              </a:r>
              <a:r>
                <a:rPr lang="en-US" sz="1400" b="0" kern="0" dirty="0">
                  <a:solidFill>
                    <a:schemeClr val="bg1"/>
                  </a:solidFill>
                  <a:latin typeface="Arial Black" panose="020B0A04020102020204" pitchFamily="34" charset="0"/>
                  <a:ea typeface="Adobe Fan Heiti Std B" pitchFamily="34" charset="-128"/>
                </a:rPr>
                <a:t> </a:t>
              </a:r>
              <a:r>
                <a:rPr lang="en-US" sz="1400" b="0" kern="0" dirty="0">
                  <a:solidFill>
                    <a:srgbClr val="0070C0"/>
                  </a:solidFill>
                  <a:latin typeface="Arial Black" panose="020B0A04020102020204" pitchFamily="34" charset="0"/>
                  <a:ea typeface="Adobe Fan Heiti Std B" pitchFamily="34" charset="-128"/>
                </a:rPr>
                <a:t> </a:t>
              </a:r>
              <a:r>
                <a:rPr lang="en-US" sz="1800" kern="0" dirty="0" err="1"/>
                <a:t>Pollito</a:t>
              </a:r>
              <a:endParaRPr lang="en-US" sz="1800" kern="0" dirty="0"/>
            </a:p>
            <a:p>
              <a:pPr marL="0" indent="0" algn="ctr">
                <a:lnSpc>
                  <a:spcPts val="1500"/>
                </a:lnSpc>
                <a:buNone/>
              </a:pPr>
              <a:r>
                <a:rPr lang="en-US" sz="1400" kern="0" dirty="0">
                  <a:solidFill>
                    <a:schemeClr val="tx2">
                      <a:lumMod val="75000"/>
                    </a:schemeClr>
                  </a:solidFill>
                </a:rPr>
                <a:t>implements</a:t>
              </a:r>
              <a:r>
                <a:rPr lang="en-US" sz="1400" kern="0" dirty="0"/>
                <a:t> </a:t>
              </a:r>
              <a:r>
                <a:rPr lang="en-US" sz="1400" kern="0" dirty="0" err="1">
                  <a:solidFill>
                    <a:srgbClr val="00B050"/>
                  </a:solidFill>
                </a:rPr>
                <a:t>Hablante</a:t>
              </a:r>
              <a:endParaRPr lang="en-US" sz="1400" kern="0" dirty="0">
                <a:solidFill>
                  <a:srgbClr val="00B050"/>
                </a:solidFill>
              </a:endParaRPr>
            </a:p>
          </p:txBody>
        </p:sp>
        <p:cxnSp>
          <p:nvCxnSpPr>
            <p:cNvPr id="25" name="24 Conector recto"/>
            <p:cNvCxnSpPr/>
            <p:nvPr/>
          </p:nvCxnSpPr>
          <p:spPr bwMode="auto">
            <a:xfrm>
              <a:off x="1197218" y="3500446"/>
              <a:ext cx="1699729" cy="0"/>
            </a:xfrm>
            <a:prstGeom prst="line">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sp>
          <p:nvSpPr>
            <p:cNvPr id="26" name="Rectangle 3"/>
            <p:cNvSpPr txBox="1">
              <a:spLocks noChangeArrowheads="1"/>
            </p:cNvSpPr>
            <p:nvPr/>
          </p:nvSpPr>
          <p:spPr bwMode="auto">
            <a:xfrm>
              <a:off x="1166205" y="4257818"/>
              <a:ext cx="1728192"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2">
                      <a:lumMod val="20000"/>
                      <a:lumOff val="80000"/>
                    </a:schemeClr>
                  </a:solidFill>
                  <a:latin typeface="Adobe Fan Heiti Std B" pitchFamily="34" charset="-128"/>
                  <a:ea typeface="Adobe Fan Heiti Std B" pitchFamily="34" charset="-128"/>
                </a:rPr>
                <a:t>ponerHuevo</a:t>
              </a:r>
              <a:r>
                <a:rPr lang="en-US" sz="1600" kern="0" dirty="0">
                  <a:solidFill>
                    <a:schemeClr val="accent2">
                      <a:lumMod val="20000"/>
                      <a:lumOff val="80000"/>
                    </a:schemeClr>
                  </a:solidFill>
                  <a:latin typeface="Adobe Fan Heiti Std B" pitchFamily="34" charset="-128"/>
                  <a:ea typeface="Adobe Fan Heiti Std B" pitchFamily="34" charset="-128"/>
                </a:rPr>
                <a:t>( )</a:t>
              </a:r>
            </a:p>
          </p:txBody>
        </p:sp>
        <p:sp>
          <p:nvSpPr>
            <p:cNvPr id="27" name="Rectangle 3"/>
            <p:cNvSpPr txBox="1">
              <a:spLocks noChangeArrowheads="1"/>
            </p:cNvSpPr>
            <p:nvPr/>
          </p:nvSpPr>
          <p:spPr bwMode="auto">
            <a:xfrm>
              <a:off x="1053483" y="2880055"/>
              <a:ext cx="2016225" cy="198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3"/>
                  </a:solidFill>
                  <a:latin typeface="Adobe Fan Heiti Std B" pitchFamily="34" charset="-128"/>
                  <a:ea typeface="Adobe Fan Heiti Std B" pitchFamily="34" charset="-128"/>
                </a:rPr>
                <a:t>raza</a:t>
              </a:r>
              <a:endParaRPr lang="en-US" sz="1600" kern="0" dirty="0">
                <a:solidFill>
                  <a:schemeClr val="accent3"/>
                </a:solidFill>
                <a:latin typeface="Adobe Fan Heiti Std B" pitchFamily="34" charset="-128"/>
                <a:ea typeface="Adobe Fan Heiti Std B" pitchFamily="34" charset="-128"/>
              </a:endParaRPr>
            </a:p>
          </p:txBody>
        </p:sp>
        <p:sp>
          <p:nvSpPr>
            <p:cNvPr id="28" name="Rectangle 3"/>
            <p:cNvSpPr txBox="1">
              <a:spLocks noChangeArrowheads="1"/>
            </p:cNvSpPr>
            <p:nvPr/>
          </p:nvSpPr>
          <p:spPr bwMode="auto">
            <a:xfrm>
              <a:off x="1053483" y="3148507"/>
              <a:ext cx="2016225" cy="244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3"/>
                  </a:solidFill>
                  <a:latin typeface="Adobe Fan Heiti Std B" pitchFamily="34" charset="-128"/>
                  <a:ea typeface="Adobe Fan Heiti Std B" pitchFamily="34" charset="-128"/>
                </a:rPr>
                <a:t>edad</a:t>
              </a:r>
              <a:endParaRPr lang="en-US" sz="1600" kern="0" dirty="0">
                <a:solidFill>
                  <a:schemeClr val="accent3"/>
                </a:solidFill>
                <a:latin typeface="Adobe Fan Heiti Std B" pitchFamily="34" charset="-128"/>
                <a:ea typeface="Adobe Fan Heiti Std B" pitchFamily="34" charset="-128"/>
              </a:endParaRPr>
            </a:p>
          </p:txBody>
        </p:sp>
      </p:grpSp>
      <p:grpSp>
        <p:nvGrpSpPr>
          <p:cNvPr id="18" name="17 Grupo"/>
          <p:cNvGrpSpPr/>
          <p:nvPr/>
        </p:nvGrpSpPr>
        <p:grpSpPr>
          <a:xfrm>
            <a:off x="5290918" y="2204864"/>
            <a:ext cx="2809474" cy="2520280"/>
            <a:chOff x="5290918" y="2204864"/>
            <a:chExt cx="2809474" cy="2520280"/>
          </a:xfrm>
        </p:grpSpPr>
        <p:sp>
          <p:nvSpPr>
            <p:cNvPr id="29" name="28 Rectángulo redondeado"/>
            <p:cNvSpPr/>
            <p:nvPr/>
          </p:nvSpPr>
          <p:spPr bwMode="auto">
            <a:xfrm>
              <a:off x="5839399" y="2854399"/>
              <a:ext cx="1728192" cy="1870745"/>
            </a:xfrm>
            <a:prstGeom prst="roundRect">
              <a:avLst/>
            </a:prstGeom>
            <a:ln>
              <a:headEnd type="none" w="med" len="med"/>
              <a:tailEnd type="none" w="med" len="me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2" name="Rectangle 3"/>
            <p:cNvSpPr txBox="1">
              <a:spLocks noChangeArrowheads="1"/>
            </p:cNvSpPr>
            <p:nvPr/>
          </p:nvSpPr>
          <p:spPr bwMode="auto">
            <a:xfrm>
              <a:off x="5290918" y="2204864"/>
              <a:ext cx="2809474"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b="0" kern="0" dirty="0">
                  <a:solidFill>
                    <a:srgbClr val="000000"/>
                  </a:solidFill>
                  <a:latin typeface="Arial Black" panose="020B0A04020102020204" pitchFamily="34" charset="0"/>
                  <a:ea typeface="Adobe Fan Heiti Std B" pitchFamily="34" charset="-128"/>
                </a:rPr>
                <a:t>class</a:t>
              </a:r>
              <a:r>
                <a:rPr lang="en-US" sz="1400" b="0" kern="0" dirty="0">
                  <a:solidFill>
                    <a:schemeClr val="bg1"/>
                  </a:solidFill>
                  <a:latin typeface="Arial Black" panose="020B0A04020102020204" pitchFamily="34" charset="0"/>
                  <a:ea typeface="Adobe Fan Heiti Std B" pitchFamily="34" charset="-128"/>
                </a:rPr>
                <a:t> </a:t>
              </a:r>
              <a:r>
                <a:rPr lang="en-US" sz="1400" b="0" kern="0" dirty="0">
                  <a:solidFill>
                    <a:srgbClr val="0070C0"/>
                  </a:solidFill>
                  <a:latin typeface="Arial Black" panose="020B0A04020102020204" pitchFamily="34" charset="0"/>
                  <a:ea typeface="Adobe Fan Heiti Std B" pitchFamily="34" charset="-128"/>
                </a:rPr>
                <a:t> </a:t>
              </a:r>
              <a:r>
                <a:rPr lang="en-US" sz="1800" kern="0" dirty="0"/>
                <a:t>Persona</a:t>
              </a:r>
            </a:p>
            <a:p>
              <a:pPr marL="0" indent="0" algn="ctr">
                <a:buNone/>
              </a:pPr>
              <a:r>
                <a:rPr lang="en-US" sz="1400" kern="0" dirty="0">
                  <a:solidFill>
                    <a:schemeClr val="tx2">
                      <a:lumMod val="75000"/>
                    </a:schemeClr>
                  </a:solidFill>
                </a:rPr>
                <a:t>implements</a:t>
              </a:r>
              <a:r>
                <a:rPr lang="en-US" sz="1400" kern="0" dirty="0"/>
                <a:t> </a:t>
              </a:r>
              <a:r>
                <a:rPr lang="en-US" sz="1400" kern="0" dirty="0" err="1">
                  <a:solidFill>
                    <a:srgbClr val="00B050"/>
                  </a:solidFill>
                </a:rPr>
                <a:t>Hablante</a:t>
              </a:r>
              <a:endParaRPr lang="en-US" sz="1400" kern="0" dirty="0">
                <a:solidFill>
                  <a:srgbClr val="00B050"/>
                </a:solidFill>
              </a:endParaRPr>
            </a:p>
          </p:txBody>
        </p:sp>
        <p:cxnSp>
          <p:nvCxnSpPr>
            <p:cNvPr id="33" name="32 Conector recto"/>
            <p:cNvCxnSpPr/>
            <p:nvPr/>
          </p:nvCxnSpPr>
          <p:spPr bwMode="auto">
            <a:xfrm>
              <a:off x="5867862" y="3529474"/>
              <a:ext cx="1699729" cy="0"/>
            </a:xfrm>
            <a:prstGeom prst="line">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sp>
          <p:nvSpPr>
            <p:cNvPr id="34" name="Rectangle 3"/>
            <p:cNvSpPr txBox="1">
              <a:spLocks noChangeArrowheads="1"/>
            </p:cNvSpPr>
            <p:nvPr/>
          </p:nvSpPr>
          <p:spPr bwMode="auto">
            <a:xfrm>
              <a:off x="5836849" y="4264068"/>
              <a:ext cx="1728192"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2">
                      <a:lumMod val="20000"/>
                      <a:lumOff val="80000"/>
                    </a:schemeClr>
                  </a:solidFill>
                  <a:latin typeface="Adobe Fan Heiti Std B" pitchFamily="34" charset="-128"/>
                  <a:ea typeface="Adobe Fan Heiti Std B" pitchFamily="34" charset="-128"/>
                </a:rPr>
                <a:t>pensar</a:t>
              </a:r>
              <a:r>
                <a:rPr lang="en-US" sz="1600" kern="0" dirty="0">
                  <a:solidFill>
                    <a:schemeClr val="accent2">
                      <a:lumMod val="20000"/>
                      <a:lumOff val="80000"/>
                    </a:schemeClr>
                  </a:solidFill>
                  <a:latin typeface="Adobe Fan Heiti Std B" pitchFamily="34" charset="-128"/>
                  <a:ea typeface="Adobe Fan Heiti Std B" pitchFamily="34" charset="-128"/>
                </a:rPr>
                <a:t>( )</a:t>
              </a:r>
            </a:p>
          </p:txBody>
        </p:sp>
        <p:sp>
          <p:nvSpPr>
            <p:cNvPr id="35" name="Rectangle 3"/>
            <p:cNvSpPr txBox="1">
              <a:spLocks noChangeArrowheads="1"/>
            </p:cNvSpPr>
            <p:nvPr/>
          </p:nvSpPr>
          <p:spPr bwMode="auto">
            <a:xfrm>
              <a:off x="5724127" y="2880055"/>
              <a:ext cx="2016225" cy="198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3"/>
                  </a:solidFill>
                  <a:latin typeface="Adobe Fan Heiti Std B" pitchFamily="34" charset="-128"/>
                  <a:ea typeface="Adobe Fan Heiti Std B" pitchFamily="34" charset="-128"/>
                </a:rPr>
                <a:t>nombre</a:t>
              </a:r>
              <a:endParaRPr lang="en-US" sz="1600" kern="0" dirty="0">
                <a:solidFill>
                  <a:schemeClr val="accent3"/>
                </a:solidFill>
                <a:latin typeface="Adobe Fan Heiti Std B" pitchFamily="34" charset="-128"/>
                <a:ea typeface="Adobe Fan Heiti Std B" pitchFamily="34" charset="-128"/>
              </a:endParaRPr>
            </a:p>
          </p:txBody>
        </p:sp>
        <p:sp>
          <p:nvSpPr>
            <p:cNvPr id="36" name="Rectangle 3"/>
            <p:cNvSpPr txBox="1">
              <a:spLocks noChangeArrowheads="1"/>
            </p:cNvSpPr>
            <p:nvPr/>
          </p:nvSpPr>
          <p:spPr bwMode="auto">
            <a:xfrm>
              <a:off x="5724127" y="3148507"/>
              <a:ext cx="2016225" cy="244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3"/>
                  </a:solidFill>
                  <a:latin typeface="Adobe Fan Heiti Std B" pitchFamily="34" charset="-128"/>
                  <a:ea typeface="Adobe Fan Heiti Std B" pitchFamily="34" charset="-128"/>
                </a:rPr>
                <a:t>dni</a:t>
              </a:r>
              <a:endParaRPr lang="en-US" sz="1600" kern="0" dirty="0">
                <a:solidFill>
                  <a:schemeClr val="accent3"/>
                </a:solidFill>
                <a:latin typeface="Adobe Fan Heiti Std B" pitchFamily="34" charset="-128"/>
                <a:ea typeface="Adobe Fan Heiti Std B" pitchFamily="34" charset="-128"/>
              </a:endParaRPr>
            </a:p>
          </p:txBody>
        </p:sp>
      </p:grpSp>
      <p:grpSp>
        <p:nvGrpSpPr>
          <p:cNvPr id="38" name="37 Grupo"/>
          <p:cNvGrpSpPr/>
          <p:nvPr/>
        </p:nvGrpSpPr>
        <p:grpSpPr>
          <a:xfrm>
            <a:off x="3647711" y="3182156"/>
            <a:ext cx="1502030" cy="1721521"/>
            <a:chOff x="2584581" y="3357383"/>
            <a:chExt cx="1044453" cy="1721521"/>
          </a:xfrm>
        </p:grpSpPr>
        <p:sp>
          <p:nvSpPr>
            <p:cNvPr id="39" name="38 Rectángulo"/>
            <p:cNvSpPr/>
            <p:nvPr/>
          </p:nvSpPr>
          <p:spPr bwMode="auto">
            <a:xfrm>
              <a:off x="2666162" y="3698132"/>
              <a:ext cx="864096" cy="1112653"/>
            </a:xfrm>
            <a:prstGeom prst="rect">
              <a:avLst/>
            </a:prstGeom>
            <a:solidFill>
              <a:schemeClr val="tx2">
                <a:lumMod val="60000"/>
                <a:lumOff val="40000"/>
              </a:schemeClr>
            </a:solidFill>
            <a:ln>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0" name="Rectangle 3"/>
            <p:cNvSpPr txBox="1">
              <a:spLocks noChangeArrowheads="1"/>
            </p:cNvSpPr>
            <p:nvPr/>
          </p:nvSpPr>
          <p:spPr bwMode="auto">
            <a:xfrm>
              <a:off x="2584581" y="3357383"/>
              <a:ext cx="1036657" cy="266696"/>
            </a:xfrm>
            <a:prstGeom prst="rect">
              <a:avLst/>
            </a:prstGeom>
            <a:noFill/>
            <a:ln>
              <a:noFill/>
            </a:ln>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2000" kern="0" dirty="0" err="1">
                  <a:solidFill>
                    <a:srgbClr val="00B050"/>
                  </a:solidFill>
                  <a:latin typeface="Adobe Fan Heiti Std B" pitchFamily="34" charset="-128"/>
                  <a:ea typeface="Adobe Fan Heiti Std B" pitchFamily="34" charset="-128"/>
                </a:rPr>
                <a:t>Hablante</a:t>
              </a:r>
              <a:endParaRPr lang="en-US" sz="2000" kern="0" dirty="0">
                <a:solidFill>
                  <a:srgbClr val="00B050"/>
                </a:solidFill>
                <a:latin typeface="Adobe Fan Heiti Std B" pitchFamily="34" charset="-128"/>
                <a:ea typeface="Adobe Fan Heiti Std B" pitchFamily="34" charset="-128"/>
              </a:endParaRPr>
            </a:p>
          </p:txBody>
        </p:sp>
        <p:sp>
          <p:nvSpPr>
            <p:cNvPr id="41" name="Rectangle 3"/>
            <p:cNvSpPr txBox="1">
              <a:spLocks noChangeArrowheads="1"/>
            </p:cNvSpPr>
            <p:nvPr/>
          </p:nvSpPr>
          <p:spPr bwMode="auto">
            <a:xfrm>
              <a:off x="2592377" y="4812208"/>
              <a:ext cx="1036657" cy="266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1"/>
                  </a:solidFill>
                  <a:latin typeface="Adobe Fan Heiti Std B" pitchFamily="34" charset="-128"/>
                  <a:ea typeface="Adobe Fan Heiti Std B" pitchFamily="34" charset="-128"/>
                </a:rPr>
                <a:t>serVivo</a:t>
              </a:r>
              <a:endParaRPr lang="en-US" sz="1600" kern="0" dirty="0">
                <a:solidFill>
                  <a:schemeClr val="bg2">
                    <a:lumMod val="50000"/>
                  </a:schemeClr>
                </a:solidFill>
                <a:latin typeface="Adobe Fan Heiti Std B" pitchFamily="34" charset="-128"/>
                <a:ea typeface="Adobe Fan Heiti Std B" pitchFamily="34" charset="-128"/>
              </a:endParaRPr>
            </a:p>
          </p:txBody>
        </p:sp>
      </p:grpSp>
      <p:pic>
        <p:nvPicPr>
          <p:cNvPr id="45" name="Picture 2" descr="C:\Users\Raúl\Desktop\Pollito\pollito.png">
            <a:hlinkClick r:id="" action="ppaction://noaction">
              <a:snd r:embed="rId2" name="pio.wav"/>
            </a:hlinkClick>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4045" y="3238612"/>
            <a:ext cx="698876" cy="91670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C:\Users\Raúl\Desktop\Persona.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59010" y="3230875"/>
            <a:ext cx="832802" cy="1070293"/>
          </a:xfrm>
          <a:prstGeom prst="rect">
            <a:avLst/>
          </a:prstGeom>
          <a:noFill/>
          <a:extLst>
            <a:ext uri="{909E8E84-426E-40DD-AFC4-6F175D3DCCD1}">
              <a14:hiddenFill xmlns:a14="http://schemas.microsoft.com/office/drawing/2010/main">
                <a:solidFill>
                  <a:srgbClr val="FFFFFF"/>
                </a:solidFill>
              </a14:hiddenFill>
            </a:ext>
          </a:extLst>
        </p:spPr>
      </p:pic>
      <p:grpSp>
        <p:nvGrpSpPr>
          <p:cNvPr id="8" name="7 Grupo"/>
          <p:cNvGrpSpPr/>
          <p:nvPr/>
        </p:nvGrpSpPr>
        <p:grpSpPr>
          <a:xfrm>
            <a:off x="1172697" y="3598530"/>
            <a:ext cx="1728193" cy="635416"/>
            <a:chOff x="1168755" y="3622402"/>
            <a:chExt cx="1728193" cy="635416"/>
          </a:xfrm>
        </p:grpSpPr>
        <p:sp>
          <p:nvSpPr>
            <p:cNvPr id="21" name="Rectangle 3"/>
            <p:cNvSpPr txBox="1">
              <a:spLocks noChangeArrowheads="1"/>
            </p:cNvSpPr>
            <p:nvPr/>
          </p:nvSpPr>
          <p:spPr bwMode="auto">
            <a:xfrm>
              <a:off x="1168756" y="3622402"/>
              <a:ext cx="1728192"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2">
                      <a:lumMod val="20000"/>
                      <a:lumOff val="80000"/>
                    </a:schemeClr>
                  </a:solidFill>
                  <a:latin typeface="Adobe Fan Heiti Std B" pitchFamily="34" charset="-128"/>
                  <a:ea typeface="Adobe Fan Heiti Std B" pitchFamily="34" charset="-128"/>
                </a:rPr>
                <a:t>hablar</a:t>
              </a:r>
              <a:r>
                <a:rPr lang="en-US" sz="1600" kern="0" dirty="0">
                  <a:solidFill>
                    <a:schemeClr val="accent2">
                      <a:lumMod val="20000"/>
                      <a:lumOff val="80000"/>
                    </a:schemeClr>
                  </a:solidFill>
                  <a:latin typeface="Adobe Fan Heiti Std B" pitchFamily="34" charset="-128"/>
                  <a:ea typeface="Adobe Fan Heiti Std B" pitchFamily="34" charset="-128"/>
                </a:rPr>
                <a:t>( )</a:t>
              </a:r>
            </a:p>
          </p:txBody>
        </p:sp>
        <p:sp>
          <p:nvSpPr>
            <p:cNvPr id="22" name="Rectangle 3"/>
            <p:cNvSpPr txBox="1">
              <a:spLocks noChangeArrowheads="1"/>
            </p:cNvSpPr>
            <p:nvPr/>
          </p:nvSpPr>
          <p:spPr bwMode="auto">
            <a:xfrm>
              <a:off x="1168755" y="3861048"/>
              <a:ext cx="1728193"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i="1" kern="0" dirty="0">
                  <a:solidFill>
                    <a:srgbClr val="0070C0"/>
                  </a:solidFill>
                  <a:ea typeface="Adobe Fan Heiti Std B" pitchFamily="34" charset="-128"/>
                </a:rPr>
                <a:t>"</a:t>
              </a:r>
              <a:r>
                <a:rPr lang="en-US" sz="1600" i="1" kern="0" dirty="0" err="1">
                  <a:solidFill>
                    <a:srgbClr val="0070C0"/>
                  </a:solidFill>
                  <a:ea typeface="Adobe Fan Heiti Std B" pitchFamily="34" charset="-128"/>
                </a:rPr>
                <a:t>pio</a:t>
              </a:r>
              <a:r>
                <a:rPr lang="en-US" sz="1600" i="1" kern="0" dirty="0">
                  <a:solidFill>
                    <a:srgbClr val="0070C0"/>
                  </a:solidFill>
                  <a:ea typeface="Adobe Fan Heiti Std B" pitchFamily="34" charset="-128"/>
                </a:rPr>
                <a:t>"</a:t>
              </a:r>
            </a:p>
          </p:txBody>
        </p:sp>
      </p:grpSp>
      <p:grpSp>
        <p:nvGrpSpPr>
          <p:cNvPr id="15" name="14 Grupo"/>
          <p:cNvGrpSpPr/>
          <p:nvPr/>
        </p:nvGrpSpPr>
        <p:grpSpPr>
          <a:xfrm>
            <a:off x="5836848" y="3621152"/>
            <a:ext cx="1728193" cy="612794"/>
            <a:chOff x="5839399" y="3645024"/>
            <a:chExt cx="1728193" cy="612794"/>
          </a:xfrm>
        </p:grpSpPr>
        <p:sp>
          <p:nvSpPr>
            <p:cNvPr id="30" name="Rectangle 3"/>
            <p:cNvSpPr txBox="1">
              <a:spLocks noChangeArrowheads="1"/>
            </p:cNvSpPr>
            <p:nvPr/>
          </p:nvSpPr>
          <p:spPr bwMode="auto">
            <a:xfrm>
              <a:off x="5839400" y="3645024"/>
              <a:ext cx="1728192"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chemeClr val="accent2">
                      <a:lumMod val="20000"/>
                      <a:lumOff val="80000"/>
                    </a:schemeClr>
                  </a:solidFill>
                  <a:latin typeface="Adobe Fan Heiti Std B" pitchFamily="34" charset="-128"/>
                  <a:ea typeface="Adobe Fan Heiti Std B" pitchFamily="34" charset="-128"/>
                </a:rPr>
                <a:t>hablar</a:t>
              </a:r>
              <a:r>
                <a:rPr lang="en-US" sz="1600" kern="0" dirty="0">
                  <a:solidFill>
                    <a:schemeClr val="accent2">
                      <a:lumMod val="20000"/>
                      <a:lumOff val="80000"/>
                    </a:schemeClr>
                  </a:solidFill>
                  <a:latin typeface="Adobe Fan Heiti Std B" pitchFamily="34" charset="-128"/>
                  <a:ea typeface="Adobe Fan Heiti Std B" pitchFamily="34" charset="-128"/>
                </a:rPr>
                <a:t>( )</a:t>
              </a:r>
            </a:p>
          </p:txBody>
        </p:sp>
        <p:sp>
          <p:nvSpPr>
            <p:cNvPr id="31" name="Rectangle 3"/>
            <p:cNvSpPr txBox="1">
              <a:spLocks noChangeArrowheads="1"/>
            </p:cNvSpPr>
            <p:nvPr/>
          </p:nvSpPr>
          <p:spPr bwMode="auto">
            <a:xfrm>
              <a:off x="5839399" y="3861048"/>
              <a:ext cx="1728193"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i="1" kern="0" dirty="0">
                  <a:solidFill>
                    <a:srgbClr val="0070C0"/>
                  </a:solidFill>
                  <a:ea typeface="Adobe Fan Heiti Std B" pitchFamily="34" charset="-128"/>
                </a:rPr>
                <a:t>"</a:t>
              </a:r>
              <a:r>
                <a:rPr lang="en-US" sz="1600" i="1" kern="0" dirty="0" err="1">
                  <a:solidFill>
                    <a:srgbClr val="0070C0"/>
                  </a:solidFill>
                  <a:ea typeface="Adobe Fan Heiti Std B" pitchFamily="34" charset="-128"/>
                </a:rPr>
                <a:t>hablar</a:t>
              </a:r>
              <a:r>
                <a:rPr lang="en-US" sz="1600" i="1" kern="0" dirty="0">
                  <a:solidFill>
                    <a:srgbClr val="0070C0"/>
                  </a:solidFill>
                  <a:ea typeface="Adobe Fan Heiti Std B" pitchFamily="34" charset="-128"/>
                </a:rPr>
                <a:t>"</a:t>
              </a:r>
            </a:p>
          </p:txBody>
        </p:sp>
      </p:grpSp>
      <p:pic>
        <p:nvPicPr>
          <p:cNvPr id="47" name="Picture 2" descr="C:\Users\Raúl\Desktop\Pollito\pollito.png">
            <a:hlinkClick r:id="" action="ppaction://noaction">
              <a:snd r:embed="rId2" name="pio.wav"/>
            </a:hlinkClick>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54972" y="3635349"/>
            <a:ext cx="698876" cy="916707"/>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2" descr="C:\Users\Raúl\Desktop\Persona.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017037" y="3566784"/>
            <a:ext cx="832802" cy="1041169"/>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19 Grupo"/>
          <p:cNvGrpSpPr/>
          <p:nvPr/>
        </p:nvGrpSpPr>
        <p:grpSpPr>
          <a:xfrm>
            <a:off x="467544" y="5156004"/>
            <a:ext cx="3631862" cy="1443277"/>
            <a:chOff x="467544" y="5156004"/>
            <a:chExt cx="3631862" cy="1443277"/>
          </a:xfrm>
        </p:grpSpPr>
        <p:sp>
          <p:nvSpPr>
            <p:cNvPr id="58" name="Rectangle 3"/>
            <p:cNvSpPr txBox="1">
              <a:spLocks noChangeArrowheads="1"/>
            </p:cNvSpPr>
            <p:nvPr/>
          </p:nvSpPr>
          <p:spPr bwMode="auto">
            <a:xfrm>
              <a:off x="1249792" y="5156004"/>
              <a:ext cx="2017319"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800" kern="0" dirty="0" err="1"/>
                <a:t>hablantes</a:t>
              </a:r>
              <a:endParaRPr lang="en-US" sz="1800" kern="0" dirty="0"/>
            </a:p>
          </p:txBody>
        </p:sp>
        <p:grpSp>
          <p:nvGrpSpPr>
            <p:cNvPr id="4" name="3 Grupo"/>
            <p:cNvGrpSpPr/>
            <p:nvPr/>
          </p:nvGrpSpPr>
          <p:grpSpPr>
            <a:xfrm>
              <a:off x="467544" y="5567460"/>
              <a:ext cx="832294" cy="1031821"/>
              <a:chOff x="570627" y="5567460"/>
              <a:chExt cx="832294" cy="1031821"/>
            </a:xfrm>
          </p:grpSpPr>
          <p:sp>
            <p:nvSpPr>
              <p:cNvPr id="49" name="48 Rectángulo"/>
              <p:cNvSpPr/>
              <p:nvPr/>
            </p:nvSpPr>
            <p:spPr bwMode="auto">
              <a:xfrm>
                <a:off x="620767" y="5567460"/>
                <a:ext cx="700033"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4" name="Rectangle 3"/>
              <p:cNvSpPr txBox="1">
                <a:spLocks noChangeArrowheads="1"/>
              </p:cNvSpPr>
              <p:nvPr/>
            </p:nvSpPr>
            <p:spPr bwMode="auto">
              <a:xfrm>
                <a:off x="570627" y="6164306"/>
                <a:ext cx="832294"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000" kern="0" dirty="0" err="1">
                    <a:solidFill>
                      <a:srgbClr val="00B050"/>
                    </a:solidFill>
                  </a:rPr>
                  <a:t>Hablante</a:t>
                </a:r>
                <a:endParaRPr lang="en-US" sz="1000" kern="0" dirty="0">
                  <a:solidFill>
                    <a:srgbClr val="00B050"/>
                  </a:solidFill>
                </a:endParaRPr>
              </a:p>
            </p:txBody>
          </p:sp>
        </p:grpSp>
        <p:grpSp>
          <p:nvGrpSpPr>
            <p:cNvPr id="88" name="87 Grupo"/>
            <p:cNvGrpSpPr/>
            <p:nvPr/>
          </p:nvGrpSpPr>
          <p:grpSpPr>
            <a:xfrm>
              <a:off x="1167436" y="5567460"/>
              <a:ext cx="832294" cy="1031821"/>
              <a:chOff x="570627" y="5567460"/>
              <a:chExt cx="832294" cy="1031821"/>
            </a:xfrm>
          </p:grpSpPr>
          <p:sp>
            <p:nvSpPr>
              <p:cNvPr id="89" name="88 Rectángulo"/>
              <p:cNvSpPr/>
              <p:nvPr/>
            </p:nvSpPr>
            <p:spPr bwMode="auto">
              <a:xfrm>
                <a:off x="620767" y="5567460"/>
                <a:ext cx="700033"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0" name="Rectangle 3"/>
              <p:cNvSpPr txBox="1">
                <a:spLocks noChangeArrowheads="1"/>
              </p:cNvSpPr>
              <p:nvPr/>
            </p:nvSpPr>
            <p:spPr bwMode="auto">
              <a:xfrm>
                <a:off x="570627" y="6164306"/>
                <a:ext cx="832294"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000" kern="0" dirty="0" err="1">
                    <a:solidFill>
                      <a:srgbClr val="00B050"/>
                    </a:solidFill>
                  </a:rPr>
                  <a:t>Hablante</a:t>
                </a:r>
                <a:endParaRPr lang="en-US" sz="1000" kern="0" dirty="0">
                  <a:solidFill>
                    <a:srgbClr val="00B050"/>
                  </a:solidFill>
                </a:endParaRPr>
              </a:p>
            </p:txBody>
          </p:sp>
        </p:grpSp>
        <p:grpSp>
          <p:nvGrpSpPr>
            <p:cNvPr id="91" name="90 Grupo"/>
            <p:cNvGrpSpPr/>
            <p:nvPr/>
          </p:nvGrpSpPr>
          <p:grpSpPr>
            <a:xfrm>
              <a:off x="1867328" y="5567460"/>
              <a:ext cx="832294" cy="1031821"/>
              <a:chOff x="570627" y="5567460"/>
              <a:chExt cx="832294" cy="1031821"/>
            </a:xfrm>
          </p:grpSpPr>
          <p:sp>
            <p:nvSpPr>
              <p:cNvPr id="92" name="91 Rectángulo"/>
              <p:cNvSpPr/>
              <p:nvPr/>
            </p:nvSpPr>
            <p:spPr bwMode="auto">
              <a:xfrm>
                <a:off x="620767" y="5567460"/>
                <a:ext cx="700033"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3" name="Rectangle 3"/>
              <p:cNvSpPr txBox="1">
                <a:spLocks noChangeArrowheads="1"/>
              </p:cNvSpPr>
              <p:nvPr/>
            </p:nvSpPr>
            <p:spPr bwMode="auto">
              <a:xfrm>
                <a:off x="570627" y="6164306"/>
                <a:ext cx="832294"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000" kern="0" dirty="0" err="1">
                    <a:solidFill>
                      <a:srgbClr val="00B050"/>
                    </a:solidFill>
                  </a:rPr>
                  <a:t>Hablante</a:t>
                </a:r>
                <a:endParaRPr lang="en-US" sz="1000" kern="0" dirty="0">
                  <a:solidFill>
                    <a:srgbClr val="00B050"/>
                  </a:solidFill>
                </a:endParaRPr>
              </a:p>
            </p:txBody>
          </p:sp>
        </p:grpSp>
        <p:grpSp>
          <p:nvGrpSpPr>
            <p:cNvPr id="94" name="93 Grupo"/>
            <p:cNvGrpSpPr/>
            <p:nvPr/>
          </p:nvGrpSpPr>
          <p:grpSpPr>
            <a:xfrm>
              <a:off x="2567220" y="5567460"/>
              <a:ext cx="832294" cy="1031821"/>
              <a:chOff x="570627" y="5567460"/>
              <a:chExt cx="832294" cy="1031821"/>
            </a:xfrm>
          </p:grpSpPr>
          <p:sp>
            <p:nvSpPr>
              <p:cNvPr id="95" name="94 Rectángulo"/>
              <p:cNvSpPr/>
              <p:nvPr/>
            </p:nvSpPr>
            <p:spPr bwMode="auto">
              <a:xfrm>
                <a:off x="620767" y="5567460"/>
                <a:ext cx="700033"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6" name="Rectangle 3"/>
              <p:cNvSpPr txBox="1">
                <a:spLocks noChangeArrowheads="1"/>
              </p:cNvSpPr>
              <p:nvPr/>
            </p:nvSpPr>
            <p:spPr bwMode="auto">
              <a:xfrm>
                <a:off x="570627" y="6164306"/>
                <a:ext cx="832294"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000" kern="0" dirty="0" err="1">
                    <a:solidFill>
                      <a:srgbClr val="00B050"/>
                    </a:solidFill>
                  </a:rPr>
                  <a:t>Hablante</a:t>
                </a:r>
                <a:endParaRPr lang="en-US" sz="1000" kern="0" dirty="0">
                  <a:solidFill>
                    <a:srgbClr val="00B050"/>
                  </a:solidFill>
                </a:endParaRPr>
              </a:p>
            </p:txBody>
          </p:sp>
        </p:grpSp>
        <p:grpSp>
          <p:nvGrpSpPr>
            <p:cNvPr id="97" name="96 Grupo"/>
            <p:cNvGrpSpPr/>
            <p:nvPr/>
          </p:nvGrpSpPr>
          <p:grpSpPr>
            <a:xfrm>
              <a:off x="3267112" y="5567460"/>
              <a:ext cx="832294" cy="1031821"/>
              <a:chOff x="570627" y="5567460"/>
              <a:chExt cx="832294" cy="1031821"/>
            </a:xfrm>
          </p:grpSpPr>
          <p:sp>
            <p:nvSpPr>
              <p:cNvPr id="98" name="97 Rectángulo"/>
              <p:cNvSpPr/>
              <p:nvPr/>
            </p:nvSpPr>
            <p:spPr bwMode="auto">
              <a:xfrm>
                <a:off x="620767" y="5567460"/>
                <a:ext cx="700033"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9" name="Rectangle 3"/>
              <p:cNvSpPr txBox="1">
                <a:spLocks noChangeArrowheads="1"/>
              </p:cNvSpPr>
              <p:nvPr/>
            </p:nvSpPr>
            <p:spPr bwMode="auto">
              <a:xfrm>
                <a:off x="570627" y="6164306"/>
                <a:ext cx="832294"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000" kern="0" dirty="0" err="1">
                    <a:solidFill>
                      <a:srgbClr val="00B050"/>
                    </a:solidFill>
                  </a:rPr>
                  <a:t>Hablante</a:t>
                </a:r>
                <a:endParaRPr lang="en-US" sz="1000" kern="0" dirty="0">
                  <a:solidFill>
                    <a:srgbClr val="00B050"/>
                  </a:solidFill>
                </a:endParaRPr>
              </a:p>
            </p:txBody>
          </p:sp>
        </p:grpSp>
        <p:pic>
          <p:nvPicPr>
            <p:cNvPr id="100" name="Picture 2" descr="C:\Users\Raúl\Desktop\Pollito\pollito.png">
              <a:hlinkClick r:id="" action="ppaction://noaction">
                <a:snd r:embed="rId2" name="pio.wav"/>
              </a:hlinkClick>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2645" y="5663121"/>
              <a:ext cx="382092" cy="501185"/>
            </a:xfrm>
            <a:prstGeom prst="rect">
              <a:avLst/>
            </a:prstGeom>
            <a:noFill/>
            <a:extLst>
              <a:ext uri="{909E8E84-426E-40DD-AFC4-6F175D3DCCD1}">
                <a14:hiddenFill xmlns:a14="http://schemas.microsoft.com/office/drawing/2010/main">
                  <a:solidFill>
                    <a:srgbClr val="FFFFFF"/>
                  </a:solidFill>
                </a14:hiddenFill>
              </a:ext>
            </a:extLst>
          </p:spPr>
        </p:pic>
        <p:pic>
          <p:nvPicPr>
            <p:cNvPr id="101" name="Picture 2" descr="C:\Users\Raúl\Desktop\Persona.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345279" y="5525364"/>
              <a:ext cx="527064" cy="658935"/>
            </a:xfrm>
            <a:prstGeom prst="rect">
              <a:avLst/>
            </a:prstGeom>
            <a:noFill/>
            <a:extLst>
              <a:ext uri="{909E8E84-426E-40DD-AFC4-6F175D3DCCD1}">
                <a14:hiddenFill xmlns:a14="http://schemas.microsoft.com/office/drawing/2010/main">
                  <a:solidFill>
                    <a:srgbClr val="FFFFFF"/>
                  </a:solidFill>
                </a14:hiddenFill>
              </a:ext>
            </a:extLst>
          </p:spPr>
        </p:pic>
        <p:pic>
          <p:nvPicPr>
            <p:cNvPr id="102" name="Picture 2" descr="C:\Users\Raúl\Desktop\Persona.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047082" y="5525363"/>
              <a:ext cx="527064" cy="658935"/>
            </a:xfrm>
            <a:prstGeom prst="rect">
              <a:avLst/>
            </a:prstGeom>
            <a:noFill/>
            <a:extLst>
              <a:ext uri="{909E8E84-426E-40DD-AFC4-6F175D3DCCD1}">
                <a14:hiddenFill xmlns:a14="http://schemas.microsoft.com/office/drawing/2010/main">
                  <a:solidFill>
                    <a:srgbClr val="FFFFFF"/>
                  </a:solidFill>
                </a14:hiddenFill>
              </a:ext>
            </a:extLst>
          </p:spPr>
        </p:pic>
        <p:pic>
          <p:nvPicPr>
            <p:cNvPr id="103" name="Picture 2" descr="C:\Users\Raúl\Desktop\Pollito\pollito.png">
              <a:hlinkClick r:id="" action="ppaction://noaction">
                <a:snd r:embed="rId2" name="pio.wav"/>
              </a:hlinkClick>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776330" y="5663121"/>
              <a:ext cx="382092" cy="501185"/>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2" descr="C:\Users\Raúl\Desktop\Pollito\pollito.png">
              <a:hlinkClick r:id="" action="ppaction://noaction">
                <a:snd r:embed="rId2" name="pio.wav"/>
              </a:hlinkClick>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476222" y="5663121"/>
              <a:ext cx="382092" cy="50118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5" name="104 Grupo"/>
          <p:cNvGrpSpPr/>
          <p:nvPr/>
        </p:nvGrpSpPr>
        <p:grpSpPr>
          <a:xfrm>
            <a:off x="4716016" y="5283272"/>
            <a:ext cx="4005470" cy="1072925"/>
            <a:chOff x="4644814" y="5283272"/>
            <a:chExt cx="4005470" cy="1072925"/>
          </a:xfrm>
        </p:grpSpPr>
        <p:sp>
          <p:nvSpPr>
            <p:cNvPr id="106" name="105 Rectángulo"/>
            <p:cNvSpPr/>
            <p:nvPr/>
          </p:nvSpPr>
          <p:spPr bwMode="auto">
            <a:xfrm>
              <a:off x="4644814" y="5283272"/>
              <a:ext cx="4005470" cy="1072925"/>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07" name="Rectangle 3"/>
            <p:cNvSpPr txBox="1">
              <a:spLocks noChangeArrowheads="1"/>
            </p:cNvSpPr>
            <p:nvPr/>
          </p:nvSpPr>
          <p:spPr bwMode="auto">
            <a:xfrm>
              <a:off x="4932041" y="5448673"/>
              <a:ext cx="3600400" cy="860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chemeClr val="bg1">
                      <a:lumMod val="50000"/>
                    </a:schemeClr>
                  </a:solidFill>
                  <a:latin typeface="Adobe Fan Heiti Std B" pitchFamily="34" charset="-128"/>
                  <a:ea typeface="Adobe Fan Heiti Std B" pitchFamily="34" charset="-128"/>
                </a:rPr>
                <a:t>static </a:t>
              </a:r>
              <a:r>
                <a:rPr lang="en-US" sz="1400" kern="0" dirty="0">
                  <a:solidFill>
                    <a:schemeClr val="accent1"/>
                  </a:solidFill>
                  <a:latin typeface="Adobe Fan Heiti Std B" pitchFamily="34" charset="-128"/>
                  <a:ea typeface="Adobe Fan Heiti Std B" pitchFamily="34" charset="-128"/>
                </a:rPr>
                <a:t>void </a:t>
              </a:r>
              <a:r>
                <a:rPr lang="en-US" sz="1400" kern="0" dirty="0" err="1">
                  <a:solidFill>
                    <a:srgbClr val="FF0000"/>
                  </a:solidFill>
                  <a:latin typeface="Adobe Fan Heiti Std B" pitchFamily="34" charset="-128"/>
                  <a:ea typeface="Adobe Fan Heiti Std B" pitchFamily="34" charset="-128"/>
                </a:rPr>
                <a:t>hazHablar</a:t>
              </a:r>
              <a:r>
                <a:rPr lang="en-US" sz="1400" kern="0" dirty="0">
                  <a:solidFill>
                    <a:srgbClr val="FF0000"/>
                  </a:solidFill>
                  <a:latin typeface="Adobe Fan Heiti Std B" pitchFamily="34" charset="-128"/>
                  <a:ea typeface="Adobe Fan Heiti Std B" pitchFamily="34" charset="-128"/>
                </a:rPr>
                <a:t> (</a:t>
              </a:r>
              <a:r>
                <a:rPr lang="en-US" sz="1400" kern="0" dirty="0" err="1">
                  <a:solidFill>
                    <a:schemeClr val="accent1"/>
                  </a:solidFill>
                  <a:latin typeface="Adobe Fan Heiti Std B" pitchFamily="34" charset="-128"/>
                  <a:ea typeface="Adobe Fan Heiti Std B" pitchFamily="34" charset="-128"/>
                </a:rPr>
                <a:t>Hablante</a:t>
              </a:r>
              <a:r>
                <a:rPr lang="en-US" sz="1400" kern="0" dirty="0">
                  <a:solidFill>
                    <a:schemeClr val="accent1"/>
                  </a:solidFill>
                  <a:latin typeface="Adobe Fan Heiti Std B" pitchFamily="34" charset="-128"/>
                  <a:ea typeface="Adobe Fan Heiti Std B" pitchFamily="34" charset="-128"/>
                </a:rPr>
                <a:t> </a:t>
              </a:r>
              <a:r>
                <a:rPr lang="en-US" sz="1400" kern="0" dirty="0" err="1">
                  <a:solidFill>
                    <a:srgbClr val="000000"/>
                  </a:solidFill>
                  <a:latin typeface="Adobe Fan Heiti Std B" pitchFamily="34" charset="-128"/>
                  <a:ea typeface="Adobe Fan Heiti Std B" pitchFamily="34" charset="-128"/>
                </a:rPr>
                <a:t>serVivo</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accent1"/>
                  </a:solidFill>
                  <a:latin typeface="Adobe Fan Heiti Std B" pitchFamily="34" charset="-128"/>
                  <a:ea typeface="Adobe Fan Heiti Std B" pitchFamily="34" charset="-128"/>
                </a:rPr>
                <a:t> </a:t>
              </a:r>
              <a:r>
                <a:rPr lang="en-US" sz="1400" kern="0" dirty="0">
                  <a:solidFill>
                    <a:schemeClr val="bg2">
                      <a:lumMod val="50000"/>
                    </a:schemeClr>
                  </a:solidFill>
                  <a:latin typeface="Adobe Fan Heiti Std B" pitchFamily="34" charset="-128"/>
                  <a:ea typeface="Adobe Fan Heiti Std B" pitchFamily="34" charset="-128"/>
                </a:rPr>
                <a:t>{</a:t>
              </a:r>
            </a:p>
            <a:p>
              <a:pPr marL="0" indent="0">
                <a:buNone/>
              </a:pPr>
              <a:r>
                <a:rPr lang="en-US" sz="1400" kern="0" dirty="0">
                  <a:solidFill>
                    <a:schemeClr val="bg2">
                      <a:lumMod val="50000"/>
                    </a:schemeClr>
                  </a:solidFill>
                  <a:latin typeface="Adobe Fan Heiti Std B" pitchFamily="34" charset="-128"/>
                  <a:ea typeface="Adobe Fan Heiti Std B" pitchFamily="34" charset="-128"/>
                </a:rPr>
                <a:t>       </a:t>
              </a:r>
              <a:r>
                <a:rPr lang="en-US" sz="1400" kern="0" dirty="0" err="1">
                  <a:solidFill>
                    <a:srgbClr val="000000"/>
                  </a:solidFill>
                  <a:latin typeface="Adobe Fan Heiti Std B" pitchFamily="34" charset="-128"/>
                  <a:ea typeface="Adobe Fan Heiti Std B" pitchFamily="34" charset="-128"/>
                </a:rPr>
                <a:t>serVivo</a:t>
              </a:r>
              <a:r>
                <a:rPr lang="en-US" sz="1400" kern="0" dirty="0" err="1">
                  <a:solidFill>
                    <a:schemeClr val="bg2">
                      <a:lumMod val="50000"/>
                    </a:schemeClr>
                  </a:solidFill>
                  <a:latin typeface="Adobe Fan Heiti Std B" pitchFamily="34" charset="-128"/>
                  <a:ea typeface="Adobe Fan Heiti Std B" pitchFamily="34" charset="-128"/>
                </a:rPr>
                <a:t>.</a:t>
              </a:r>
              <a:r>
                <a:rPr lang="en-US" sz="1400" kern="0" dirty="0" err="1">
                  <a:solidFill>
                    <a:srgbClr val="FF0000"/>
                  </a:solidFill>
                  <a:latin typeface="Adobe Fan Heiti Std B" pitchFamily="34" charset="-128"/>
                  <a:ea typeface="Adobe Fan Heiti Std B" pitchFamily="34" charset="-128"/>
                </a:rPr>
                <a:t>hablar</a:t>
              </a:r>
              <a:r>
                <a:rPr lang="en-US" sz="1400" kern="0" dirty="0">
                  <a:solidFill>
                    <a:srgbClr val="FF0000"/>
                  </a:solidFill>
                  <a:latin typeface="Adobe Fan Heiti Std B" pitchFamily="34" charset="-128"/>
                  <a:ea typeface="Adobe Fan Heiti Std B" pitchFamily="34" charset="-128"/>
                </a:rPr>
                <a:t>()</a:t>
              </a:r>
              <a:r>
                <a:rPr lang="en-US" sz="1400" kern="0" dirty="0">
                  <a:solidFill>
                    <a:schemeClr val="bg2">
                      <a:lumMod val="50000"/>
                    </a:schemeClr>
                  </a:solidFill>
                  <a:latin typeface="Adobe Fan Heiti Std B" pitchFamily="34" charset="-128"/>
                  <a:ea typeface="Adobe Fan Heiti Std B" pitchFamily="34" charset="-128"/>
                </a:rPr>
                <a:t>;</a:t>
              </a:r>
            </a:p>
            <a:p>
              <a:pPr marL="0" indent="0">
                <a:buNone/>
              </a:pPr>
              <a:r>
                <a:rPr lang="en-US" sz="1400" kern="0" dirty="0">
                  <a:solidFill>
                    <a:schemeClr val="bg2">
                      <a:lumMod val="50000"/>
                    </a:schemeClr>
                  </a:solidFill>
                  <a:latin typeface="Adobe Fan Heiti Std B" pitchFamily="34" charset="-128"/>
                  <a:ea typeface="Adobe Fan Heiti Std B" pitchFamily="34" charset="-128"/>
                </a:rPr>
                <a:t>}</a:t>
              </a:r>
            </a:p>
          </p:txBody>
        </p:sp>
      </p:grpSp>
    </p:spTree>
    <p:extLst>
      <p:ext uri="{BB962C8B-B14F-4D97-AF65-F5344CB8AC3E}">
        <p14:creationId xmlns:p14="http://schemas.microsoft.com/office/powerpoint/2010/main" val="3584461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500"/>
                                        <p:tgtEl>
                                          <p:spTgt spid="11"/>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nodeType="withEffect">
                                  <p:stCondLst>
                                    <p:cond delay="0"/>
                                  </p:stCondLst>
                                  <p:childTnLst>
                                    <p:set>
                                      <p:cBhvr>
                                        <p:cTn id="26" dur="1" fill="hold">
                                          <p:stCondLst>
                                            <p:cond delay="0"/>
                                          </p:stCondLst>
                                        </p:cTn>
                                        <p:tgtEl>
                                          <p:spTgt spid="45"/>
                                        </p:tgtEl>
                                        <p:attrNameLst>
                                          <p:attrName>style.visibility</p:attrName>
                                        </p:attrNameLst>
                                      </p:cBhvr>
                                      <p:to>
                                        <p:strVal val="visible"/>
                                      </p:to>
                                    </p:set>
                                    <p:animEffect transition="in" filter="fade">
                                      <p:cBhvr>
                                        <p:cTn id="27" dur="500"/>
                                        <p:tgtEl>
                                          <p:spTgt spid="45"/>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p:cTn id="32" dur="500" fill="hold"/>
                                        <p:tgtEl>
                                          <p:spTgt spid="8"/>
                                        </p:tgtEl>
                                        <p:attrNameLst>
                                          <p:attrName>ppt_w</p:attrName>
                                        </p:attrNameLst>
                                      </p:cBhvr>
                                      <p:tavLst>
                                        <p:tav tm="0">
                                          <p:val>
                                            <p:fltVal val="0"/>
                                          </p:val>
                                        </p:tav>
                                        <p:tav tm="100000">
                                          <p:val>
                                            <p:strVal val="#ppt_w"/>
                                          </p:val>
                                        </p:tav>
                                      </p:tavLst>
                                    </p:anim>
                                    <p:anim calcmode="lin" valueType="num">
                                      <p:cBhvr>
                                        <p:cTn id="33" dur="500" fill="hold"/>
                                        <p:tgtEl>
                                          <p:spTgt spid="8"/>
                                        </p:tgtEl>
                                        <p:attrNameLst>
                                          <p:attrName>ppt_h</p:attrName>
                                        </p:attrNameLst>
                                      </p:cBhvr>
                                      <p:tavLst>
                                        <p:tav tm="0">
                                          <p:val>
                                            <p:fltVal val="0"/>
                                          </p:val>
                                        </p:tav>
                                        <p:tav tm="100000">
                                          <p:val>
                                            <p:strVal val="#ppt_h"/>
                                          </p:val>
                                        </p:tav>
                                      </p:tavLst>
                                    </p:anim>
                                    <p:animEffect transition="in" filter="fade">
                                      <p:cBhvr>
                                        <p:cTn id="34" dur="500"/>
                                        <p:tgtEl>
                                          <p:spTgt spid="8"/>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childTnLst>
                                </p:cTn>
                              </p:par>
                              <p:par>
                                <p:cTn id="40" presetID="10" presetClass="entr" presetSubtype="0" fill="hold" nodeType="withEffect">
                                  <p:stCondLst>
                                    <p:cond delay="0"/>
                                  </p:stCondLst>
                                  <p:childTnLst>
                                    <p:set>
                                      <p:cBhvr>
                                        <p:cTn id="41" dur="1" fill="hold">
                                          <p:stCondLst>
                                            <p:cond delay="0"/>
                                          </p:stCondLst>
                                        </p:cTn>
                                        <p:tgtEl>
                                          <p:spTgt spid="1026"/>
                                        </p:tgtEl>
                                        <p:attrNameLst>
                                          <p:attrName>style.visibility</p:attrName>
                                        </p:attrNameLst>
                                      </p:cBhvr>
                                      <p:to>
                                        <p:strVal val="visible"/>
                                      </p:to>
                                    </p:set>
                                    <p:animEffect transition="in" filter="fade">
                                      <p:cBhvr>
                                        <p:cTn id="42" dur="500"/>
                                        <p:tgtEl>
                                          <p:spTgt spid="1026"/>
                                        </p:tgtEl>
                                      </p:cBhvr>
                                    </p:animEffect>
                                  </p:childTnLst>
                                </p:cTn>
                              </p:par>
                            </p:childTnLst>
                          </p:cTn>
                        </p:par>
                      </p:childTnLst>
                    </p:cTn>
                  </p:par>
                  <p:par>
                    <p:cTn id="43" fill="hold">
                      <p:stCondLst>
                        <p:cond delay="indefinite"/>
                      </p:stCondLst>
                      <p:childTnLst>
                        <p:par>
                          <p:cTn id="44" fill="hold">
                            <p:stCondLst>
                              <p:cond delay="0"/>
                            </p:stCondLst>
                            <p:childTnLst>
                              <p:par>
                                <p:cTn id="45" presetID="53" presetClass="entr" presetSubtype="16" fill="hold" nodeType="click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p:cTn id="47" dur="500" fill="hold"/>
                                        <p:tgtEl>
                                          <p:spTgt spid="15"/>
                                        </p:tgtEl>
                                        <p:attrNameLst>
                                          <p:attrName>ppt_w</p:attrName>
                                        </p:attrNameLst>
                                      </p:cBhvr>
                                      <p:tavLst>
                                        <p:tav tm="0">
                                          <p:val>
                                            <p:fltVal val="0"/>
                                          </p:val>
                                        </p:tav>
                                        <p:tav tm="100000">
                                          <p:val>
                                            <p:strVal val="#ppt_w"/>
                                          </p:val>
                                        </p:tav>
                                      </p:tavLst>
                                    </p:anim>
                                    <p:anim calcmode="lin" valueType="num">
                                      <p:cBhvr>
                                        <p:cTn id="48" dur="500" fill="hold"/>
                                        <p:tgtEl>
                                          <p:spTgt spid="15"/>
                                        </p:tgtEl>
                                        <p:attrNameLst>
                                          <p:attrName>ppt_h</p:attrName>
                                        </p:attrNameLst>
                                      </p:cBhvr>
                                      <p:tavLst>
                                        <p:tav tm="0">
                                          <p:val>
                                            <p:fltVal val="0"/>
                                          </p:val>
                                        </p:tav>
                                        <p:tav tm="100000">
                                          <p:val>
                                            <p:strVal val="#ppt_h"/>
                                          </p:val>
                                        </p:tav>
                                      </p:tavLst>
                                    </p:anim>
                                    <p:animEffect transition="in" filter="fade">
                                      <p:cBhvr>
                                        <p:cTn id="49" dur="500"/>
                                        <p:tgtEl>
                                          <p:spTgt spid="15"/>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ntr" presetSubtype="16" fill="hold" nodeType="clickEffect">
                                  <p:stCondLst>
                                    <p:cond delay="0"/>
                                  </p:stCondLst>
                                  <p:childTnLst>
                                    <p:set>
                                      <p:cBhvr>
                                        <p:cTn id="53" dur="1" fill="hold">
                                          <p:stCondLst>
                                            <p:cond delay="0"/>
                                          </p:stCondLst>
                                        </p:cTn>
                                        <p:tgtEl>
                                          <p:spTgt spid="38"/>
                                        </p:tgtEl>
                                        <p:attrNameLst>
                                          <p:attrName>style.visibility</p:attrName>
                                        </p:attrNameLst>
                                      </p:cBhvr>
                                      <p:to>
                                        <p:strVal val="visible"/>
                                      </p:to>
                                    </p:set>
                                    <p:anim calcmode="lin" valueType="num">
                                      <p:cBhvr>
                                        <p:cTn id="54" dur="500" fill="hold"/>
                                        <p:tgtEl>
                                          <p:spTgt spid="38"/>
                                        </p:tgtEl>
                                        <p:attrNameLst>
                                          <p:attrName>ppt_w</p:attrName>
                                        </p:attrNameLst>
                                      </p:cBhvr>
                                      <p:tavLst>
                                        <p:tav tm="0">
                                          <p:val>
                                            <p:fltVal val="0"/>
                                          </p:val>
                                        </p:tav>
                                        <p:tav tm="100000">
                                          <p:val>
                                            <p:strVal val="#ppt_w"/>
                                          </p:val>
                                        </p:tav>
                                      </p:tavLst>
                                    </p:anim>
                                    <p:anim calcmode="lin" valueType="num">
                                      <p:cBhvr>
                                        <p:cTn id="55" dur="500" fill="hold"/>
                                        <p:tgtEl>
                                          <p:spTgt spid="38"/>
                                        </p:tgtEl>
                                        <p:attrNameLst>
                                          <p:attrName>ppt_h</p:attrName>
                                        </p:attrNameLst>
                                      </p:cBhvr>
                                      <p:tavLst>
                                        <p:tav tm="0">
                                          <p:val>
                                            <p:fltVal val="0"/>
                                          </p:val>
                                        </p:tav>
                                        <p:tav tm="100000">
                                          <p:val>
                                            <p:strVal val="#ppt_h"/>
                                          </p:val>
                                        </p:tav>
                                      </p:tavLst>
                                    </p:anim>
                                    <p:animEffect transition="in" filter="fade">
                                      <p:cBhvr>
                                        <p:cTn id="56" dur="500"/>
                                        <p:tgtEl>
                                          <p:spTgt spid="38"/>
                                        </p:tgtEl>
                                      </p:cBhvr>
                                    </p:animEffect>
                                  </p:childTnLst>
                                </p:cTn>
                              </p:par>
                            </p:childTnLst>
                          </p:cTn>
                        </p:par>
                      </p:childTnLst>
                    </p:cTn>
                  </p:par>
                  <p:par>
                    <p:cTn id="57" fill="hold">
                      <p:stCondLst>
                        <p:cond delay="indefinite"/>
                      </p:stCondLst>
                      <p:childTnLst>
                        <p:par>
                          <p:cTn id="58" fill="hold">
                            <p:stCondLst>
                              <p:cond delay="0"/>
                            </p:stCondLst>
                            <p:childTnLst>
                              <p:par>
                                <p:cTn id="59" presetID="53" presetClass="entr" presetSubtype="16" fill="hold" nodeType="clickEffect">
                                  <p:stCondLst>
                                    <p:cond delay="0"/>
                                  </p:stCondLst>
                                  <p:childTnLst>
                                    <p:set>
                                      <p:cBhvr>
                                        <p:cTn id="60" dur="1" fill="hold">
                                          <p:stCondLst>
                                            <p:cond delay="0"/>
                                          </p:stCondLst>
                                        </p:cTn>
                                        <p:tgtEl>
                                          <p:spTgt spid="47"/>
                                        </p:tgtEl>
                                        <p:attrNameLst>
                                          <p:attrName>style.visibility</p:attrName>
                                        </p:attrNameLst>
                                      </p:cBhvr>
                                      <p:to>
                                        <p:strVal val="visible"/>
                                      </p:to>
                                    </p:set>
                                    <p:anim calcmode="lin" valueType="num">
                                      <p:cBhvr>
                                        <p:cTn id="61" dur="500" fill="hold"/>
                                        <p:tgtEl>
                                          <p:spTgt spid="47"/>
                                        </p:tgtEl>
                                        <p:attrNameLst>
                                          <p:attrName>ppt_w</p:attrName>
                                        </p:attrNameLst>
                                      </p:cBhvr>
                                      <p:tavLst>
                                        <p:tav tm="0">
                                          <p:val>
                                            <p:fltVal val="0"/>
                                          </p:val>
                                        </p:tav>
                                        <p:tav tm="100000">
                                          <p:val>
                                            <p:strVal val="#ppt_w"/>
                                          </p:val>
                                        </p:tav>
                                      </p:tavLst>
                                    </p:anim>
                                    <p:anim calcmode="lin" valueType="num">
                                      <p:cBhvr>
                                        <p:cTn id="62" dur="500" fill="hold"/>
                                        <p:tgtEl>
                                          <p:spTgt spid="47"/>
                                        </p:tgtEl>
                                        <p:attrNameLst>
                                          <p:attrName>ppt_h</p:attrName>
                                        </p:attrNameLst>
                                      </p:cBhvr>
                                      <p:tavLst>
                                        <p:tav tm="0">
                                          <p:val>
                                            <p:fltVal val="0"/>
                                          </p:val>
                                        </p:tav>
                                        <p:tav tm="100000">
                                          <p:val>
                                            <p:strVal val="#ppt_h"/>
                                          </p:val>
                                        </p:tav>
                                      </p:tavLst>
                                    </p:anim>
                                    <p:animEffect transition="in" filter="fade">
                                      <p:cBhvr>
                                        <p:cTn id="63" dur="500"/>
                                        <p:tgtEl>
                                          <p:spTgt spid="47"/>
                                        </p:tgtEl>
                                      </p:cBhvr>
                                    </p:animEffect>
                                  </p:childTnLst>
                                </p:cTn>
                              </p:par>
                            </p:childTnLst>
                          </p:cTn>
                        </p:par>
                      </p:childTnLst>
                    </p:cTn>
                  </p:par>
                  <p:par>
                    <p:cTn id="64" fill="hold">
                      <p:stCondLst>
                        <p:cond delay="indefinite"/>
                      </p:stCondLst>
                      <p:childTnLst>
                        <p:par>
                          <p:cTn id="65" fill="hold">
                            <p:stCondLst>
                              <p:cond delay="0"/>
                            </p:stCondLst>
                            <p:childTnLst>
                              <p:par>
                                <p:cTn id="66" presetID="53" presetClass="entr" presetSubtype="16" fill="hold" nodeType="clickEffect">
                                  <p:stCondLst>
                                    <p:cond delay="0"/>
                                  </p:stCondLst>
                                  <p:childTnLst>
                                    <p:set>
                                      <p:cBhvr>
                                        <p:cTn id="67" dur="1" fill="hold">
                                          <p:stCondLst>
                                            <p:cond delay="0"/>
                                          </p:stCondLst>
                                        </p:cTn>
                                        <p:tgtEl>
                                          <p:spTgt spid="48"/>
                                        </p:tgtEl>
                                        <p:attrNameLst>
                                          <p:attrName>style.visibility</p:attrName>
                                        </p:attrNameLst>
                                      </p:cBhvr>
                                      <p:to>
                                        <p:strVal val="visible"/>
                                      </p:to>
                                    </p:set>
                                    <p:anim calcmode="lin" valueType="num">
                                      <p:cBhvr>
                                        <p:cTn id="68" dur="500" fill="hold"/>
                                        <p:tgtEl>
                                          <p:spTgt spid="48"/>
                                        </p:tgtEl>
                                        <p:attrNameLst>
                                          <p:attrName>ppt_w</p:attrName>
                                        </p:attrNameLst>
                                      </p:cBhvr>
                                      <p:tavLst>
                                        <p:tav tm="0">
                                          <p:val>
                                            <p:fltVal val="0"/>
                                          </p:val>
                                        </p:tav>
                                        <p:tav tm="100000">
                                          <p:val>
                                            <p:strVal val="#ppt_w"/>
                                          </p:val>
                                        </p:tav>
                                      </p:tavLst>
                                    </p:anim>
                                    <p:anim calcmode="lin" valueType="num">
                                      <p:cBhvr>
                                        <p:cTn id="69" dur="500" fill="hold"/>
                                        <p:tgtEl>
                                          <p:spTgt spid="48"/>
                                        </p:tgtEl>
                                        <p:attrNameLst>
                                          <p:attrName>ppt_h</p:attrName>
                                        </p:attrNameLst>
                                      </p:cBhvr>
                                      <p:tavLst>
                                        <p:tav tm="0">
                                          <p:val>
                                            <p:fltVal val="0"/>
                                          </p:val>
                                        </p:tav>
                                        <p:tav tm="100000">
                                          <p:val>
                                            <p:strVal val="#ppt_h"/>
                                          </p:val>
                                        </p:tav>
                                      </p:tavLst>
                                    </p:anim>
                                    <p:animEffect transition="in" filter="fade">
                                      <p:cBhvr>
                                        <p:cTn id="70" dur="500"/>
                                        <p:tgtEl>
                                          <p:spTgt spid="48"/>
                                        </p:tgtEl>
                                      </p:cBhvr>
                                    </p:animEffect>
                                  </p:childTnLst>
                                </p:cTn>
                              </p:par>
                              <p:par>
                                <p:cTn id="71" presetID="1" presetClass="exit" presetSubtype="0" fill="hold" nodeType="withEffect">
                                  <p:stCondLst>
                                    <p:cond delay="0"/>
                                  </p:stCondLst>
                                  <p:childTnLst>
                                    <p:set>
                                      <p:cBhvr>
                                        <p:cTn id="72" dur="1" fill="hold">
                                          <p:stCondLst>
                                            <p:cond delay="0"/>
                                          </p:stCondLst>
                                        </p:cTn>
                                        <p:tgtEl>
                                          <p:spTgt spid="47"/>
                                        </p:tgtEl>
                                        <p:attrNameLst>
                                          <p:attrName>style.visibility</p:attrName>
                                        </p:attrNameLst>
                                      </p:cBhvr>
                                      <p:to>
                                        <p:strVal val="hidden"/>
                                      </p:to>
                                    </p:se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20"/>
                                        </p:tgtEl>
                                        <p:attrNameLst>
                                          <p:attrName>style.visibility</p:attrName>
                                        </p:attrNameLst>
                                      </p:cBhvr>
                                      <p:to>
                                        <p:strVal val="visible"/>
                                      </p:to>
                                    </p:set>
                                    <p:animEffect transition="in" filter="fade">
                                      <p:cBhvr>
                                        <p:cTn id="77" dur="500"/>
                                        <p:tgtEl>
                                          <p:spTgt spid="20"/>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105"/>
                                        </p:tgtEl>
                                        <p:attrNameLst>
                                          <p:attrName>style.visibility</p:attrName>
                                        </p:attrNameLst>
                                      </p:cBhvr>
                                      <p:to>
                                        <p:strVal val="visible"/>
                                      </p:to>
                                    </p:set>
                                    <p:animEffect transition="in" filter="fade">
                                      <p:cBhvr>
                                        <p:cTn id="82" dur="500"/>
                                        <p:tgtEl>
                                          <p:spTgt spid="105"/>
                                        </p:tgtEl>
                                      </p:cBhvr>
                                    </p:animEffect>
                                  </p:childTnLst>
                                </p:cTn>
                              </p:par>
                            </p:childTnLst>
                          </p:cTn>
                        </p:par>
                      </p:childTnLst>
                    </p:cTn>
                  </p:par>
                  <p:par>
                    <p:cTn id="83" fill="hold">
                      <p:stCondLst>
                        <p:cond delay="indefinite"/>
                      </p:stCondLst>
                      <p:childTnLst>
                        <p:par>
                          <p:cTn id="84" fill="hold">
                            <p:stCondLst>
                              <p:cond delay="0"/>
                            </p:stCondLst>
                            <p:childTnLst>
                              <p:par>
                                <p:cTn id="85" presetID="53" presetClass="entr" presetSubtype="16" fill="hold" grpId="0" nodeType="clickEffect">
                                  <p:stCondLst>
                                    <p:cond delay="0"/>
                                  </p:stCondLst>
                                  <p:childTnLst>
                                    <p:set>
                                      <p:cBhvr>
                                        <p:cTn id="86" dur="1" fill="hold">
                                          <p:stCondLst>
                                            <p:cond delay="0"/>
                                          </p:stCondLst>
                                        </p:cTn>
                                        <p:tgtEl>
                                          <p:spTgt spid="9"/>
                                        </p:tgtEl>
                                        <p:attrNameLst>
                                          <p:attrName>style.visibility</p:attrName>
                                        </p:attrNameLst>
                                      </p:cBhvr>
                                      <p:to>
                                        <p:strVal val="visible"/>
                                      </p:to>
                                    </p:set>
                                    <p:anim calcmode="lin" valueType="num">
                                      <p:cBhvr>
                                        <p:cTn id="87" dur="500" fill="hold"/>
                                        <p:tgtEl>
                                          <p:spTgt spid="9"/>
                                        </p:tgtEl>
                                        <p:attrNameLst>
                                          <p:attrName>ppt_w</p:attrName>
                                        </p:attrNameLst>
                                      </p:cBhvr>
                                      <p:tavLst>
                                        <p:tav tm="0">
                                          <p:val>
                                            <p:fltVal val="0"/>
                                          </p:val>
                                        </p:tav>
                                        <p:tav tm="100000">
                                          <p:val>
                                            <p:strVal val="#ppt_w"/>
                                          </p:val>
                                        </p:tav>
                                      </p:tavLst>
                                    </p:anim>
                                    <p:anim calcmode="lin" valueType="num">
                                      <p:cBhvr>
                                        <p:cTn id="88" dur="500" fill="hold"/>
                                        <p:tgtEl>
                                          <p:spTgt spid="9"/>
                                        </p:tgtEl>
                                        <p:attrNameLst>
                                          <p:attrName>ppt_h</p:attrName>
                                        </p:attrNameLst>
                                      </p:cBhvr>
                                      <p:tavLst>
                                        <p:tav tm="0">
                                          <p:val>
                                            <p:fltVal val="0"/>
                                          </p:val>
                                        </p:tav>
                                        <p:tav tm="100000">
                                          <p:val>
                                            <p:strVal val="#ppt_h"/>
                                          </p:val>
                                        </p:tav>
                                      </p:tavLst>
                                    </p:anim>
                                    <p:animEffect transition="in" filter="fade">
                                      <p:cBhvr>
                                        <p:cTn id="89" dur="500"/>
                                        <p:tgtEl>
                                          <p:spTgt spid="9"/>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2" fill="hold" nodeType="clickEffect">
                                  <p:stCondLst>
                                    <p:cond delay="0"/>
                                  </p:stCondLst>
                                  <p:childTnLst>
                                    <p:set>
                                      <p:cBhvr>
                                        <p:cTn id="93" dur="1" fill="hold">
                                          <p:stCondLst>
                                            <p:cond delay="0"/>
                                          </p:stCondLst>
                                        </p:cTn>
                                        <p:tgtEl>
                                          <p:spTgt spid="46"/>
                                        </p:tgtEl>
                                        <p:attrNameLst>
                                          <p:attrName>style.visibility</p:attrName>
                                        </p:attrNameLst>
                                      </p:cBhvr>
                                      <p:to>
                                        <p:strVal val="visible"/>
                                      </p:to>
                                    </p:set>
                                    <p:animEffect transition="in" filter="wipe(right)">
                                      <p:cBhvr>
                                        <p:cTn id="94"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78377D-46E8-F719-8C44-D34CA0BEB4A8}"/>
              </a:ext>
            </a:extLst>
          </p:cNvPr>
          <p:cNvSpPr>
            <a:spLocks noGrp="1"/>
          </p:cNvSpPr>
          <p:nvPr>
            <p:ph type="title"/>
          </p:nvPr>
        </p:nvSpPr>
        <p:spPr/>
        <p:txBody>
          <a:bodyPr/>
          <a:lstStyle/>
          <a:p>
            <a:r>
              <a:rPr lang="es-ES"/>
              <a:t>Interface Comparable</a:t>
            </a:r>
          </a:p>
        </p:txBody>
      </p:sp>
      <p:sp>
        <p:nvSpPr>
          <p:cNvPr id="3" name="Marcador de contenido 2">
            <a:extLst>
              <a:ext uri="{FF2B5EF4-FFF2-40B4-BE49-F238E27FC236}">
                <a16:creationId xmlns:a16="http://schemas.microsoft.com/office/drawing/2014/main" id="{3CB9AE5B-41DA-6EF3-E6E6-7A6A9A7C28BC}"/>
              </a:ext>
            </a:extLst>
          </p:cNvPr>
          <p:cNvSpPr>
            <a:spLocks noGrp="1"/>
          </p:cNvSpPr>
          <p:nvPr>
            <p:ph idx="1"/>
          </p:nvPr>
        </p:nvSpPr>
        <p:spPr/>
        <p:txBody>
          <a:bodyPr/>
          <a:lstStyle/>
          <a:p>
            <a:r>
              <a:rPr lang="es-ES" sz="1800">
                <a:latin typeface="Helvetica Neue" panose="02000503000000020004" pitchFamily="2" charset="0"/>
              </a:rPr>
              <a:t>Java, la interfaz Comparable es una interfaz genérica que se utiliza para comparar objetos basados en un criterio de orden natural. La interfaz Comparable se encuentra en el paquete java.lang y tiene un único método llamado compareTo.</a:t>
            </a:r>
          </a:p>
          <a:p>
            <a:endParaRPr lang="es-ES" sz="1800">
              <a:effectLst/>
              <a:latin typeface="Helvetica Neue" panose="02000503000000020004" pitchFamily="2" charset="0"/>
            </a:endParaRPr>
          </a:p>
          <a:p>
            <a:endParaRPr lang="es-ES" sz="1800">
              <a:latin typeface="Helvetica Neue" panose="02000503000000020004" pitchFamily="2" charset="0"/>
            </a:endParaRPr>
          </a:p>
          <a:p>
            <a:endParaRPr lang="es-ES" sz="1800">
              <a:effectLst/>
              <a:latin typeface="Helvetica Neue" panose="02000503000000020004" pitchFamily="2" charset="0"/>
            </a:endParaRPr>
          </a:p>
          <a:p>
            <a:endParaRPr lang="es-ES" sz="1800">
              <a:latin typeface="Helvetica Neue" panose="02000503000000020004" pitchFamily="2" charset="0"/>
            </a:endParaRPr>
          </a:p>
          <a:p>
            <a:endParaRPr lang="es-ES" sz="1800">
              <a:latin typeface="Helvetica Neue" panose="02000503000000020004" pitchFamily="2" charset="0"/>
            </a:endParaRPr>
          </a:p>
          <a:p>
            <a:r>
              <a:rPr lang="es-ES" sz="1800">
                <a:latin typeface="Helvetica Neue" panose="02000503000000020004" pitchFamily="2" charset="0"/>
              </a:rPr>
              <a:t>La interfaz Comparable tiene un parámetro de tipo genérico T, lo que significa que puedes implementarla para comparar objetos de cualquier clase en particular.</a:t>
            </a:r>
          </a:p>
          <a:p>
            <a:endParaRPr lang="es-ES" sz="1800">
              <a:latin typeface="Helvetica Neue" panose="02000503000000020004" pitchFamily="2" charset="0"/>
            </a:endParaRPr>
          </a:p>
          <a:p>
            <a:r>
              <a:rPr lang="es-ES" sz="1800">
                <a:latin typeface="Helvetica Neue" panose="02000503000000020004" pitchFamily="2" charset="0"/>
              </a:rPr>
              <a:t>El método compareTo compara el objeto actual (this) con el objeto pasado como argumento (o). Devuelve un valor entero que indica la relación entre los dos objetos. Los posibles valores de retorno son:</a:t>
            </a:r>
          </a:p>
          <a:p>
            <a:endParaRPr lang="es-ES" sz="1800">
              <a:latin typeface="Helvetica Neue" panose="02000503000000020004" pitchFamily="2" charset="0"/>
            </a:endParaRPr>
          </a:p>
          <a:p>
            <a:pPr marL="0" indent="0">
              <a:buNone/>
            </a:pPr>
            <a:endParaRPr lang="es-ES" sz="1800" dirty="0"/>
          </a:p>
        </p:txBody>
      </p:sp>
      <p:pic>
        <p:nvPicPr>
          <p:cNvPr id="6" name="Imagen 5"/>
          <p:cNvPicPr>
            <a:picLocks noChangeAspect="1"/>
          </p:cNvPicPr>
          <p:nvPr/>
        </p:nvPicPr>
        <p:blipFill>
          <a:blip r:embed="rId2"/>
          <a:stretch>
            <a:fillRect/>
          </a:stretch>
        </p:blipFill>
        <p:spPr>
          <a:xfrm>
            <a:off x="3059832" y="2348880"/>
            <a:ext cx="3826036" cy="1127785"/>
          </a:xfrm>
          <a:prstGeom prst="rect">
            <a:avLst/>
          </a:prstGeom>
        </p:spPr>
      </p:pic>
    </p:spTree>
    <p:extLst>
      <p:ext uri="{BB962C8B-B14F-4D97-AF65-F5344CB8AC3E}">
        <p14:creationId xmlns:p14="http://schemas.microsoft.com/office/powerpoint/2010/main" val="24308842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78377D-46E8-F719-8C44-D34CA0BEB4A8}"/>
              </a:ext>
            </a:extLst>
          </p:cNvPr>
          <p:cNvSpPr>
            <a:spLocks noGrp="1"/>
          </p:cNvSpPr>
          <p:nvPr>
            <p:ph type="title"/>
          </p:nvPr>
        </p:nvSpPr>
        <p:spPr/>
        <p:txBody>
          <a:bodyPr/>
          <a:lstStyle/>
          <a:p>
            <a:r>
              <a:rPr lang="es-ES"/>
              <a:t>Interface Comparable</a:t>
            </a:r>
          </a:p>
        </p:txBody>
      </p:sp>
      <p:sp>
        <p:nvSpPr>
          <p:cNvPr id="3" name="Marcador de contenido 2">
            <a:extLst>
              <a:ext uri="{FF2B5EF4-FFF2-40B4-BE49-F238E27FC236}">
                <a16:creationId xmlns:a16="http://schemas.microsoft.com/office/drawing/2014/main" id="{3CB9AE5B-41DA-6EF3-E6E6-7A6A9A7C28BC}"/>
              </a:ext>
            </a:extLst>
          </p:cNvPr>
          <p:cNvSpPr>
            <a:spLocks noGrp="1"/>
          </p:cNvSpPr>
          <p:nvPr>
            <p:ph idx="1"/>
          </p:nvPr>
        </p:nvSpPr>
        <p:spPr/>
        <p:txBody>
          <a:bodyPr/>
          <a:lstStyle/>
          <a:p>
            <a:pPr marL="0" indent="0">
              <a:buNone/>
            </a:pPr>
            <a:endParaRPr lang="es-ES">
              <a:latin typeface="Helvetica Neue" panose="02000503000000020004" pitchFamily="2" charset="0"/>
            </a:endParaRPr>
          </a:p>
          <a:p>
            <a:endParaRPr lang="es-ES">
              <a:effectLst/>
              <a:latin typeface="Helvetica Neue" panose="02000503000000020004" pitchFamily="2" charset="0"/>
            </a:endParaRPr>
          </a:p>
          <a:p>
            <a:endParaRPr lang="es-ES">
              <a:latin typeface="Helvetica Neue" panose="02000503000000020004" pitchFamily="2" charset="0"/>
            </a:endParaRPr>
          </a:p>
          <a:p>
            <a:endParaRPr lang="es-ES">
              <a:effectLst/>
              <a:latin typeface="Helvetica Neue" panose="02000503000000020004" pitchFamily="2" charset="0"/>
            </a:endParaRPr>
          </a:p>
          <a:p>
            <a:endParaRPr lang="es-ES">
              <a:latin typeface="Helvetica Neue" panose="02000503000000020004" pitchFamily="2" charset="0"/>
            </a:endParaRPr>
          </a:p>
          <a:p>
            <a:endParaRPr lang="es-ES">
              <a:effectLst/>
              <a:latin typeface="Helvetica Neue" panose="02000503000000020004" pitchFamily="2" charset="0"/>
            </a:endParaRPr>
          </a:p>
          <a:p>
            <a:endParaRPr lang="es-ES">
              <a:latin typeface="Helvetica Neue" panose="02000503000000020004" pitchFamily="2" charset="0"/>
            </a:endParaRPr>
          </a:p>
          <a:p>
            <a:endParaRPr lang="es-ES">
              <a:effectLst/>
              <a:latin typeface="Helvetica Neue" panose="02000503000000020004" pitchFamily="2" charset="0"/>
            </a:endParaRPr>
          </a:p>
          <a:p>
            <a:r>
              <a:rPr lang="es-ES" sz="1600">
                <a:latin typeface="Helvetica Neue" panose="02000503000000020004" pitchFamily="2" charset="0"/>
              </a:rPr>
              <a:t>En este ejemplo, la clase Persona implementa la interfaz Comparable&lt;Persona&gt; y proporciona una implementación del método compareTo que compara las personas basándose en su edad. </a:t>
            </a:r>
          </a:p>
          <a:p>
            <a:r>
              <a:rPr lang="es-ES" sz="1600">
                <a:latin typeface="Helvetica Neue" panose="02000503000000020004" pitchFamily="2" charset="0"/>
              </a:rPr>
              <a:t>Al utilizar la interfaz Comparable, puedes ordenar fácilmente objetos de esa clase en colecciones como listas o conjuntos, ya que muchos algoritmos de ordenamiento en Java, como Collections.sort(), utilizan esta interfaz para determinar el orden de los elementos.</a:t>
            </a:r>
            <a:endParaRPr lang="es-ES" sz="1600">
              <a:effectLst/>
              <a:latin typeface="Helvetica Neue" panose="02000503000000020004" pitchFamily="2" charset="0"/>
            </a:endParaRPr>
          </a:p>
          <a:p>
            <a:endParaRPr lang="es-ES" sz="1800">
              <a:latin typeface="Helvetica Neue" panose="02000503000000020004" pitchFamily="2" charset="0"/>
            </a:endParaRPr>
          </a:p>
          <a:p>
            <a:endParaRPr lang="es-ES" sz="1800">
              <a:effectLst/>
              <a:latin typeface="Helvetica Neue" panose="02000503000000020004" pitchFamily="2" charset="0"/>
            </a:endParaRPr>
          </a:p>
        </p:txBody>
      </p:sp>
      <p:pic>
        <p:nvPicPr>
          <p:cNvPr id="4" name="Imagen 3"/>
          <p:cNvPicPr>
            <a:picLocks noChangeAspect="1"/>
          </p:cNvPicPr>
          <p:nvPr/>
        </p:nvPicPr>
        <p:blipFill rotWithShape="1">
          <a:blip r:embed="rId2"/>
          <a:srcRect t="13856"/>
          <a:stretch/>
        </p:blipFill>
        <p:spPr>
          <a:xfrm>
            <a:off x="1691680" y="1196752"/>
            <a:ext cx="5544616" cy="3088593"/>
          </a:xfrm>
          <a:prstGeom prst="rect">
            <a:avLst/>
          </a:prstGeom>
        </p:spPr>
      </p:pic>
    </p:spTree>
    <p:extLst>
      <p:ext uri="{BB962C8B-B14F-4D97-AF65-F5344CB8AC3E}">
        <p14:creationId xmlns:p14="http://schemas.microsoft.com/office/powerpoint/2010/main" val="11657094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Conector recto 35"/>
          <p:cNvCxnSpPr/>
          <p:nvPr/>
        </p:nvCxnSpPr>
        <p:spPr bwMode="auto">
          <a:xfrm>
            <a:off x="302320" y="6493527"/>
            <a:ext cx="8645752" cy="0"/>
          </a:xfrm>
          <a:prstGeom prst="line">
            <a:avLst/>
          </a:prstGeom>
          <a:solidFill>
            <a:schemeClr val="accent1"/>
          </a:solidFill>
          <a:ln w="19050" cap="flat" cmpd="sng" algn="ctr">
            <a:solidFill>
              <a:srgbClr val="CCFFFF"/>
            </a:solidFill>
            <a:prstDash val="solid"/>
            <a:round/>
            <a:headEnd type="none" w="med" len="med"/>
            <a:tailEnd type="none" w="med" len="med"/>
          </a:ln>
          <a:effectLst/>
        </p:spPr>
      </p:cxnSp>
      <p:sp>
        <p:nvSpPr>
          <p:cNvPr id="2" name="1 Título"/>
          <p:cNvSpPr>
            <a:spLocks noGrp="1"/>
          </p:cNvSpPr>
          <p:nvPr>
            <p:ph type="title"/>
          </p:nvPr>
        </p:nvSpPr>
        <p:spPr>
          <a:xfrm>
            <a:off x="542924" y="53975"/>
            <a:ext cx="8005995" cy="563563"/>
          </a:xfrm>
        </p:spPr>
        <p:txBody>
          <a:bodyPr/>
          <a:lstStyle/>
          <a:p>
            <a:r>
              <a:rPr lang="es-ES" sz="2600" dirty="0"/>
              <a:t>RESUMEN de </a:t>
            </a:r>
            <a:r>
              <a:rPr lang="es-ES" sz="2600" dirty="0">
                <a:solidFill>
                  <a:srgbClr val="FFFF00"/>
                </a:solidFill>
              </a:rPr>
              <a:t>INTERFACE</a:t>
            </a:r>
          </a:p>
        </p:txBody>
      </p:sp>
      <p:sp>
        <p:nvSpPr>
          <p:cNvPr id="3" name="2 Marcador de contenido"/>
          <p:cNvSpPr>
            <a:spLocks noGrp="1"/>
          </p:cNvSpPr>
          <p:nvPr>
            <p:ph idx="1"/>
          </p:nvPr>
        </p:nvSpPr>
        <p:spPr>
          <a:xfrm>
            <a:off x="323528" y="1076325"/>
            <a:ext cx="8103336" cy="1128539"/>
          </a:xfrm>
        </p:spPr>
        <p:txBody>
          <a:bodyPr/>
          <a:lstStyle/>
          <a:p>
            <a:r>
              <a:rPr lang="es-ES" sz="1500" dirty="0"/>
              <a:t>Una interface se parece a una clase abstracta pura, </a:t>
            </a:r>
            <a:r>
              <a:rPr lang="es-ES" sz="1500"/>
              <a:t>puesto que </a:t>
            </a:r>
            <a:r>
              <a:rPr lang="es-ES" sz="1500" dirty="0"/>
              <a:t>declara </a:t>
            </a:r>
            <a:r>
              <a:rPr lang="es-ES" sz="1500" u="sng" dirty="0">
                <a:solidFill>
                  <a:srgbClr val="00B050"/>
                </a:solidFill>
              </a:rPr>
              <a:t>métodos</a:t>
            </a:r>
            <a:r>
              <a:rPr lang="es-ES" sz="1500" dirty="0"/>
              <a:t>, pero sin implementar ninguno (sin </a:t>
            </a:r>
            <a:r>
              <a:rPr lang="es-ES" sz="1500"/>
              <a:t>cuerpo).</a:t>
            </a:r>
          </a:p>
          <a:p>
            <a:r>
              <a:rPr lang="es-ES" sz="1500"/>
              <a:t>Los </a:t>
            </a:r>
            <a:r>
              <a:rPr lang="es-ES" sz="1500" u="sng">
                <a:solidFill>
                  <a:srgbClr val="00B050"/>
                </a:solidFill>
              </a:rPr>
              <a:t>métodos</a:t>
            </a:r>
            <a:r>
              <a:rPr lang="es-ES" sz="1500"/>
              <a:t> son </a:t>
            </a:r>
            <a:r>
              <a:rPr lang="es-ES" sz="1500">
                <a:solidFill>
                  <a:srgbClr val="FF6600"/>
                </a:solidFill>
              </a:rPr>
              <a:t>public</a:t>
            </a:r>
            <a:r>
              <a:rPr lang="es-ES" sz="1500"/>
              <a:t> y </a:t>
            </a:r>
            <a:r>
              <a:rPr lang="es-ES" sz="1500">
                <a:solidFill>
                  <a:srgbClr val="FF6600"/>
                </a:solidFill>
              </a:rPr>
              <a:t>abstract</a:t>
            </a:r>
            <a:r>
              <a:rPr lang="es-ES" sz="1500"/>
              <a:t> implícitamente (sin indicarlo).</a:t>
            </a:r>
            <a:endParaRPr lang="es-ES" sz="1500" dirty="0"/>
          </a:p>
          <a:p>
            <a:r>
              <a:rPr lang="es-ES" sz="1500" dirty="0"/>
              <a:t>Los </a:t>
            </a:r>
            <a:r>
              <a:rPr lang="es-ES" sz="1500" u="sng" dirty="0">
                <a:solidFill>
                  <a:srgbClr val="00B050"/>
                </a:solidFill>
              </a:rPr>
              <a:t>atributos</a:t>
            </a:r>
            <a:r>
              <a:rPr lang="es-ES" sz="1500" dirty="0"/>
              <a:t> </a:t>
            </a:r>
            <a:r>
              <a:rPr lang="es-ES" sz="1500"/>
              <a:t>que tuviera son </a:t>
            </a:r>
            <a:r>
              <a:rPr lang="es-ES" sz="1500">
                <a:solidFill>
                  <a:srgbClr val="FF6600"/>
                </a:solidFill>
              </a:rPr>
              <a:t>final, public</a:t>
            </a:r>
            <a:r>
              <a:rPr lang="es-ES" sz="1500"/>
              <a:t> y </a:t>
            </a:r>
            <a:r>
              <a:rPr lang="es-ES" sz="1500">
                <a:solidFill>
                  <a:srgbClr val="FF6600"/>
                </a:solidFill>
              </a:rPr>
              <a:t>static</a:t>
            </a:r>
            <a:r>
              <a:rPr lang="es-ES" sz="1500"/>
              <a:t> implícitamente (no es necesario indicarlo) y deben inicializarse cuando se declaran.</a:t>
            </a:r>
            <a:endParaRPr lang="es-ES" sz="1500" dirty="0"/>
          </a:p>
          <a:p>
            <a:r>
              <a:rPr lang="es-ES" sz="1500" dirty="0"/>
              <a:t>No puede instanciarse una interface.</a:t>
            </a:r>
          </a:p>
        </p:txBody>
      </p:sp>
      <p:sp>
        <p:nvSpPr>
          <p:cNvPr id="5" name="4 Rectángulo"/>
          <p:cNvSpPr/>
          <p:nvPr/>
        </p:nvSpPr>
        <p:spPr bwMode="auto">
          <a:xfrm>
            <a:off x="1979712" y="2725389"/>
            <a:ext cx="5972322" cy="1207667"/>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6" name="Rectangle 3"/>
          <p:cNvSpPr txBox="1">
            <a:spLocks noChangeArrowheads="1"/>
          </p:cNvSpPr>
          <p:nvPr/>
        </p:nvSpPr>
        <p:spPr bwMode="auto">
          <a:xfrm>
            <a:off x="2191394" y="2788889"/>
            <a:ext cx="5680432" cy="1144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rgbClr val="000000"/>
                </a:solidFill>
                <a:latin typeface="Adobe Fan Heiti Std B" pitchFamily="34" charset="-128"/>
                <a:ea typeface="Adobe Fan Heiti Std B" pitchFamily="34" charset="-128"/>
              </a:rPr>
              <a:t>public</a:t>
            </a:r>
            <a:r>
              <a:rPr lang="en-US" sz="1400" kern="0" dirty="0">
                <a:solidFill>
                  <a:schemeClr val="accent1"/>
                </a:solidFill>
                <a:latin typeface="Adobe Fan Heiti Std B" pitchFamily="34" charset="-128"/>
                <a:ea typeface="Adobe Fan Heiti Std B" pitchFamily="34" charset="-128"/>
              </a:rPr>
              <a:t> </a:t>
            </a:r>
            <a:r>
              <a:rPr lang="en-US" sz="1400" kern="0" dirty="0">
                <a:solidFill>
                  <a:srgbClr val="00B050"/>
                </a:solidFill>
                <a:latin typeface="Adobe Fan Heiti Std B" pitchFamily="34" charset="-128"/>
                <a:ea typeface="Adobe Fan Heiti Std B" pitchFamily="34" charset="-128"/>
              </a:rPr>
              <a:t> interface</a:t>
            </a:r>
            <a:r>
              <a:rPr lang="en-US" sz="1400" kern="0" dirty="0">
                <a:solidFill>
                  <a:srgbClr val="000000"/>
                </a:solidFill>
                <a:latin typeface="Adobe Fan Heiti Std B" pitchFamily="34" charset="-128"/>
                <a:ea typeface="Adobe Fan Heiti Std B" pitchFamily="34" charset="-128"/>
              </a:rPr>
              <a:t> </a:t>
            </a:r>
            <a:r>
              <a:rPr lang="en-US" sz="1400" kern="0" dirty="0" err="1">
                <a:solidFill>
                  <a:schemeClr val="accent1"/>
                </a:solidFill>
                <a:latin typeface="Adobe Fan Heiti Std B" pitchFamily="34" charset="-128"/>
                <a:ea typeface="Adobe Fan Heiti Std B" pitchFamily="34" charset="-128"/>
              </a:rPr>
              <a:t>Hablante</a:t>
            </a:r>
            <a:r>
              <a:rPr lang="en-US" sz="1400" kern="0" dirty="0">
                <a:solidFill>
                  <a:schemeClr val="accent1"/>
                </a:solidFill>
                <a:latin typeface="Adobe Fan Heiti Std B" pitchFamily="34" charset="-128"/>
                <a:ea typeface="Adobe Fan Heiti Std B" pitchFamily="34" charset="-128"/>
              </a:rPr>
              <a:t> {</a:t>
            </a:r>
          </a:p>
          <a:p>
            <a:pPr marL="0" indent="0">
              <a:buNone/>
            </a:pPr>
            <a:r>
              <a:rPr lang="en-US" sz="1400" kern="0" dirty="0">
                <a:solidFill>
                  <a:schemeClr val="bg2">
                    <a:lumMod val="50000"/>
                  </a:schemeClr>
                </a:solidFill>
                <a:latin typeface="Adobe Fan Heiti Std B" pitchFamily="34" charset="-128"/>
                <a:ea typeface="Adobe Fan Heiti Std B" pitchFamily="34" charset="-128"/>
              </a:rPr>
              <a:t>      </a:t>
            </a:r>
            <a:r>
              <a:rPr lang="en-US" sz="1400" kern="0" dirty="0" err="1">
                <a:solidFill>
                  <a:schemeClr val="accent1"/>
                </a:solidFill>
                <a:latin typeface="Adobe Fan Heiti Std B" pitchFamily="34" charset="-128"/>
                <a:ea typeface="Adobe Fan Heiti Std B" pitchFamily="34" charset="-128"/>
              </a:rPr>
              <a:t>int</a:t>
            </a:r>
            <a:r>
              <a:rPr lang="en-US" sz="1400" kern="0" dirty="0">
                <a:solidFill>
                  <a:schemeClr val="bg2">
                    <a:lumMod val="50000"/>
                  </a:schemeClr>
                </a:solidFill>
                <a:latin typeface="Adobe Fan Heiti Std B" pitchFamily="34" charset="-128"/>
                <a:ea typeface="Adobe Fan Heiti Std B" pitchFamily="34" charset="-128"/>
              </a:rPr>
              <a:t> </a:t>
            </a:r>
            <a:r>
              <a:rPr lang="en-US" sz="1400" kern="0" dirty="0" err="1">
                <a:solidFill>
                  <a:srgbClr val="000000"/>
                </a:solidFill>
                <a:latin typeface="Adobe Fan Heiti Std B" pitchFamily="34" charset="-128"/>
                <a:ea typeface="Adobe Fan Heiti Std B" pitchFamily="34" charset="-128"/>
              </a:rPr>
              <a:t>volumen</a:t>
            </a:r>
            <a:r>
              <a:rPr lang="en-US" sz="1400" kern="0" dirty="0">
                <a:solidFill>
                  <a:schemeClr val="bg2">
                    <a:lumMod val="50000"/>
                  </a:schemeClr>
                </a:solidFill>
                <a:latin typeface="Adobe Fan Heiti Std B" pitchFamily="34" charset="-128"/>
                <a:ea typeface="Adobe Fan Heiti Std B" pitchFamily="34" charset="-128"/>
              </a:rPr>
              <a:t> = </a:t>
            </a:r>
            <a:r>
              <a:rPr lang="en-US" sz="1400" kern="0" dirty="0">
                <a:solidFill>
                  <a:srgbClr val="00B050"/>
                </a:solidFill>
                <a:latin typeface="Adobe Fan Heiti Std B" pitchFamily="34" charset="-128"/>
                <a:ea typeface="Adobe Fan Heiti Std B" pitchFamily="34" charset="-128"/>
              </a:rPr>
              <a:t>5</a:t>
            </a:r>
            <a:r>
              <a:rPr lang="en-US" sz="1400" kern="0" dirty="0">
                <a:solidFill>
                  <a:schemeClr val="bg2">
                    <a:lumMod val="50000"/>
                  </a:schemeClr>
                </a:solidFill>
                <a:latin typeface="Adobe Fan Heiti Std B" pitchFamily="34" charset="-128"/>
                <a:ea typeface="Adobe Fan Heiti Std B" pitchFamily="34" charset="-128"/>
              </a:rPr>
              <a:t>;      </a:t>
            </a:r>
            <a:r>
              <a:rPr lang="en-US" sz="1200" kern="0" dirty="0">
                <a:solidFill>
                  <a:schemeClr val="bg2">
                    <a:lumMod val="50000"/>
                  </a:schemeClr>
                </a:solidFill>
                <a:latin typeface="Adobe Fan Heiti Std B" pitchFamily="34" charset="-128"/>
                <a:ea typeface="Adobe Fan Heiti Std B" pitchFamily="34" charset="-128"/>
              </a:rPr>
              <a:t>// </a:t>
            </a:r>
            <a:r>
              <a:rPr lang="en-US" sz="1200" kern="0" dirty="0" err="1">
                <a:solidFill>
                  <a:schemeClr val="bg2">
                    <a:lumMod val="50000"/>
                  </a:schemeClr>
                </a:solidFill>
                <a:latin typeface="Adobe Fan Heiti Std B" pitchFamily="34" charset="-128"/>
                <a:ea typeface="Adobe Fan Heiti Std B" pitchFamily="34" charset="-128"/>
              </a:rPr>
              <a:t>es</a:t>
            </a:r>
            <a:r>
              <a:rPr lang="en-US" sz="1200" kern="0" dirty="0">
                <a:solidFill>
                  <a:schemeClr val="bg2">
                    <a:lumMod val="50000"/>
                  </a:schemeClr>
                </a:solidFill>
                <a:latin typeface="Adobe Fan Heiti Std B" pitchFamily="34" charset="-128"/>
                <a:ea typeface="Adobe Fan Heiti Std B" pitchFamily="34" charset="-128"/>
              </a:rPr>
              <a:t> static , public y final </a:t>
            </a:r>
            <a:r>
              <a:rPr lang="en-US" sz="1200" kern="0" dirty="0" err="1">
                <a:solidFill>
                  <a:schemeClr val="bg2">
                    <a:lumMod val="50000"/>
                  </a:schemeClr>
                </a:solidFill>
                <a:latin typeface="Adobe Fan Heiti Std B" pitchFamily="34" charset="-128"/>
                <a:ea typeface="Adobe Fan Heiti Std B" pitchFamily="34" charset="-128"/>
              </a:rPr>
              <a:t>aunque</a:t>
            </a:r>
            <a:r>
              <a:rPr lang="en-US" sz="1200" kern="0" dirty="0">
                <a:solidFill>
                  <a:schemeClr val="bg2">
                    <a:lumMod val="50000"/>
                  </a:schemeClr>
                </a:solidFill>
                <a:latin typeface="Adobe Fan Heiti Std B" pitchFamily="34" charset="-128"/>
                <a:ea typeface="Adobe Fan Heiti Std B" pitchFamily="34" charset="-128"/>
              </a:rPr>
              <a:t> no se </a:t>
            </a:r>
            <a:r>
              <a:rPr lang="en-US" sz="1200" kern="0" dirty="0" err="1">
                <a:solidFill>
                  <a:schemeClr val="bg2">
                    <a:lumMod val="50000"/>
                  </a:schemeClr>
                </a:solidFill>
                <a:latin typeface="Adobe Fan Heiti Std B" pitchFamily="34" charset="-128"/>
                <a:ea typeface="Adobe Fan Heiti Std B" pitchFamily="34" charset="-128"/>
              </a:rPr>
              <a:t>indique</a:t>
            </a:r>
            <a:endParaRPr lang="en-US" sz="1200" kern="0" dirty="0">
              <a:solidFill>
                <a:schemeClr val="bg2">
                  <a:lumMod val="50000"/>
                </a:schemeClr>
              </a:solidFill>
              <a:latin typeface="Adobe Fan Heiti Std B" pitchFamily="34" charset="-128"/>
              <a:ea typeface="Adobe Fan Heiti Std B" pitchFamily="34" charset="-128"/>
            </a:endParaRPr>
          </a:p>
          <a:p>
            <a:pPr marL="0" indent="0">
              <a:buNone/>
            </a:pPr>
            <a:r>
              <a:rPr lang="en-US" sz="1400" kern="0" dirty="0">
                <a:solidFill>
                  <a:schemeClr val="bg2">
                    <a:lumMod val="50000"/>
                  </a:schemeClr>
                </a:solidFill>
                <a:latin typeface="Adobe Fan Heiti Std B" pitchFamily="34" charset="-128"/>
                <a:ea typeface="Adobe Fan Heiti Std B" pitchFamily="34" charset="-128"/>
              </a:rPr>
              <a:t>      </a:t>
            </a:r>
            <a:r>
              <a:rPr lang="en-US" sz="1400" kern="0" dirty="0">
                <a:solidFill>
                  <a:schemeClr val="accent1"/>
                </a:solidFill>
                <a:latin typeface="Adobe Fan Heiti Std B" pitchFamily="34" charset="-128"/>
                <a:ea typeface="Adobe Fan Heiti Std B" pitchFamily="34" charset="-128"/>
              </a:rPr>
              <a:t>void</a:t>
            </a:r>
            <a:r>
              <a:rPr lang="en-US" sz="1400" kern="0" dirty="0">
                <a:solidFill>
                  <a:schemeClr val="bg2">
                    <a:lumMod val="50000"/>
                  </a:schemeClr>
                </a:solidFill>
                <a:latin typeface="Adobe Fan Heiti Std B" pitchFamily="34" charset="-128"/>
                <a:ea typeface="Adobe Fan Heiti Std B" pitchFamily="34" charset="-128"/>
              </a:rPr>
              <a:t> </a:t>
            </a:r>
            <a:r>
              <a:rPr lang="en-US" sz="1400" kern="0" dirty="0" err="1">
                <a:solidFill>
                  <a:srgbClr val="FF0000"/>
                </a:solidFill>
                <a:latin typeface="Adobe Fan Heiti Std B" pitchFamily="34" charset="-128"/>
                <a:ea typeface="Adobe Fan Heiti Std B" pitchFamily="34" charset="-128"/>
              </a:rPr>
              <a:t>hablar</a:t>
            </a:r>
            <a:r>
              <a:rPr lang="en-US" sz="1400" kern="0" dirty="0">
                <a:solidFill>
                  <a:srgbClr val="FF0000"/>
                </a:solidFill>
                <a:latin typeface="Adobe Fan Heiti Std B" pitchFamily="34" charset="-128"/>
                <a:ea typeface="Adobe Fan Heiti Std B" pitchFamily="34" charset="-128"/>
              </a:rPr>
              <a:t>()</a:t>
            </a:r>
            <a:r>
              <a:rPr lang="en-US" sz="1400" kern="0" dirty="0">
                <a:solidFill>
                  <a:srgbClr val="000000"/>
                </a:solidFill>
                <a:latin typeface="Adobe Fan Heiti Std B" pitchFamily="34" charset="-128"/>
                <a:ea typeface="Adobe Fan Heiti Std B" pitchFamily="34" charset="-128"/>
              </a:rPr>
              <a:t>; </a:t>
            </a:r>
            <a:r>
              <a:rPr lang="en-US" sz="1600" kern="0" dirty="0">
                <a:solidFill>
                  <a:schemeClr val="bg2">
                    <a:lumMod val="50000"/>
                  </a:schemeClr>
                </a:solidFill>
                <a:latin typeface="Adobe Fan Heiti Std B" pitchFamily="34" charset="-128"/>
                <a:ea typeface="Adobe Fan Heiti Std B" pitchFamily="34" charset="-128"/>
              </a:rPr>
              <a:t>         </a:t>
            </a:r>
            <a:r>
              <a:rPr lang="en-US" sz="1300" kern="0" dirty="0">
                <a:solidFill>
                  <a:schemeClr val="bg2">
                    <a:lumMod val="50000"/>
                  </a:schemeClr>
                </a:solidFill>
                <a:latin typeface="Adobe Fan Heiti Std B" pitchFamily="34" charset="-128"/>
                <a:ea typeface="Adobe Fan Heiti Std B" pitchFamily="34" charset="-128"/>
              </a:rPr>
              <a:t>// </a:t>
            </a:r>
            <a:r>
              <a:rPr lang="en-US" sz="1300" kern="0" dirty="0" err="1">
                <a:solidFill>
                  <a:schemeClr val="bg2">
                    <a:lumMod val="50000"/>
                  </a:schemeClr>
                </a:solidFill>
                <a:latin typeface="Adobe Fan Heiti Std B" pitchFamily="34" charset="-128"/>
                <a:ea typeface="Adobe Fan Heiti Std B" pitchFamily="34" charset="-128"/>
              </a:rPr>
              <a:t>es</a:t>
            </a:r>
            <a:r>
              <a:rPr lang="en-US" sz="1300" kern="0" dirty="0">
                <a:solidFill>
                  <a:schemeClr val="bg2">
                    <a:lumMod val="50000"/>
                  </a:schemeClr>
                </a:solidFill>
                <a:latin typeface="Adobe Fan Heiti Std B" pitchFamily="34" charset="-128"/>
                <a:ea typeface="Adobe Fan Heiti Std B" pitchFamily="34" charset="-128"/>
              </a:rPr>
              <a:t> public </a:t>
            </a:r>
            <a:r>
              <a:rPr lang="en-US" sz="1300" kern="0">
                <a:solidFill>
                  <a:schemeClr val="bg2">
                    <a:lumMod val="50000"/>
                  </a:schemeClr>
                </a:solidFill>
                <a:latin typeface="Adobe Fan Heiti Std B" pitchFamily="34" charset="-128"/>
                <a:ea typeface="Adobe Fan Heiti Std B" pitchFamily="34" charset="-128"/>
              </a:rPr>
              <a:t>y abstract  </a:t>
            </a:r>
            <a:r>
              <a:rPr lang="en-US" sz="1300" kern="0" dirty="0" err="1">
                <a:solidFill>
                  <a:schemeClr val="bg2">
                    <a:lumMod val="50000"/>
                  </a:schemeClr>
                </a:solidFill>
                <a:latin typeface="Adobe Fan Heiti Std B" pitchFamily="34" charset="-128"/>
                <a:ea typeface="Adobe Fan Heiti Std B" pitchFamily="34" charset="-128"/>
              </a:rPr>
              <a:t>aunque</a:t>
            </a:r>
            <a:r>
              <a:rPr lang="en-US" sz="1300" kern="0" dirty="0">
                <a:solidFill>
                  <a:schemeClr val="bg2">
                    <a:lumMod val="50000"/>
                  </a:schemeClr>
                </a:solidFill>
                <a:latin typeface="Adobe Fan Heiti Std B" pitchFamily="34" charset="-128"/>
                <a:ea typeface="Adobe Fan Heiti Std B" pitchFamily="34" charset="-128"/>
              </a:rPr>
              <a:t> no se </a:t>
            </a:r>
            <a:r>
              <a:rPr lang="en-US" sz="1300" kern="0" dirty="0" err="1">
                <a:solidFill>
                  <a:schemeClr val="bg2">
                    <a:lumMod val="50000"/>
                  </a:schemeClr>
                </a:solidFill>
                <a:latin typeface="Adobe Fan Heiti Std B" pitchFamily="34" charset="-128"/>
                <a:ea typeface="Adobe Fan Heiti Std B" pitchFamily="34" charset="-128"/>
              </a:rPr>
              <a:t>indique</a:t>
            </a:r>
            <a:endParaRPr lang="en-US" sz="1300" kern="0" dirty="0">
              <a:solidFill>
                <a:srgbClr val="000000"/>
              </a:solidFill>
              <a:latin typeface="Adobe Fan Heiti Std B" pitchFamily="34" charset="-128"/>
              <a:ea typeface="Adobe Fan Heiti Std B" pitchFamily="34" charset="-128"/>
            </a:endParaRPr>
          </a:p>
          <a:p>
            <a:pPr marL="0" indent="0">
              <a:buNone/>
            </a:pPr>
            <a:r>
              <a:rPr lang="en-US" sz="1400" kern="0" dirty="0">
                <a:solidFill>
                  <a:schemeClr val="bg2">
                    <a:lumMod val="50000"/>
                  </a:schemeClr>
                </a:solidFill>
                <a:latin typeface="Adobe Fan Heiti Std B" pitchFamily="34" charset="-128"/>
                <a:ea typeface="Adobe Fan Heiti Std B" pitchFamily="34" charset="-128"/>
              </a:rPr>
              <a:t>}</a:t>
            </a:r>
          </a:p>
        </p:txBody>
      </p:sp>
      <p:sp>
        <p:nvSpPr>
          <p:cNvPr id="7" name="2 Marcador de contenido"/>
          <p:cNvSpPr txBox="1">
            <a:spLocks/>
          </p:cNvSpPr>
          <p:nvPr/>
        </p:nvSpPr>
        <p:spPr bwMode="auto">
          <a:xfrm>
            <a:off x="302320" y="4232771"/>
            <a:ext cx="3981648" cy="1257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r>
              <a:rPr lang="es-ES" sz="1500" kern="0" dirty="0"/>
              <a:t>Cualquier clase puede implementar una o más interfaces (proporcionar un cuerpo para sus métodos)</a:t>
            </a:r>
          </a:p>
        </p:txBody>
      </p:sp>
      <p:grpSp>
        <p:nvGrpSpPr>
          <p:cNvPr id="4" name="3 Grupo"/>
          <p:cNvGrpSpPr/>
          <p:nvPr/>
        </p:nvGrpSpPr>
        <p:grpSpPr>
          <a:xfrm>
            <a:off x="4283968" y="4054964"/>
            <a:ext cx="4532162" cy="1534276"/>
            <a:chOff x="2200078" y="4415004"/>
            <a:chExt cx="4532162" cy="1534276"/>
          </a:xfrm>
        </p:grpSpPr>
        <p:sp>
          <p:nvSpPr>
            <p:cNvPr id="8" name="7 Rectángulo"/>
            <p:cNvSpPr/>
            <p:nvPr/>
          </p:nvSpPr>
          <p:spPr bwMode="auto">
            <a:xfrm>
              <a:off x="2200078" y="4415004"/>
              <a:ext cx="4532162" cy="1462268"/>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9" name="Rectangle 3"/>
            <p:cNvSpPr txBox="1">
              <a:spLocks noChangeArrowheads="1"/>
            </p:cNvSpPr>
            <p:nvPr/>
          </p:nvSpPr>
          <p:spPr bwMode="auto">
            <a:xfrm>
              <a:off x="2635984" y="4550512"/>
              <a:ext cx="3829046" cy="13987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rgbClr val="000000"/>
                  </a:solidFill>
                  <a:latin typeface="Adobe Fan Heiti Std B" pitchFamily="34" charset="-128"/>
                  <a:ea typeface="Adobe Fan Heiti Std B" pitchFamily="34" charset="-128"/>
                </a:rPr>
                <a:t>public</a:t>
              </a:r>
              <a:r>
                <a:rPr lang="en-US" sz="1400" kern="0" dirty="0">
                  <a:solidFill>
                    <a:schemeClr val="accent1"/>
                  </a:solidFill>
                  <a:latin typeface="Adobe Fan Heiti Std B" pitchFamily="34" charset="-128"/>
                  <a:ea typeface="Adobe Fan Heiti Std B" pitchFamily="34" charset="-128"/>
                </a:rPr>
                <a:t> </a:t>
              </a:r>
              <a:r>
                <a:rPr lang="en-US" sz="1400" kern="0" dirty="0">
                  <a:solidFill>
                    <a:srgbClr val="00B050"/>
                  </a:solidFill>
                  <a:latin typeface="Adobe Fan Heiti Std B" pitchFamily="34" charset="-128"/>
                  <a:ea typeface="Adobe Fan Heiti Std B" pitchFamily="34" charset="-128"/>
                </a:rPr>
                <a:t> </a:t>
              </a:r>
              <a:r>
                <a:rPr lang="en-US" sz="1400" kern="0" dirty="0">
                  <a:solidFill>
                    <a:srgbClr val="000000"/>
                  </a:solidFill>
                  <a:latin typeface="Adobe Fan Heiti Std B" pitchFamily="34" charset="-128"/>
                  <a:ea typeface="Adobe Fan Heiti Std B" pitchFamily="34" charset="-128"/>
                </a:rPr>
                <a:t>class </a:t>
              </a:r>
              <a:r>
                <a:rPr lang="en-US" sz="1400" kern="0" dirty="0" err="1">
                  <a:solidFill>
                    <a:schemeClr val="accent1"/>
                  </a:solidFill>
                  <a:latin typeface="Adobe Fan Heiti Std B" pitchFamily="34" charset="-128"/>
                  <a:ea typeface="Adobe Fan Heiti Std B" pitchFamily="34" charset="-128"/>
                </a:rPr>
                <a:t>Pollito</a:t>
              </a:r>
              <a:r>
                <a:rPr lang="en-US" sz="1400" kern="0" dirty="0">
                  <a:solidFill>
                    <a:srgbClr val="000000"/>
                  </a:solidFill>
                  <a:latin typeface="Adobe Fan Heiti Std B" pitchFamily="34" charset="-128"/>
                  <a:ea typeface="Adobe Fan Heiti Std B" pitchFamily="34" charset="-128"/>
                </a:rPr>
                <a:t>  implements </a:t>
              </a:r>
              <a:r>
                <a:rPr lang="en-US" sz="1400" kern="0" dirty="0">
                  <a:solidFill>
                    <a:schemeClr val="accent1"/>
                  </a:solidFill>
                  <a:latin typeface="Adobe Fan Heiti Std B" pitchFamily="34" charset="-128"/>
                  <a:ea typeface="Adobe Fan Heiti Std B" pitchFamily="34" charset="-128"/>
                </a:rPr>
                <a:t> </a:t>
              </a:r>
              <a:r>
                <a:rPr lang="en-US" sz="1400" kern="0" dirty="0" err="1">
                  <a:solidFill>
                    <a:schemeClr val="accent1"/>
                  </a:solidFill>
                  <a:latin typeface="Adobe Fan Heiti Std B" pitchFamily="34" charset="-128"/>
                  <a:ea typeface="Adobe Fan Heiti Std B" pitchFamily="34" charset="-128"/>
                </a:rPr>
                <a:t>Hablante</a:t>
              </a:r>
              <a:r>
                <a:rPr lang="en-US" sz="1400" kern="0" dirty="0">
                  <a:solidFill>
                    <a:schemeClr val="accent1"/>
                  </a:solidFill>
                  <a:latin typeface="Adobe Fan Heiti Std B" pitchFamily="34" charset="-128"/>
                  <a:ea typeface="Adobe Fan Heiti Std B" pitchFamily="34" charset="-128"/>
                </a:rPr>
                <a:t> {</a:t>
              </a:r>
            </a:p>
            <a:p>
              <a:pPr marL="0" indent="0">
                <a:buNone/>
              </a:pPr>
              <a:r>
                <a:rPr lang="en-US" sz="1400" kern="0" dirty="0">
                  <a:solidFill>
                    <a:srgbClr val="000000"/>
                  </a:solidFill>
                  <a:latin typeface="Adobe Fan Heiti Std B" pitchFamily="34" charset="-128"/>
                  <a:ea typeface="Adobe Fan Heiti Std B" pitchFamily="34" charset="-128"/>
                </a:rPr>
                <a:t>      …</a:t>
              </a:r>
            </a:p>
            <a:p>
              <a:pPr marL="0" indent="0">
                <a:buNone/>
              </a:pPr>
              <a:r>
                <a:rPr lang="en-US" sz="1400" kern="0" dirty="0">
                  <a:solidFill>
                    <a:schemeClr val="bg2">
                      <a:lumMod val="50000"/>
                    </a:schemeClr>
                  </a:solidFill>
                  <a:latin typeface="Adobe Fan Heiti Std B" pitchFamily="34" charset="-128"/>
                  <a:ea typeface="Adobe Fan Heiti Std B" pitchFamily="34" charset="-128"/>
                </a:rPr>
                <a:t>     public </a:t>
              </a:r>
              <a:r>
                <a:rPr lang="en-US" sz="1400" kern="0" dirty="0">
                  <a:solidFill>
                    <a:srgbClr val="00B050"/>
                  </a:solidFill>
                  <a:latin typeface="Adobe Fan Heiti Std B" pitchFamily="34" charset="-128"/>
                  <a:ea typeface="Adobe Fan Heiti Std B" pitchFamily="34" charset="-128"/>
                </a:rPr>
                <a:t> </a:t>
              </a:r>
              <a:r>
                <a:rPr lang="en-US" sz="1400" kern="0" dirty="0">
                  <a:solidFill>
                    <a:schemeClr val="accent1"/>
                  </a:solidFill>
                  <a:latin typeface="Adobe Fan Heiti Std B" pitchFamily="34" charset="-128"/>
                  <a:ea typeface="Adobe Fan Heiti Std B" pitchFamily="34" charset="-128"/>
                </a:rPr>
                <a:t>void</a:t>
              </a:r>
              <a:r>
                <a:rPr lang="en-US" sz="1400" kern="0" dirty="0">
                  <a:solidFill>
                    <a:schemeClr val="bg2">
                      <a:lumMod val="50000"/>
                    </a:schemeClr>
                  </a:solidFill>
                  <a:latin typeface="Adobe Fan Heiti Std B" pitchFamily="34" charset="-128"/>
                  <a:ea typeface="Adobe Fan Heiti Std B" pitchFamily="34" charset="-128"/>
                </a:rPr>
                <a:t> </a:t>
              </a:r>
              <a:r>
                <a:rPr lang="en-US" sz="1400" kern="0" dirty="0" err="1">
                  <a:solidFill>
                    <a:srgbClr val="FF0000"/>
                  </a:solidFill>
                  <a:latin typeface="Adobe Fan Heiti Std B" pitchFamily="34" charset="-128"/>
                  <a:ea typeface="Adobe Fan Heiti Std B" pitchFamily="34" charset="-128"/>
                </a:rPr>
                <a:t>hablar</a:t>
              </a:r>
              <a:r>
                <a:rPr lang="en-US" sz="1400" kern="0" dirty="0">
                  <a:solidFill>
                    <a:srgbClr val="FF0000"/>
                  </a:solidFill>
                  <a:latin typeface="Adobe Fan Heiti Std B" pitchFamily="34" charset="-128"/>
                  <a:ea typeface="Adobe Fan Heiti Std B" pitchFamily="34" charset="-128"/>
                </a:rPr>
                <a:t>() </a:t>
              </a:r>
              <a:r>
                <a:rPr lang="en-US" sz="1400" kern="0" dirty="0">
                  <a:solidFill>
                    <a:srgbClr val="000000"/>
                  </a:solidFill>
                  <a:latin typeface="Adobe Fan Heiti Std B" pitchFamily="34" charset="-128"/>
                  <a:ea typeface="Adobe Fan Heiti Std B" pitchFamily="34" charset="-128"/>
                </a:rPr>
                <a:t>{</a:t>
              </a:r>
            </a:p>
            <a:p>
              <a:pPr marL="0" indent="0">
                <a:buNone/>
              </a:pPr>
              <a:r>
                <a:rPr lang="en-US" sz="1400" kern="0" dirty="0">
                  <a:solidFill>
                    <a:srgbClr val="000000"/>
                  </a:solidFill>
                  <a:latin typeface="Adobe Fan Heiti Std B" pitchFamily="34" charset="-128"/>
                  <a:ea typeface="Adobe Fan Heiti Std B" pitchFamily="34" charset="-128"/>
                </a:rPr>
                <a:t>           </a:t>
              </a:r>
              <a:r>
                <a:rPr lang="en-US" sz="1400" kern="0" dirty="0" err="1">
                  <a:solidFill>
                    <a:srgbClr val="000000"/>
                  </a:solidFill>
                  <a:latin typeface="Adobe Fan Heiti Std B" pitchFamily="34" charset="-128"/>
                  <a:ea typeface="Adobe Fan Heiti Std B" pitchFamily="34" charset="-128"/>
                </a:rPr>
                <a:t>system.out.</a:t>
              </a:r>
              <a:r>
                <a:rPr lang="en-US" sz="1400" kern="0" dirty="0" err="1">
                  <a:solidFill>
                    <a:srgbClr val="FF0000"/>
                  </a:solidFill>
                  <a:latin typeface="Adobe Fan Heiti Std B" pitchFamily="34" charset="-128"/>
                  <a:ea typeface="Adobe Fan Heiti Std B" pitchFamily="34" charset="-128"/>
                </a:rPr>
                <a:t>println</a:t>
              </a:r>
              <a:r>
                <a:rPr lang="en-US" sz="1400" kern="0" dirty="0">
                  <a:solidFill>
                    <a:srgbClr val="FF0000"/>
                  </a:solidFill>
                  <a:latin typeface="Adobe Fan Heiti Std B" pitchFamily="34" charset="-128"/>
                  <a:ea typeface="Adobe Fan Heiti Std B" pitchFamily="34" charset="-128"/>
                </a:rPr>
                <a:t>(</a:t>
              </a:r>
              <a:r>
                <a:rPr lang="en-US" sz="1400" kern="0" dirty="0">
                  <a:solidFill>
                    <a:srgbClr val="00B050"/>
                  </a:solidFill>
                  <a:latin typeface="Adobe Fan Heiti Std B" pitchFamily="34" charset="-128"/>
                  <a:ea typeface="Adobe Fan Heiti Std B" pitchFamily="34" charset="-128"/>
                </a:rPr>
                <a:t>"</a:t>
              </a:r>
              <a:r>
                <a:rPr lang="en-US" sz="1400" kern="0" dirty="0" err="1">
                  <a:solidFill>
                    <a:srgbClr val="00B050"/>
                  </a:solidFill>
                  <a:latin typeface="Adobe Fan Heiti Std B" pitchFamily="34" charset="-128"/>
                  <a:ea typeface="Adobe Fan Heiti Std B" pitchFamily="34" charset="-128"/>
                </a:rPr>
                <a:t>Pio</a:t>
              </a:r>
              <a:r>
                <a:rPr lang="en-US" sz="1400" kern="0" dirty="0">
                  <a:solidFill>
                    <a:srgbClr val="00B050"/>
                  </a:solidFill>
                  <a:latin typeface="Adobe Fan Heiti Std B" pitchFamily="34" charset="-128"/>
                  <a:ea typeface="Adobe Fan Heiti Std B" pitchFamily="34" charset="-128"/>
                </a:rPr>
                <a:t>"</a:t>
              </a:r>
              <a:r>
                <a:rPr lang="en-US" sz="1400" kern="0" dirty="0">
                  <a:solidFill>
                    <a:srgbClr val="FF0000"/>
                  </a:solidFill>
                  <a:latin typeface="Adobe Fan Heiti Std B" pitchFamily="34" charset="-128"/>
                  <a:ea typeface="Adobe Fan Heiti Std B" pitchFamily="34" charset="-128"/>
                </a:rPr>
                <a:t>)</a:t>
              </a:r>
              <a:r>
                <a:rPr lang="en-US" sz="1400" kern="0" dirty="0">
                  <a:solidFill>
                    <a:srgbClr val="000000"/>
                  </a:solidFill>
                  <a:latin typeface="Adobe Fan Heiti Std B" pitchFamily="34" charset="-128"/>
                  <a:ea typeface="Adobe Fan Heiti Std B" pitchFamily="34" charset="-128"/>
                </a:rPr>
                <a:t>;</a:t>
              </a:r>
            </a:p>
            <a:p>
              <a:pPr marL="0" indent="0">
                <a:buNone/>
              </a:pPr>
              <a:r>
                <a:rPr lang="en-US" sz="1400" kern="0" dirty="0">
                  <a:solidFill>
                    <a:srgbClr val="000000"/>
                  </a:solidFill>
                  <a:latin typeface="Adobe Fan Heiti Std B" pitchFamily="34" charset="-128"/>
                  <a:ea typeface="Adobe Fan Heiti Std B" pitchFamily="34" charset="-128"/>
                </a:rPr>
                <a:t>     }</a:t>
              </a:r>
            </a:p>
          </p:txBody>
        </p:sp>
      </p:grpSp>
      <p:sp>
        <p:nvSpPr>
          <p:cNvPr id="10" name="2 Marcador de contenido"/>
          <p:cNvSpPr txBox="1">
            <a:spLocks/>
          </p:cNvSpPr>
          <p:nvPr/>
        </p:nvSpPr>
        <p:spPr bwMode="auto">
          <a:xfrm>
            <a:off x="4283969" y="5627817"/>
            <a:ext cx="4752528" cy="1257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r>
              <a:rPr lang="es-ES" sz="1500" kern="0" dirty="0"/>
              <a:t>Las interfaces permiten tratar homogéneamente clases no relacionadas jerárquicamente, pero que comparten la misma interface.</a:t>
            </a:r>
          </a:p>
        </p:txBody>
      </p:sp>
      <p:grpSp>
        <p:nvGrpSpPr>
          <p:cNvPr id="11" name="10 Grupo"/>
          <p:cNvGrpSpPr/>
          <p:nvPr/>
        </p:nvGrpSpPr>
        <p:grpSpPr>
          <a:xfrm>
            <a:off x="449831" y="5748231"/>
            <a:ext cx="3798902" cy="799084"/>
            <a:chOff x="467544" y="5525363"/>
            <a:chExt cx="3631862" cy="1073918"/>
          </a:xfrm>
        </p:grpSpPr>
        <p:grpSp>
          <p:nvGrpSpPr>
            <p:cNvPr id="13" name="12 Grupo"/>
            <p:cNvGrpSpPr/>
            <p:nvPr/>
          </p:nvGrpSpPr>
          <p:grpSpPr>
            <a:xfrm>
              <a:off x="467544" y="5567460"/>
              <a:ext cx="832294" cy="1031821"/>
              <a:chOff x="570627" y="5567460"/>
              <a:chExt cx="832294" cy="1031821"/>
            </a:xfrm>
          </p:grpSpPr>
          <p:sp>
            <p:nvSpPr>
              <p:cNvPr id="31" name="30 Rectángulo"/>
              <p:cNvSpPr/>
              <p:nvPr/>
            </p:nvSpPr>
            <p:spPr bwMode="auto">
              <a:xfrm>
                <a:off x="620767" y="5567460"/>
                <a:ext cx="700033"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2" name="Rectangle 3"/>
              <p:cNvSpPr txBox="1">
                <a:spLocks noChangeArrowheads="1"/>
              </p:cNvSpPr>
              <p:nvPr/>
            </p:nvSpPr>
            <p:spPr bwMode="auto">
              <a:xfrm>
                <a:off x="570627" y="6164306"/>
                <a:ext cx="832294"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000" kern="0" dirty="0" err="1">
                    <a:solidFill>
                      <a:srgbClr val="00B050"/>
                    </a:solidFill>
                  </a:rPr>
                  <a:t>Hablante</a:t>
                </a:r>
                <a:endParaRPr lang="en-US" sz="1000" kern="0" dirty="0">
                  <a:solidFill>
                    <a:srgbClr val="00B050"/>
                  </a:solidFill>
                </a:endParaRPr>
              </a:p>
            </p:txBody>
          </p:sp>
        </p:grpSp>
        <p:grpSp>
          <p:nvGrpSpPr>
            <p:cNvPr id="14" name="13 Grupo"/>
            <p:cNvGrpSpPr/>
            <p:nvPr/>
          </p:nvGrpSpPr>
          <p:grpSpPr>
            <a:xfrm>
              <a:off x="1167436" y="5567460"/>
              <a:ext cx="832294" cy="1031821"/>
              <a:chOff x="570627" y="5567460"/>
              <a:chExt cx="832294" cy="1031821"/>
            </a:xfrm>
          </p:grpSpPr>
          <p:sp>
            <p:nvSpPr>
              <p:cNvPr id="29" name="28 Rectángulo"/>
              <p:cNvSpPr/>
              <p:nvPr/>
            </p:nvSpPr>
            <p:spPr bwMode="auto">
              <a:xfrm>
                <a:off x="620767" y="5567460"/>
                <a:ext cx="700033"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0" name="Rectangle 3"/>
              <p:cNvSpPr txBox="1">
                <a:spLocks noChangeArrowheads="1"/>
              </p:cNvSpPr>
              <p:nvPr/>
            </p:nvSpPr>
            <p:spPr bwMode="auto">
              <a:xfrm>
                <a:off x="570627" y="6164306"/>
                <a:ext cx="832294"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000" kern="0" dirty="0" err="1">
                    <a:solidFill>
                      <a:srgbClr val="00B050"/>
                    </a:solidFill>
                  </a:rPr>
                  <a:t>Hablante</a:t>
                </a:r>
                <a:endParaRPr lang="en-US" sz="1000" kern="0" dirty="0">
                  <a:solidFill>
                    <a:srgbClr val="00B050"/>
                  </a:solidFill>
                </a:endParaRPr>
              </a:p>
            </p:txBody>
          </p:sp>
        </p:grpSp>
        <p:grpSp>
          <p:nvGrpSpPr>
            <p:cNvPr id="15" name="14 Grupo"/>
            <p:cNvGrpSpPr/>
            <p:nvPr/>
          </p:nvGrpSpPr>
          <p:grpSpPr>
            <a:xfrm>
              <a:off x="1867328" y="5567460"/>
              <a:ext cx="832294" cy="1031821"/>
              <a:chOff x="570627" y="5567460"/>
              <a:chExt cx="832294" cy="1031821"/>
            </a:xfrm>
          </p:grpSpPr>
          <p:sp>
            <p:nvSpPr>
              <p:cNvPr id="27" name="26 Rectángulo"/>
              <p:cNvSpPr/>
              <p:nvPr/>
            </p:nvSpPr>
            <p:spPr bwMode="auto">
              <a:xfrm>
                <a:off x="620767" y="5567460"/>
                <a:ext cx="700033"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8" name="Rectangle 3"/>
              <p:cNvSpPr txBox="1">
                <a:spLocks noChangeArrowheads="1"/>
              </p:cNvSpPr>
              <p:nvPr/>
            </p:nvSpPr>
            <p:spPr bwMode="auto">
              <a:xfrm>
                <a:off x="570627" y="6164306"/>
                <a:ext cx="832294"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000" kern="0" dirty="0" err="1">
                    <a:solidFill>
                      <a:srgbClr val="00B050"/>
                    </a:solidFill>
                  </a:rPr>
                  <a:t>Hablante</a:t>
                </a:r>
                <a:endParaRPr lang="en-US" sz="1000" kern="0" dirty="0">
                  <a:solidFill>
                    <a:srgbClr val="00B050"/>
                  </a:solidFill>
                </a:endParaRPr>
              </a:p>
            </p:txBody>
          </p:sp>
        </p:grpSp>
        <p:grpSp>
          <p:nvGrpSpPr>
            <p:cNvPr id="16" name="15 Grupo"/>
            <p:cNvGrpSpPr/>
            <p:nvPr/>
          </p:nvGrpSpPr>
          <p:grpSpPr>
            <a:xfrm>
              <a:off x="2567220" y="5567460"/>
              <a:ext cx="832294" cy="1031821"/>
              <a:chOff x="570627" y="5567460"/>
              <a:chExt cx="832294" cy="1031821"/>
            </a:xfrm>
          </p:grpSpPr>
          <p:sp>
            <p:nvSpPr>
              <p:cNvPr id="25" name="24 Rectángulo"/>
              <p:cNvSpPr/>
              <p:nvPr/>
            </p:nvSpPr>
            <p:spPr bwMode="auto">
              <a:xfrm>
                <a:off x="620767" y="5567460"/>
                <a:ext cx="700033"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6" name="Rectangle 3"/>
              <p:cNvSpPr txBox="1">
                <a:spLocks noChangeArrowheads="1"/>
              </p:cNvSpPr>
              <p:nvPr/>
            </p:nvSpPr>
            <p:spPr bwMode="auto">
              <a:xfrm>
                <a:off x="570627" y="6164306"/>
                <a:ext cx="832294"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000" kern="0" dirty="0" err="1">
                    <a:solidFill>
                      <a:srgbClr val="00B050"/>
                    </a:solidFill>
                  </a:rPr>
                  <a:t>Hablante</a:t>
                </a:r>
                <a:endParaRPr lang="en-US" sz="1000" kern="0" dirty="0">
                  <a:solidFill>
                    <a:srgbClr val="00B050"/>
                  </a:solidFill>
                </a:endParaRPr>
              </a:p>
            </p:txBody>
          </p:sp>
        </p:grpSp>
        <p:grpSp>
          <p:nvGrpSpPr>
            <p:cNvPr id="17" name="16 Grupo"/>
            <p:cNvGrpSpPr/>
            <p:nvPr/>
          </p:nvGrpSpPr>
          <p:grpSpPr>
            <a:xfrm>
              <a:off x="3267112" y="5567460"/>
              <a:ext cx="832294" cy="1031821"/>
              <a:chOff x="570627" y="5567460"/>
              <a:chExt cx="832294" cy="1031821"/>
            </a:xfrm>
          </p:grpSpPr>
          <p:sp>
            <p:nvSpPr>
              <p:cNvPr id="23" name="22 Rectángulo"/>
              <p:cNvSpPr/>
              <p:nvPr/>
            </p:nvSpPr>
            <p:spPr bwMode="auto">
              <a:xfrm>
                <a:off x="620767" y="5567460"/>
                <a:ext cx="700033" cy="616840"/>
              </a:xfrm>
              <a:prstGeom prst="rect">
                <a:avLst/>
              </a:prstGeom>
              <a:solidFill>
                <a:srgbClr val="A2FCA2"/>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4" name="Rectangle 3"/>
              <p:cNvSpPr txBox="1">
                <a:spLocks noChangeArrowheads="1"/>
              </p:cNvSpPr>
              <p:nvPr/>
            </p:nvSpPr>
            <p:spPr bwMode="auto">
              <a:xfrm>
                <a:off x="570627" y="6164306"/>
                <a:ext cx="832294"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000" kern="0" dirty="0" err="1">
                    <a:solidFill>
                      <a:srgbClr val="00B050"/>
                    </a:solidFill>
                  </a:rPr>
                  <a:t>Hablante</a:t>
                </a:r>
                <a:endParaRPr lang="en-US" sz="1000" kern="0" dirty="0">
                  <a:solidFill>
                    <a:srgbClr val="00B050"/>
                  </a:solidFill>
                </a:endParaRPr>
              </a:p>
            </p:txBody>
          </p:sp>
        </p:grpSp>
        <p:pic>
          <p:nvPicPr>
            <p:cNvPr id="18" name="Picture 2" descr="C:\Users\Raúl\Desktop\Pollito\pollito.png">
              <a:hlinkClick r:id="" action="ppaction://noaction">
                <a:snd r:embed="rId2" name="pio.wav"/>
              </a:hlinkClick>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4845" y="5663121"/>
              <a:ext cx="317692" cy="501185"/>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C:\Users\Raúl\Desktop\Persona.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89696" y="5525364"/>
              <a:ext cx="438230" cy="658935"/>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 descr="C:\Users\Raúl\Desktop\Persona.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91500" y="5525363"/>
              <a:ext cx="438230" cy="658935"/>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 descr="C:\Users\Raúl\Desktop\Pollito\pollito.png">
              <a:hlinkClick r:id="" action="ppaction://noaction">
                <a:snd r:embed="rId2" name="pio.wav"/>
              </a:hlinkClick>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08530" y="5663121"/>
              <a:ext cx="317692" cy="501185"/>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C:\Users\Raúl\Desktop\Pollito\pollito.png">
              <a:hlinkClick r:id="" action="ppaction://noaction">
                <a:snd r:embed="rId2" name="pio.wav"/>
              </a:hlinkClick>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08422" y="5663121"/>
              <a:ext cx="317692" cy="501185"/>
            </a:xfrm>
            <a:prstGeom prst="rect">
              <a:avLst/>
            </a:prstGeom>
            <a:noFill/>
            <a:extLst>
              <a:ext uri="{909E8E84-426E-40DD-AFC4-6F175D3DCCD1}">
                <a14:hiddenFill xmlns:a14="http://schemas.microsoft.com/office/drawing/2010/main">
                  <a:solidFill>
                    <a:srgbClr val="FFFFFF"/>
                  </a:solidFill>
                </a14:hiddenFill>
              </a:ext>
            </a:extLst>
          </p:spPr>
        </p:pic>
      </p:grpSp>
      <p:sp>
        <p:nvSpPr>
          <p:cNvPr id="33" name="Rectangle 3"/>
          <p:cNvSpPr txBox="1">
            <a:spLocks noChangeArrowheads="1"/>
          </p:cNvSpPr>
          <p:nvPr/>
        </p:nvSpPr>
        <p:spPr bwMode="auto">
          <a:xfrm>
            <a:off x="1249792" y="5300020"/>
            <a:ext cx="2017319" cy="361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t>hablantes</a:t>
            </a:r>
            <a:endParaRPr lang="en-US" sz="1600" kern="0" dirty="0"/>
          </a:p>
        </p:txBody>
      </p:sp>
    </p:spTree>
    <p:extLst>
      <p:ext uri="{BB962C8B-B14F-4D97-AF65-F5344CB8AC3E}">
        <p14:creationId xmlns:p14="http://schemas.microsoft.com/office/powerpoint/2010/main" val="41435764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9" name="Conector recto 108"/>
          <p:cNvCxnSpPr/>
          <p:nvPr/>
        </p:nvCxnSpPr>
        <p:spPr bwMode="auto">
          <a:xfrm>
            <a:off x="302320" y="6493527"/>
            <a:ext cx="8645752" cy="0"/>
          </a:xfrm>
          <a:prstGeom prst="line">
            <a:avLst/>
          </a:prstGeom>
          <a:solidFill>
            <a:schemeClr val="accent1"/>
          </a:solidFill>
          <a:ln w="19050" cap="flat" cmpd="sng" algn="ctr">
            <a:solidFill>
              <a:srgbClr val="CCFFFF"/>
            </a:solidFill>
            <a:prstDash val="solid"/>
            <a:round/>
            <a:headEnd type="none" w="med" len="med"/>
            <a:tailEnd type="none" w="med" len="med"/>
          </a:ln>
          <a:effectLst/>
        </p:spPr>
      </p:cxnSp>
      <p:sp>
        <p:nvSpPr>
          <p:cNvPr id="2" name="1 Título"/>
          <p:cNvSpPr>
            <a:spLocks noGrp="1"/>
          </p:cNvSpPr>
          <p:nvPr>
            <p:ph type="title"/>
          </p:nvPr>
        </p:nvSpPr>
        <p:spPr>
          <a:xfrm>
            <a:off x="542924" y="53975"/>
            <a:ext cx="8133531" cy="563563"/>
          </a:xfrm>
        </p:spPr>
        <p:txBody>
          <a:bodyPr/>
          <a:lstStyle/>
          <a:p>
            <a:r>
              <a:rPr lang="es-ES"/>
              <a:t>Herencia en Interfaces</a:t>
            </a:r>
            <a:endParaRPr lang="es-ES" dirty="0"/>
          </a:p>
        </p:txBody>
      </p:sp>
      <p:grpSp>
        <p:nvGrpSpPr>
          <p:cNvPr id="51" name="Grupo 50"/>
          <p:cNvGrpSpPr/>
          <p:nvPr/>
        </p:nvGrpSpPr>
        <p:grpSpPr>
          <a:xfrm>
            <a:off x="1047714" y="692696"/>
            <a:ext cx="2846188" cy="1012955"/>
            <a:chOff x="2990661" y="689769"/>
            <a:chExt cx="2846188" cy="1012955"/>
          </a:xfrm>
        </p:grpSpPr>
        <p:sp>
          <p:nvSpPr>
            <p:cNvPr id="6" name="5 Rectángulo redondeado"/>
            <p:cNvSpPr/>
            <p:nvPr/>
          </p:nvSpPr>
          <p:spPr bwMode="auto">
            <a:xfrm>
              <a:off x="2990661" y="1241518"/>
              <a:ext cx="2846188" cy="461206"/>
            </a:xfrm>
            <a:prstGeom prst="roundRect">
              <a:avLst/>
            </a:prstGeom>
            <a:solidFill>
              <a:schemeClr val="tx2">
                <a:lumMod val="60000"/>
                <a:lumOff val="40000"/>
              </a:schemeClr>
            </a:solidFill>
            <a:ln>
              <a:headEnd type="none" w="med" len="med"/>
              <a:tailEnd type="none" w="med" len="me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3" name="Rectangle 3"/>
            <p:cNvSpPr txBox="1">
              <a:spLocks noChangeArrowheads="1"/>
            </p:cNvSpPr>
            <p:nvPr/>
          </p:nvSpPr>
          <p:spPr bwMode="auto">
            <a:xfrm>
              <a:off x="3563890" y="689769"/>
              <a:ext cx="1699728"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lnSpc>
                  <a:spcPts val="1500"/>
                </a:lnSpc>
                <a:buNone/>
              </a:pPr>
              <a:r>
                <a:rPr lang="en-US" sz="1400" b="0" kern="0" dirty="0">
                  <a:solidFill>
                    <a:schemeClr val="tx2">
                      <a:lumMod val="75000"/>
                    </a:schemeClr>
                  </a:solidFill>
                  <a:latin typeface="Arial Black" panose="020B0A04020102020204" pitchFamily="34" charset="0"/>
                  <a:ea typeface="Adobe Fan Heiti Std B" pitchFamily="34" charset="-128"/>
                </a:rPr>
                <a:t>Interface</a:t>
              </a:r>
              <a:endParaRPr lang="en-US" sz="1400" b="0" kern="0" dirty="0">
                <a:solidFill>
                  <a:srgbClr val="00B050"/>
                </a:solidFill>
                <a:latin typeface="Arial Black" panose="020B0A04020102020204" pitchFamily="34" charset="0"/>
                <a:ea typeface="Adobe Fan Heiti Std B" pitchFamily="34" charset="-128"/>
              </a:endParaRPr>
            </a:p>
            <a:p>
              <a:pPr marL="0" indent="0" algn="ctr">
                <a:lnSpc>
                  <a:spcPts val="1500"/>
                </a:lnSpc>
                <a:buNone/>
              </a:pPr>
              <a:r>
                <a:rPr lang="en-US" sz="1800" kern="0" dirty="0" err="1">
                  <a:solidFill>
                    <a:srgbClr val="00B050"/>
                  </a:solidFill>
                </a:rPr>
                <a:t>Herbivoro</a:t>
              </a:r>
              <a:endParaRPr lang="en-US" sz="1800" kern="0" dirty="0">
                <a:solidFill>
                  <a:srgbClr val="00B050"/>
                </a:solidFill>
              </a:endParaRPr>
            </a:p>
          </p:txBody>
        </p:sp>
        <p:sp>
          <p:nvSpPr>
            <p:cNvPr id="10" name="Rectangle 3"/>
            <p:cNvSpPr txBox="1">
              <a:spLocks noChangeArrowheads="1"/>
            </p:cNvSpPr>
            <p:nvPr/>
          </p:nvSpPr>
          <p:spPr bwMode="auto">
            <a:xfrm>
              <a:off x="3059832" y="1305954"/>
              <a:ext cx="2664295"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a:solidFill>
                    <a:schemeClr val="accent2">
                      <a:lumMod val="20000"/>
                      <a:lumOff val="80000"/>
                    </a:schemeClr>
                  </a:solidFill>
                  <a:ea typeface="Adobe Fan Heiti Std B" pitchFamily="34" charset="-128"/>
                </a:rPr>
                <a:t> </a:t>
              </a:r>
              <a:r>
                <a:rPr lang="en-US" sz="1600" b="0" kern="0" dirty="0">
                  <a:solidFill>
                    <a:schemeClr val="bg1"/>
                  </a:solidFill>
                  <a:ea typeface="Adobe Fan Heiti Std B" pitchFamily="34" charset="-128"/>
                </a:rPr>
                <a:t>void</a:t>
              </a:r>
              <a:r>
                <a:rPr lang="en-US" sz="1600" kern="0" dirty="0">
                  <a:solidFill>
                    <a:schemeClr val="accent2">
                      <a:lumMod val="20000"/>
                      <a:lumOff val="80000"/>
                    </a:schemeClr>
                  </a:solidFill>
                  <a:ea typeface="Adobe Fan Heiti Std B" pitchFamily="34" charset="-128"/>
                </a:rPr>
                <a:t> </a:t>
              </a:r>
              <a:r>
                <a:rPr lang="en-US" sz="1600" kern="0" dirty="0" err="1">
                  <a:solidFill>
                    <a:schemeClr val="accent2">
                      <a:lumMod val="20000"/>
                      <a:lumOff val="80000"/>
                    </a:schemeClr>
                  </a:solidFill>
                  <a:latin typeface="Adobe Fan Heiti Std B" pitchFamily="34" charset="-128"/>
                  <a:ea typeface="Adobe Fan Heiti Std B" pitchFamily="34" charset="-128"/>
                </a:rPr>
                <a:t>comeHierba</a:t>
              </a:r>
              <a:r>
                <a:rPr lang="en-US" sz="1600" kern="0" dirty="0">
                  <a:solidFill>
                    <a:schemeClr val="accent2">
                      <a:lumMod val="20000"/>
                      <a:lumOff val="80000"/>
                    </a:schemeClr>
                  </a:solidFill>
                  <a:latin typeface="Adobe Fan Heiti Std B" pitchFamily="34" charset="-128"/>
                  <a:ea typeface="Adobe Fan Heiti Std B" pitchFamily="34" charset="-128"/>
                </a:rPr>
                <a:t>( );</a:t>
              </a:r>
              <a:endParaRPr lang="en-US" sz="1600" kern="0" dirty="0">
                <a:solidFill>
                  <a:srgbClr val="0070C0"/>
                </a:solidFill>
                <a:latin typeface="Adobe Fan Heiti Std B" pitchFamily="34" charset="-128"/>
                <a:ea typeface="Adobe Fan Heiti Std B" pitchFamily="34" charset="-128"/>
              </a:endParaRPr>
            </a:p>
          </p:txBody>
        </p:sp>
      </p:grpSp>
      <p:grpSp>
        <p:nvGrpSpPr>
          <p:cNvPr id="53" name="Grupo 52"/>
          <p:cNvGrpSpPr/>
          <p:nvPr/>
        </p:nvGrpSpPr>
        <p:grpSpPr>
          <a:xfrm>
            <a:off x="214912" y="4205795"/>
            <a:ext cx="4188719" cy="2466492"/>
            <a:chOff x="2157859" y="4202868"/>
            <a:chExt cx="4188719" cy="2466492"/>
          </a:xfrm>
        </p:grpSpPr>
        <p:sp>
          <p:nvSpPr>
            <p:cNvPr id="29" name="28 Rectángulo redondeado"/>
            <p:cNvSpPr/>
            <p:nvPr/>
          </p:nvSpPr>
          <p:spPr bwMode="auto">
            <a:xfrm>
              <a:off x="2627784" y="4798615"/>
              <a:ext cx="3718794" cy="1870745"/>
            </a:xfrm>
            <a:prstGeom prst="roundRect">
              <a:avLst/>
            </a:prstGeom>
            <a:ln>
              <a:headEnd type="none" w="med" len="med"/>
              <a:tailEnd type="none" w="med" len="me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2" name="Rectangle 3"/>
            <p:cNvSpPr txBox="1">
              <a:spLocks noChangeArrowheads="1"/>
            </p:cNvSpPr>
            <p:nvPr/>
          </p:nvSpPr>
          <p:spPr bwMode="auto">
            <a:xfrm>
              <a:off x="3059832" y="4202868"/>
              <a:ext cx="2809474"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b="0" kern="0" dirty="0">
                  <a:solidFill>
                    <a:srgbClr val="000000"/>
                  </a:solidFill>
                  <a:latin typeface="Arial Black" panose="020B0A04020102020204" pitchFamily="34" charset="0"/>
                  <a:ea typeface="Adobe Fan Heiti Std B" pitchFamily="34" charset="-128"/>
                </a:rPr>
                <a:t>class</a:t>
              </a:r>
              <a:r>
                <a:rPr lang="en-US" sz="1400" b="0" kern="0" dirty="0">
                  <a:solidFill>
                    <a:schemeClr val="bg1"/>
                  </a:solidFill>
                  <a:latin typeface="Arial Black" panose="020B0A04020102020204" pitchFamily="34" charset="0"/>
                  <a:ea typeface="Adobe Fan Heiti Std B" pitchFamily="34" charset="-128"/>
                </a:rPr>
                <a:t> </a:t>
              </a:r>
              <a:r>
                <a:rPr lang="en-US" sz="1400" b="0" kern="0" dirty="0">
                  <a:solidFill>
                    <a:srgbClr val="0070C0"/>
                  </a:solidFill>
                  <a:latin typeface="Arial Black" panose="020B0A04020102020204" pitchFamily="34" charset="0"/>
                  <a:ea typeface="Adobe Fan Heiti Std B" pitchFamily="34" charset="-128"/>
                </a:rPr>
                <a:t> </a:t>
              </a:r>
              <a:r>
                <a:rPr lang="en-US" sz="1800" kern="0" dirty="0"/>
                <a:t>Persona</a:t>
              </a:r>
            </a:p>
            <a:p>
              <a:pPr marL="0" indent="0" algn="ctr">
                <a:lnSpc>
                  <a:spcPts val="1500"/>
                </a:lnSpc>
                <a:buNone/>
              </a:pPr>
              <a:r>
                <a:rPr lang="en-US" sz="1600" kern="0">
                  <a:solidFill>
                    <a:srgbClr val="FF6600"/>
                  </a:solidFill>
                </a:rPr>
                <a:t>implements Omnivoro</a:t>
              </a:r>
              <a:endParaRPr lang="en-US" sz="1600" kern="0" dirty="0">
                <a:solidFill>
                  <a:srgbClr val="FF6600"/>
                </a:solidFill>
              </a:endParaRPr>
            </a:p>
          </p:txBody>
        </p:sp>
        <p:cxnSp>
          <p:nvCxnSpPr>
            <p:cNvPr id="33" name="32 Conector recto"/>
            <p:cNvCxnSpPr/>
            <p:nvPr/>
          </p:nvCxnSpPr>
          <p:spPr bwMode="auto">
            <a:xfrm>
              <a:off x="2627784" y="5473690"/>
              <a:ext cx="3718794" cy="0"/>
            </a:xfrm>
            <a:prstGeom prst="line">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sp>
          <p:nvSpPr>
            <p:cNvPr id="34" name="Rectangle 3"/>
            <p:cNvSpPr txBox="1">
              <a:spLocks noChangeArrowheads="1"/>
            </p:cNvSpPr>
            <p:nvPr/>
          </p:nvSpPr>
          <p:spPr bwMode="auto">
            <a:xfrm>
              <a:off x="3620535" y="6235178"/>
              <a:ext cx="1728192"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rgbClr val="0070C0"/>
                  </a:solidFill>
                  <a:latin typeface="Adobe Fan Heiti Std B" pitchFamily="34" charset="-128"/>
                  <a:ea typeface="Adobe Fan Heiti Std B" pitchFamily="34" charset="-128"/>
                </a:rPr>
                <a:t>pensar</a:t>
              </a:r>
              <a:r>
                <a:rPr lang="en-US" sz="1600" kern="0">
                  <a:solidFill>
                    <a:srgbClr val="0070C0"/>
                  </a:solidFill>
                  <a:latin typeface="Adobe Fan Heiti Std B" pitchFamily="34" charset="-128"/>
                  <a:ea typeface="Adobe Fan Heiti Std B" pitchFamily="34" charset="-128"/>
                </a:rPr>
                <a:t>( ) {…}</a:t>
              </a:r>
              <a:endParaRPr lang="en-US" sz="1600" kern="0" dirty="0">
                <a:solidFill>
                  <a:srgbClr val="0070C0"/>
                </a:solidFill>
                <a:latin typeface="Adobe Fan Heiti Std B" pitchFamily="34" charset="-128"/>
                <a:ea typeface="Adobe Fan Heiti Std B" pitchFamily="34" charset="-128"/>
              </a:endParaRPr>
            </a:p>
          </p:txBody>
        </p:sp>
        <p:sp>
          <p:nvSpPr>
            <p:cNvPr id="35" name="Rectangle 3"/>
            <p:cNvSpPr txBox="1">
              <a:spLocks noChangeArrowheads="1"/>
            </p:cNvSpPr>
            <p:nvPr/>
          </p:nvSpPr>
          <p:spPr bwMode="auto">
            <a:xfrm>
              <a:off x="3507813" y="4824271"/>
              <a:ext cx="2016225" cy="198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rgbClr val="000000"/>
                  </a:solidFill>
                  <a:latin typeface="Adobe Fan Heiti Std B" pitchFamily="34" charset="-128"/>
                  <a:ea typeface="Adobe Fan Heiti Std B" pitchFamily="34" charset="-128"/>
                </a:rPr>
                <a:t>nombre</a:t>
              </a:r>
              <a:endParaRPr lang="en-US" sz="1600" kern="0" dirty="0">
                <a:solidFill>
                  <a:srgbClr val="000000"/>
                </a:solidFill>
                <a:latin typeface="Adobe Fan Heiti Std B" pitchFamily="34" charset="-128"/>
                <a:ea typeface="Adobe Fan Heiti Std B" pitchFamily="34" charset="-128"/>
              </a:endParaRPr>
            </a:p>
          </p:txBody>
        </p:sp>
        <p:sp>
          <p:nvSpPr>
            <p:cNvPr id="36" name="Rectangle 3"/>
            <p:cNvSpPr txBox="1">
              <a:spLocks noChangeArrowheads="1"/>
            </p:cNvSpPr>
            <p:nvPr/>
          </p:nvSpPr>
          <p:spPr bwMode="auto">
            <a:xfrm>
              <a:off x="3507813" y="5092723"/>
              <a:ext cx="2016225" cy="244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a:solidFill>
                    <a:srgbClr val="000000"/>
                  </a:solidFill>
                  <a:latin typeface="Adobe Fan Heiti Std B" pitchFamily="34" charset="-128"/>
                  <a:ea typeface="Adobe Fan Heiti Std B" pitchFamily="34" charset="-128"/>
                </a:rPr>
                <a:t>energia</a:t>
              </a:r>
              <a:endParaRPr lang="en-US" sz="1600" kern="0" dirty="0">
                <a:solidFill>
                  <a:srgbClr val="000000"/>
                </a:solidFill>
                <a:latin typeface="Adobe Fan Heiti Std B" pitchFamily="34" charset="-128"/>
                <a:ea typeface="Adobe Fan Heiti Std B" pitchFamily="34" charset="-128"/>
              </a:endParaRPr>
            </a:p>
          </p:txBody>
        </p:sp>
        <p:pic>
          <p:nvPicPr>
            <p:cNvPr id="1026" name="Picture 2" descr="C:\Users\Raúl\Desktop\Persona.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57859" y="5246401"/>
              <a:ext cx="832802" cy="107029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2" name="Grupo 51"/>
          <p:cNvGrpSpPr/>
          <p:nvPr/>
        </p:nvGrpSpPr>
        <p:grpSpPr>
          <a:xfrm>
            <a:off x="1052617" y="2337574"/>
            <a:ext cx="2846188" cy="1238369"/>
            <a:chOff x="2995564" y="2334647"/>
            <a:chExt cx="2846188" cy="1238369"/>
          </a:xfrm>
        </p:grpSpPr>
        <p:sp>
          <p:nvSpPr>
            <p:cNvPr id="71" name="5 Rectángulo redondeado"/>
            <p:cNvSpPr/>
            <p:nvPr/>
          </p:nvSpPr>
          <p:spPr bwMode="auto">
            <a:xfrm>
              <a:off x="2995564" y="3111810"/>
              <a:ext cx="2846188" cy="461206"/>
            </a:xfrm>
            <a:prstGeom prst="roundRect">
              <a:avLst/>
            </a:prstGeom>
            <a:solidFill>
              <a:schemeClr val="tx2">
                <a:lumMod val="60000"/>
                <a:lumOff val="40000"/>
              </a:schemeClr>
            </a:solidFill>
            <a:ln>
              <a:headEnd type="none" w="med" len="med"/>
              <a:tailEnd type="none" w="med" len="me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2" name="Rectangle 3"/>
            <p:cNvSpPr txBox="1">
              <a:spLocks noChangeArrowheads="1"/>
            </p:cNvSpPr>
            <p:nvPr/>
          </p:nvSpPr>
          <p:spPr bwMode="auto">
            <a:xfrm>
              <a:off x="3049304" y="2334647"/>
              <a:ext cx="270662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lnSpc>
                  <a:spcPts val="1500"/>
                </a:lnSpc>
                <a:buNone/>
              </a:pPr>
              <a:r>
                <a:rPr lang="en-US" sz="1400" b="0" kern="0" dirty="0">
                  <a:solidFill>
                    <a:schemeClr val="tx2">
                      <a:lumMod val="75000"/>
                    </a:schemeClr>
                  </a:solidFill>
                  <a:latin typeface="Arial Black" panose="020B0A04020102020204" pitchFamily="34" charset="0"/>
                  <a:ea typeface="Adobe Fan Heiti Std B" pitchFamily="34" charset="-128"/>
                </a:rPr>
                <a:t>Interface</a:t>
              </a:r>
              <a:endParaRPr lang="en-US" sz="1400" b="0" kern="0" dirty="0">
                <a:solidFill>
                  <a:srgbClr val="00B050"/>
                </a:solidFill>
                <a:latin typeface="Arial Black" panose="020B0A04020102020204" pitchFamily="34" charset="0"/>
                <a:ea typeface="Adobe Fan Heiti Std B" pitchFamily="34" charset="-128"/>
              </a:endParaRPr>
            </a:p>
            <a:p>
              <a:pPr marL="0" indent="0" algn="ctr">
                <a:lnSpc>
                  <a:spcPts val="1500"/>
                </a:lnSpc>
                <a:buNone/>
              </a:pPr>
              <a:r>
                <a:rPr lang="en-US" sz="1800" kern="0" dirty="0" err="1">
                  <a:solidFill>
                    <a:srgbClr val="00B050"/>
                  </a:solidFill>
                </a:rPr>
                <a:t>Omnivoro</a:t>
              </a:r>
              <a:endParaRPr lang="en-US" sz="1800" kern="0" dirty="0">
                <a:solidFill>
                  <a:srgbClr val="00B050"/>
                </a:solidFill>
              </a:endParaRPr>
            </a:p>
            <a:p>
              <a:pPr marL="0" indent="0" algn="ctr">
                <a:lnSpc>
                  <a:spcPts val="1500"/>
                </a:lnSpc>
                <a:buNone/>
              </a:pPr>
              <a:r>
                <a:rPr lang="en-US" sz="1600" kern="0" dirty="0">
                  <a:solidFill>
                    <a:schemeClr val="accent5">
                      <a:lumMod val="75000"/>
                    </a:schemeClr>
                  </a:solidFill>
                </a:rPr>
                <a:t>extends </a:t>
              </a:r>
              <a:r>
                <a:rPr lang="en-US" sz="1600" kern="0" dirty="0" err="1">
                  <a:solidFill>
                    <a:schemeClr val="tx1">
                      <a:lumMod val="60000"/>
                      <a:lumOff val="40000"/>
                    </a:schemeClr>
                  </a:solidFill>
                </a:rPr>
                <a:t>Herbivoro</a:t>
              </a:r>
              <a:endParaRPr lang="en-US" sz="1600" kern="0" dirty="0">
                <a:solidFill>
                  <a:schemeClr val="tx1">
                    <a:lumMod val="60000"/>
                    <a:lumOff val="40000"/>
                  </a:schemeClr>
                </a:solidFill>
              </a:endParaRPr>
            </a:p>
          </p:txBody>
        </p:sp>
        <p:sp>
          <p:nvSpPr>
            <p:cNvPr id="73" name="Rectangle 3"/>
            <p:cNvSpPr txBox="1">
              <a:spLocks noChangeArrowheads="1"/>
            </p:cNvSpPr>
            <p:nvPr/>
          </p:nvSpPr>
          <p:spPr bwMode="auto">
            <a:xfrm>
              <a:off x="3064735" y="3176246"/>
              <a:ext cx="2664295"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a:solidFill>
                    <a:schemeClr val="accent2">
                      <a:lumMod val="20000"/>
                      <a:lumOff val="80000"/>
                    </a:schemeClr>
                  </a:solidFill>
                  <a:ea typeface="Adobe Fan Heiti Std B" pitchFamily="34" charset="-128"/>
                </a:rPr>
                <a:t> </a:t>
              </a:r>
              <a:r>
                <a:rPr lang="en-US" sz="1600" b="0" kern="0">
                  <a:solidFill>
                    <a:schemeClr val="bg1"/>
                  </a:solidFill>
                  <a:ea typeface="Adobe Fan Heiti Std B" pitchFamily="34" charset="-128"/>
                </a:rPr>
                <a:t>void</a:t>
              </a:r>
              <a:r>
                <a:rPr lang="en-US" sz="1600" kern="0">
                  <a:solidFill>
                    <a:schemeClr val="accent2">
                      <a:lumMod val="20000"/>
                      <a:lumOff val="80000"/>
                    </a:schemeClr>
                  </a:solidFill>
                  <a:ea typeface="Adobe Fan Heiti Std B" pitchFamily="34" charset="-128"/>
                </a:rPr>
                <a:t> </a:t>
              </a:r>
              <a:r>
                <a:rPr lang="en-US" sz="1600" kern="0">
                  <a:solidFill>
                    <a:srgbClr val="FF0000"/>
                  </a:solidFill>
                  <a:latin typeface="Adobe Fan Heiti Std B" pitchFamily="34" charset="-128"/>
                  <a:ea typeface="Adobe Fan Heiti Std B" pitchFamily="34" charset="-128"/>
                </a:rPr>
                <a:t>comeCarne( </a:t>
              </a:r>
              <a:r>
                <a:rPr lang="en-US" sz="1600" kern="0" dirty="0">
                  <a:solidFill>
                    <a:srgbClr val="FF0000"/>
                  </a:solidFill>
                  <a:latin typeface="Adobe Fan Heiti Std B" pitchFamily="34" charset="-128"/>
                  <a:ea typeface="Adobe Fan Heiti Std B" pitchFamily="34" charset="-128"/>
                </a:rPr>
                <a:t>);</a:t>
              </a:r>
            </a:p>
          </p:txBody>
        </p:sp>
      </p:grpSp>
      <p:grpSp>
        <p:nvGrpSpPr>
          <p:cNvPr id="54" name="Grupo 53"/>
          <p:cNvGrpSpPr/>
          <p:nvPr/>
        </p:nvGrpSpPr>
        <p:grpSpPr>
          <a:xfrm>
            <a:off x="881919" y="5586090"/>
            <a:ext cx="3597207" cy="726447"/>
            <a:chOff x="2824866" y="5583163"/>
            <a:chExt cx="3597207" cy="726447"/>
          </a:xfrm>
        </p:grpSpPr>
        <p:sp>
          <p:nvSpPr>
            <p:cNvPr id="30" name="Rectangle 3"/>
            <p:cNvSpPr txBox="1">
              <a:spLocks noChangeArrowheads="1"/>
            </p:cNvSpPr>
            <p:nvPr/>
          </p:nvSpPr>
          <p:spPr bwMode="auto">
            <a:xfrm>
              <a:off x="2824866" y="5583163"/>
              <a:ext cx="3569645"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600" kern="0" dirty="0" err="1">
                  <a:solidFill>
                    <a:srgbClr val="FF0000"/>
                  </a:solidFill>
                  <a:latin typeface="Adobe Fan Heiti Std B" pitchFamily="34" charset="-128"/>
                  <a:ea typeface="Adobe Fan Heiti Std B" pitchFamily="34" charset="-128"/>
                </a:rPr>
                <a:t>comeHierba</a:t>
              </a:r>
              <a:r>
                <a:rPr lang="en-US" sz="1600" kern="0" dirty="0">
                  <a:solidFill>
                    <a:srgbClr val="FF0000"/>
                  </a:solidFill>
                  <a:latin typeface="Adobe Fan Heiti Std B" pitchFamily="34" charset="-128"/>
                  <a:ea typeface="Adobe Fan Heiti Std B" pitchFamily="34" charset="-128"/>
                </a:rPr>
                <a:t>( ) { </a:t>
              </a:r>
              <a:r>
                <a:rPr lang="en-US" sz="1600" kern="0" dirty="0" err="1">
                  <a:solidFill>
                    <a:srgbClr val="000000"/>
                  </a:solidFill>
                  <a:ea typeface="Adobe Fan Heiti Std B" pitchFamily="34" charset="-128"/>
                </a:rPr>
                <a:t>energia</a:t>
              </a:r>
              <a:r>
                <a:rPr lang="en-US" sz="1600" kern="0" dirty="0">
                  <a:solidFill>
                    <a:srgbClr val="000000"/>
                  </a:solidFill>
                  <a:ea typeface="Adobe Fan Heiti Std B" pitchFamily="34" charset="-128"/>
                </a:rPr>
                <a:t> += 2;</a:t>
              </a:r>
              <a:r>
                <a:rPr lang="en-US" sz="1600" kern="0" dirty="0">
                  <a:solidFill>
                    <a:schemeClr val="accent2">
                      <a:lumMod val="20000"/>
                      <a:lumOff val="80000"/>
                    </a:schemeClr>
                  </a:solidFill>
                  <a:latin typeface="Adobe Fan Heiti Std B" pitchFamily="34" charset="-128"/>
                  <a:ea typeface="Adobe Fan Heiti Std B" pitchFamily="34" charset="-128"/>
                </a:rPr>
                <a:t> </a:t>
              </a:r>
              <a:r>
                <a:rPr lang="en-US" sz="1600" kern="0" dirty="0">
                  <a:solidFill>
                    <a:srgbClr val="FF0000"/>
                  </a:solidFill>
                  <a:latin typeface="Adobe Fan Heiti Std B" pitchFamily="34" charset="-128"/>
                  <a:ea typeface="Adobe Fan Heiti Std B" pitchFamily="34" charset="-128"/>
                </a:rPr>
                <a:t>}</a:t>
              </a:r>
              <a:endParaRPr lang="en-US" sz="1600" i="1" kern="0" dirty="0">
                <a:solidFill>
                  <a:srgbClr val="FF0000"/>
                </a:solidFill>
                <a:ea typeface="Adobe Fan Heiti Std B" pitchFamily="34" charset="-128"/>
              </a:endParaRPr>
            </a:p>
            <a:p>
              <a:pPr marL="0" indent="0">
                <a:buNone/>
              </a:pPr>
              <a:endParaRPr lang="en-US" sz="1600" kern="0" dirty="0">
                <a:solidFill>
                  <a:schemeClr val="accent2">
                    <a:lumMod val="20000"/>
                    <a:lumOff val="80000"/>
                  </a:schemeClr>
                </a:solidFill>
                <a:latin typeface="Adobe Fan Heiti Std B" pitchFamily="34" charset="-128"/>
                <a:ea typeface="Adobe Fan Heiti Std B" pitchFamily="34" charset="-128"/>
              </a:endParaRPr>
            </a:p>
          </p:txBody>
        </p:sp>
        <p:sp>
          <p:nvSpPr>
            <p:cNvPr id="76" name="Rectangle 3"/>
            <p:cNvSpPr txBox="1">
              <a:spLocks noChangeArrowheads="1"/>
            </p:cNvSpPr>
            <p:nvPr/>
          </p:nvSpPr>
          <p:spPr bwMode="auto">
            <a:xfrm>
              <a:off x="2852428" y="5912840"/>
              <a:ext cx="3569645"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600" kern="0">
                  <a:solidFill>
                    <a:srgbClr val="FF0000"/>
                  </a:solidFill>
                  <a:latin typeface="Adobe Fan Heiti Std B" pitchFamily="34" charset="-128"/>
                  <a:ea typeface="Adobe Fan Heiti Std B" pitchFamily="34" charset="-128"/>
                </a:rPr>
                <a:t>comeCarne( ) { </a:t>
              </a:r>
              <a:r>
                <a:rPr lang="en-US" sz="1600" kern="0">
                  <a:solidFill>
                    <a:srgbClr val="000000"/>
                  </a:solidFill>
                  <a:ea typeface="Adobe Fan Heiti Std B" pitchFamily="34" charset="-128"/>
                </a:rPr>
                <a:t>energia += 5;</a:t>
              </a:r>
              <a:r>
                <a:rPr lang="en-US" sz="1600" kern="0">
                  <a:solidFill>
                    <a:schemeClr val="accent2">
                      <a:lumMod val="20000"/>
                      <a:lumOff val="80000"/>
                    </a:schemeClr>
                  </a:solidFill>
                  <a:latin typeface="Adobe Fan Heiti Std B" pitchFamily="34" charset="-128"/>
                  <a:ea typeface="Adobe Fan Heiti Std B" pitchFamily="34" charset="-128"/>
                </a:rPr>
                <a:t> </a:t>
              </a:r>
              <a:r>
                <a:rPr lang="en-US" sz="1600" kern="0">
                  <a:solidFill>
                    <a:srgbClr val="FF0000"/>
                  </a:solidFill>
                  <a:latin typeface="Adobe Fan Heiti Std B" pitchFamily="34" charset="-128"/>
                  <a:ea typeface="Adobe Fan Heiti Std B" pitchFamily="34" charset="-128"/>
                </a:rPr>
                <a:t>}</a:t>
              </a:r>
              <a:endParaRPr lang="en-US" sz="1600" i="1" kern="0">
                <a:solidFill>
                  <a:srgbClr val="FF0000"/>
                </a:solidFill>
                <a:ea typeface="Adobe Fan Heiti Std B" pitchFamily="34" charset="-128"/>
              </a:endParaRPr>
            </a:p>
            <a:p>
              <a:pPr marL="0" indent="0">
                <a:buNone/>
              </a:pPr>
              <a:endParaRPr lang="en-US" sz="1600" kern="0" dirty="0">
                <a:solidFill>
                  <a:schemeClr val="accent2">
                    <a:lumMod val="20000"/>
                    <a:lumOff val="80000"/>
                  </a:schemeClr>
                </a:solidFill>
                <a:latin typeface="Adobe Fan Heiti Std B" pitchFamily="34" charset="-128"/>
                <a:ea typeface="Adobe Fan Heiti Std B" pitchFamily="34" charset="-128"/>
              </a:endParaRPr>
            </a:p>
          </p:txBody>
        </p:sp>
      </p:grpSp>
      <p:grpSp>
        <p:nvGrpSpPr>
          <p:cNvPr id="44" name="Grupo 43"/>
          <p:cNvGrpSpPr/>
          <p:nvPr/>
        </p:nvGrpSpPr>
        <p:grpSpPr>
          <a:xfrm>
            <a:off x="1967361" y="1865023"/>
            <a:ext cx="2706620" cy="482251"/>
            <a:chOff x="3910308" y="1862096"/>
            <a:chExt cx="2706620" cy="482251"/>
          </a:xfrm>
        </p:grpSpPr>
        <p:sp>
          <p:nvSpPr>
            <p:cNvPr id="43" name="Flecha abajo 42"/>
            <p:cNvSpPr/>
            <p:nvPr/>
          </p:nvSpPr>
          <p:spPr bwMode="auto">
            <a:xfrm flipV="1">
              <a:off x="4205202" y="1862096"/>
              <a:ext cx="432048" cy="417815"/>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9" name="Rectangle 3"/>
            <p:cNvSpPr txBox="1">
              <a:spLocks noChangeArrowheads="1"/>
            </p:cNvSpPr>
            <p:nvPr/>
          </p:nvSpPr>
          <p:spPr bwMode="auto">
            <a:xfrm>
              <a:off x="3910308" y="1909372"/>
              <a:ext cx="270662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lnSpc>
                  <a:spcPts val="1500"/>
                </a:lnSpc>
                <a:buNone/>
              </a:pPr>
              <a:r>
                <a:rPr lang="en-US" sz="1600" kern="0">
                  <a:solidFill>
                    <a:schemeClr val="accent5">
                      <a:lumMod val="75000"/>
                    </a:schemeClr>
                  </a:solidFill>
                </a:rPr>
                <a:t>extiende</a:t>
              </a:r>
              <a:endParaRPr lang="en-US" sz="1600" kern="0" dirty="0">
                <a:solidFill>
                  <a:schemeClr val="tx1">
                    <a:lumMod val="60000"/>
                    <a:lumOff val="40000"/>
                  </a:schemeClr>
                </a:solidFill>
              </a:endParaRPr>
            </a:p>
          </p:txBody>
        </p:sp>
      </p:grpSp>
      <p:grpSp>
        <p:nvGrpSpPr>
          <p:cNvPr id="50" name="Grupo 49"/>
          <p:cNvGrpSpPr/>
          <p:nvPr/>
        </p:nvGrpSpPr>
        <p:grpSpPr>
          <a:xfrm>
            <a:off x="2122566" y="3755962"/>
            <a:ext cx="2809474" cy="510201"/>
            <a:chOff x="4065513" y="3753035"/>
            <a:chExt cx="2809474" cy="510201"/>
          </a:xfrm>
        </p:grpSpPr>
        <p:sp>
          <p:nvSpPr>
            <p:cNvPr id="78" name="Flecha abajo 77"/>
            <p:cNvSpPr/>
            <p:nvPr/>
          </p:nvSpPr>
          <p:spPr bwMode="auto">
            <a:xfrm flipV="1">
              <a:off x="4206672" y="3753035"/>
              <a:ext cx="432048" cy="417815"/>
            </a:xfrm>
            <a:prstGeom prst="downArrow">
              <a:avLst/>
            </a:prstGeom>
            <a:solidFill>
              <a:srgbClr val="FF6600"/>
            </a:solidFill>
            <a:ln w="9525" cap="flat" cmpd="sng" algn="ctr">
              <a:solidFill>
                <a:srgbClr val="F2B8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80" name="Rectangle 3"/>
            <p:cNvSpPr txBox="1">
              <a:spLocks noChangeArrowheads="1"/>
            </p:cNvSpPr>
            <p:nvPr/>
          </p:nvSpPr>
          <p:spPr bwMode="auto">
            <a:xfrm>
              <a:off x="4065513" y="3828261"/>
              <a:ext cx="2809474"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lnSpc>
                  <a:spcPts val="1500"/>
                </a:lnSpc>
                <a:buNone/>
              </a:pPr>
              <a:r>
                <a:rPr lang="en-US" sz="1600" kern="0">
                  <a:solidFill>
                    <a:srgbClr val="FF6600"/>
                  </a:solidFill>
                </a:rPr>
                <a:t>implementa</a:t>
              </a:r>
              <a:endParaRPr lang="en-US" sz="1600" kern="0" dirty="0">
                <a:solidFill>
                  <a:srgbClr val="FF6600"/>
                </a:solidFill>
              </a:endParaRPr>
            </a:p>
          </p:txBody>
        </p:sp>
      </p:grpSp>
      <p:sp>
        <p:nvSpPr>
          <p:cNvPr id="87" name="2 Marcador de contenido"/>
          <p:cNvSpPr>
            <a:spLocks noGrp="1"/>
          </p:cNvSpPr>
          <p:nvPr>
            <p:ph idx="1"/>
          </p:nvPr>
        </p:nvSpPr>
        <p:spPr>
          <a:xfrm>
            <a:off x="4615691" y="2852936"/>
            <a:ext cx="4194773" cy="1128539"/>
          </a:xfrm>
        </p:spPr>
        <p:txBody>
          <a:bodyPr/>
          <a:lstStyle/>
          <a:p>
            <a:r>
              <a:rPr lang="es-ES" sz="1500" dirty="0"/>
              <a:t>Una interface (</a:t>
            </a:r>
            <a:r>
              <a:rPr lang="es-ES" sz="1500" dirty="0" err="1">
                <a:solidFill>
                  <a:srgbClr val="00B050"/>
                </a:solidFill>
              </a:rPr>
              <a:t>Omnivoro</a:t>
            </a:r>
            <a:r>
              <a:rPr lang="es-ES" sz="1500" dirty="0"/>
              <a:t>) puede extender a otra (</a:t>
            </a:r>
            <a:r>
              <a:rPr lang="es-ES" sz="1500" dirty="0" err="1">
                <a:solidFill>
                  <a:srgbClr val="00B050"/>
                </a:solidFill>
              </a:rPr>
              <a:t>Herbivoro</a:t>
            </a:r>
            <a:r>
              <a:rPr lang="es-ES" sz="1500" dirty="0"/>
              <a:t>), heredando sus métodos abstractos (</a:t>
            </a:r>
            <a:r>
              <a:rPr lang="es-ES" sz="1500" dirty="0" err="1">
                <a:solidFill>
                  <a:srgbClr val="FF0000"/>
                </a:solidFill>
              </a:rPr>
              <a:t>comeHierba</a:t>
            </a:r>
            <a:r>
              <a:rPr lang="es-ES" sz="1500" dirty="0"/>
              <a:t>).</a:t>
            </a:r>
          </a:p>
        </p:txBody>
      </p:sp>
      <p:sp>
        <p:nvSpPr>
          <p:cNvPr id="108" name="2 Marcador de contenido"/>
          <p:cNvSpPr txBox="1">
            <a:spLocks/>
          </p:cNvSpPr>
          <p:nvPr/>
        </p:nvSpPr>
        <p:spPr bwMode="auto">
          <a:xfrm>
            <a:off x="4623640" y="4926390"/>
            <a:ext cx="4194773" cy="1128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r>
              <a:rPr lang="es-ES" sz="1500" kern="0" dirty="0"/>
              <a:t>Las clases (</a:t>
            </a:r>
            <a:r>
              <a:rPr lang="es-ES" sz="1500" kern="0" dirty="0">
                <a:solidFill>
                  <a:srgbClr val="00B0F0"/>
                </a:solidFill>
              </a:rPr>
              <a:t>Persona</a:t>
            </a:r>
            <a:r>
              <a:rPr lang="es-ES" sz="1500" kern="0" dirty="0"/>
              <a:t>) que implementen la </a:t>
            </a:r>
            <a:r>
              <a:rPr lang="es-ES" sz="1500" kern="0" dirty="0" err="1"/>
              <a:t>subinterface</a:t>
            </a:r>
            <a:r>
              <a:rPr lang="es-ES" sz="1500" kern="0" dirty="0"/>
              <a:t> (</a:t>
            </a:r>
            <a:r>
              <a:rPr lang="es-ES" sz="1500" kern="0" dirty="0" err="1">
                <a:solidFill>
                  <a:srgbClr val="00B050"/>
                </a:solidFill>
              </a:rPr>
              <a:t>Omnivoro</a:t>
            </a:r>
            <a:r>
              <a:rPr lang="es-ES" sz="1500" kern="0" dirty="0"/>
              <a:t>), deberán implementar tanto los métodos </a:t>
            </a:r>
            <a:r>
              <a:rPr lang="es-ES" sz="1500" kern="0" dirty="0" err="1"/>
              <a:t>expecíficos</a:t>
            </a:r>
            <a:r>
              <a:rPr lang="es-ES" sz="1500" kern="0" dirty="0"/>
              <a:t> de dicha </a:t>
            </a:r>
            <a:r>
              <a:rPr lang="es-ES" sz="1500" kern="0" dirty="0" err="1"/>
              <a:t>subinterface</a:t>
            </a:r>
            <a:r>
              <a:rPr lang="es-ES" sz="1500" kern="0" dirty="0"/>
              <a:t> (</a:t>
            </a:r>
            <a:r>
              <a:rPr lang="es-ES" sz="1500" kern="0" dirty="0" err="1">
                <a:solidFill>
                  <a:srgbClr val="FF0000"/>
                </a:solidFill>
              </a:rPr>
              <a:t>comeCarne</a:t>
            </a:r>
            <a:r>
              <a:rPr lang="es-ES" sz="1500" kern="0" dirty="0"/>
              <a:t>), como los heredados (</a:t>
            </a:r>
            <a:r>
              <a:rPr lang="es-ES" sz="1500" kern="0" dirty="0" err="1">
                <a:solidFill>
                  <a:srgbClr val="FF0000"/>
                </a:solidFill>
              </a:rPr>
              <a:t>comeHierba</a:t>
            </a:r>
            <a:r>
              <a:rPr lang="es-ES" sz="1500" kern="0" dirty="0"/>
              <a:t>)</a:t>
            </a:r>
          </a:p>
        </p:txBody>
      </p:sp>
    </p:spTree>
    <p:extLst>
      <p:ext uri="{BB962C8B-B14F-4D97-AF65-F5344CB8AC3E}">
        <p14:creationId xmlns:p14="http://schemas.microsoft.com/office/powerpoint/2010/main" val="1484042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44"/>
                                        </p:tgtEl>
                                        <p:attrNameLst>
                                          <p:attrName>style.visibility</p:attrName>
                                        </p:attrNameLst>
                                      </p:cBhvr>
                                      <p:to>
                                        <p:strVal val="visible"/>
                                      </p:to>
                                    </p:set>
                                    <p:animEffect transition="in" filter="wipe(down)">
                                      <p:cBhvr>
                                        <p:cTn id="11" dur="500"/>
                                        <p:tgtEl>
                                          <p:spTgt spid="4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50"/>
                                        </p:tgtEl>
                                        <p:attrNameLst>
                                          <p:attrName>style.visibility</p:attrName>
                                        </p:attrNameLst>
                                      </p:cBhvr>
                                      <p:to>
                                        <p:strVal val="visible"/>
                                      </p:to>
                                    </p:set>
                                    <p:animEffect transition="in" filter="wipe(down)">
                                      <p:cBhvr>
                                        <p:cTn id="20" dur="500"/>
                                        <p:tgtEl>
                                          <p:spTgt spid="50"/>
                                        </p:tgtEl>
                                      </p:cBhvr>
                                    </p:animEffect>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nodeType="clickEffect">
                                  <p:stCondLst>
                                    <p:cond delay="0"/>
                                  </p:stCondLst>
                                  <p:childTnLst>
                                    <p:set>
                                      <p:cBhvr>
                                        <p:cTn id="24" dur="1" fill="hold">
                                          <p:stCondLst>
                                            <p:cond delay="0"/>
                                          </p:stCondLst>
                                        </p:cTn>
                                        <p:tgtEl>
                                          <p:spTgt spid="54"/>
                                        </p:tgtEl>
                                        <p:attrNameLst>
                                          <p:attrName>style.visibility</p:attrName>
                                        </p:attrNameLst>
                                      </p:cBhvr>
                                      <p:to>
                                        <p:strVal val="visible"/>
                                      </p:to>
                                    </p:set>
                                    <p:anim calcmode="lin" valueType="num">
                                      <p:cBhvr>
                                        <p:cTn id="25" dur="500" fill="hold"/>
                                        <p:tgtEl>
                                          <p:spTgt spid="54"/>
                                        </p:tgtEl>
                                        <p:attrNameLst>
                                          <p:attrName>ppt_w</p:attrName>
                                        </p:attrNameLst>
                                      </p:cBhvr>
                                      <p:tavLst>
                                        <p:tav tm="0">
                                          <p:val>
                                            <p:fltVal val="0"/>
                                          </p:val>
                                        </p:tav>
                                        <p:tav tm="100000">
                                          <p:val>
                                            <p:strVal val="#ppt_w"/>
                                          </p:val>
                                        </p:tav>
                                      </p:tavLst>
                                    </p:anim>
                                    <p:anim calcmode="lin" valueType="num">
                                      <p:cBhvr>
                                        <p:cTn id="26" dur="500" fill="hold"/>
                                        <p:tgtEl>
                                          <p:spTgt spid="54"/>
                                        </p:tgtEl>
                                        <p:attrNameLst>
                                          <p:attrName>ppt_h</p:attrName>
                                        </p:attrNameLst>
                                      </p:cBhvr>
                                      <p:tavLst>
                                        <p:tav tm="0">
                                          <p:val>
                                            <p:fltVal val="0"/>
                                          </p:val>
                                        </p:tav>
                                        <p:tav tm="100000">
                                          <p:val>
                                            <p:strVal val="#ppt_h"/>
                                          </p:val>
                                        </p:tav>
                                      </p:tavLst>
                                    </p:anim>
                                    <p:animEffect transition="in" filter="fade">
                                      <p:cBhvr>
                                        <p:cTn id="27" dur="500"/>
                                        <p:tgtEl>
                                          <p:spTgt spid="5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7">
                                            <p:txEl>
                                              <p:pRg st="0" end="0"/>
                                            </p:txEl>
                                          </p:spTgt>
                                        </p:tgtEl>
                                        <p:attrNameLst>
                                          <p:attrName>style.visibility</p:attrName>
                                        </p:attrNameLst>
                                      </p:cBhvr>
                                      <p:to>
                                        <p:strVal val="visible"/>
                                      </p:to>
                                    </p:set>
                                    <p:animEffect transition="in" filter="fade">
                                      <p:cBhvr>
                                        <p:cTn id="32" dur="500"/>
                                        <p:tgtEl>
                                          <p:spTgt spid="87">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8">
                                            <p:txEl>
                                              <p:pRg st="0" end="0"/>
                                            </p:txEl>
                                          </p:spTgt>
                                        </p:tgtEl>
                                        <p:attrNameLst>
                                          <p:attrName>style.visibility</p:attrName>
                                        </p:attrNameLst>
                                      </p:cBhvr>
                                      <p:to>
                                        <p:strVal val="visible"/>
                                      </p:to>
                                    </p:set>
                                    <p:animEffect transition="in" filter="fade">
                                      <p:cBhvr>
                                        <p:cTn id="37" dur="500"/>
                                        <p:tgtEl>
                                          <p:spTgt spid="10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0" uiExpand="1" build="p"/>
      <p:bldP spid="108"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9" name="Conector recto 108"/>
          <p:cNvCxnSpPr/>
          <p:nvPr/>
        </p:nvCxnSpPr>
        <p:spPr bwMode="auto">
          <a:xfrm>
            <a:off x="302320" y="6493527"/>
            <a:ext cx="8645752" cy="0"/>
          </a:xfrm>
          <a:prstGeom prst="line">
            <a:avLst/>
          </a:prstGeom>
          <a:solidFill>
            <a:schemeClr val="accent1"/>
          </a:solidFill>
          <a:ln w="19050" cap="flat" cmpd="sng" algn="ctr">
            <a:solidFill>
              <a:srgbClr val="CCFFFF"/>
            </a:solidFill>
            <a:prstDash val="solid"/>
            <a:round/>
            <a:headEnd type="none" w="med" len="med"/>
            <a:tailEnd type="none" w="med" len="med"/>
          </a:ln>
          <a:effectLst/>
        </p:spPr>
      </p:cxnSp>
      <p:sp>
        <p:nvSpPr>
          <p:cNvPr id="2" name="1 Título"/>
          <p:cNvSpPr>
            <a:spLocks noGrp="1"/>
          </p:cNvSpPr>
          <p:nvPr>
            <p:ph type="title"/>
          </p:nvPr>
        </p:nvSpPr>
        <p:spPr>
          <a:xfrm>
            <a:off x="542924" y="53975"/>
            <a:ext cx="8133531" cy="563563"/>
          </a:xfrm>
        </p:spPr>
        <p:txBody>
          <a:bodyPr/>
          <a:lstStyle/>
          <a:p>
            <a:r>
              <a:rPr lang="es-ES" dirty="0"/>
              <a:t>Herencia múltiple en Interfaces</a:t>
            </a:r>
          </a:p>
        </p:txBody>
      </p:sp>
      <p:grpSp>
        <p:nvGrpSpPr>
          <p:cNvPr id="51" name="Grupo 50"/>
          <p:cNvGrpSpPr/>
          <p:nvPr/>
        </p:nvGrpSpPr>
        <p:grpSpPr>
          <a:xfrm>
            <a:off x="1047714" y="692696"/>
            <a:ext cx="2846188" cy="1012955"/>
            <a:chOff x="2990661" y="689769"/>
            <a:chExt cx="2846188" cy="1012955"/>
          </a:xfrm>
        </p:grpSpPr>
        <p:sp>
          <p:nvSpPr>
            <p:cNvPr id="6" name="5 Rectángulo redondeado"/>
            <p:cNvSpPr/>
            <p:nvPr/>
          </p:nvSpPr>
          <p:spPr bwMode="auto">
            <a:xfrm>
              <a:off x="2990661" y="1241518"/>
              <a:ext cx="2846188" cy="461206"/>
            </a:xfrm>
            <a:prstGeom prst="roundRect">
              <a:avLst/>
            </a:prstGeom>
            <a:solidFill>
              <a:schemeClr val="tx2">
                <a:lumMod val="60000"/>
                <a:lumOff val="40000"/>
              </a:schemeClr>
            </a:solidFill>
            <a:ln>
              <a:headEnd type="none" w="med" len="med"/>
              <a:tailEnd type="none" w="med" len="me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3" name="Rectangle 3"/>
            <p:cNvSpPr txBox="1">
              <a:spLocks noChangeArrowheads="1"/>
            </p:cNvSpPr>
            <p:nvPr/>
          </p:nvSpPr>
          <p:spPr bwMode="auto">
            <a:xfrm>
              <a:off x="3563890" y="689769"/>
              <a:ext cx="1699728"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lnSpc>
                  <a:spcPts val="1500"/>
                </a:lnSpc>
                <a:buNone/>
              </a:pPr>
              <a:r>
                <a:rPr lang="en-US" sz="1400" b="0" kern="0" dirty="0">
                  <a:solidFill>
                    <a:schemeClr val="tx2">
                      <a:lumMod val="75000"/>
                    </a:schemeClr>
                  </a:solidFill>
                  <a:latin typeface="Arial Black" panose="020B0A04020102020204" pitchFamily="34" charset="0"/>
                  <a:ea typeface="Adobe Fan Heiti Std B" pitchFamily="34" charset="-128"/>
                </a:rPr>
                <a:t>Interface</a:t>
              </a:r>
              <a:endParaRPr lang="en-US" sz="1400" b="0" kern="0" dirty="0">
                <a:solidFill>
                  <a:srgbClr val="00B050"/>
                </a:solidFill>
                <a:latin typeface="Arial Black" panose="020B0A04020102020204" pitchFamily="34" charset="0"/>
                <a:ea typeface="Adobe Fan Heiti Std B" pitchFamily="34" charset="-128"/>
              </a:endParaRPr>
            </a:p>
            <a:p>
              <a:pPr marL="0" indent="0" algn="ctr">
                <a:lnSpc>
                  <a:spcPts val="1500"/>
                </a:lnSpc>
                <a:buNone/>
              </a:pPr>
              <a:r>
                <a:rPr lang="en-US" sz="1800" kern="0" dirty="0" err="1">
                  <a:solidFill>
                    <a:srgbClr val="00B050"/>
                  </a:solidFill>
                </a:rPr>
                <a:t>Herbívoro</a:t>
              </a:r>
              <a:endParaRPr lang="en-US" sz="1800" kern="0" dirty="0">
                <a:solidFill>
                  <a:srgbClr val="00B050"/>
                </a:solidFill>
              </a:endParaRPr>
            </a:p>
          </p:txBody>
        </p:sp>
        <p:sp>
          <p:nvSpPr>
            <p:cNvPr id="10" name="Rectangle 3"/>
            <p:cNvSpPr txBox="1">
              <a:spLocks noChangeArrowheads="1"/>
            </p:cNvSpPr>
            <p:nvPr/>
          </p:nvSpPr>
          <p:spPr bwMode="auto">
            <a:xfrm>
              <a:off x="3059832" y="1305954"/>
              <a:ext cx="2664295"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a:solidFill>
                    <a:schemeClr val="accent2">
                      <a:lumMod val="20000"/>
                      <a:lumOff val="80000"/>
                    </a:schemeClr>
                  </a:solidFill>
                  <a:ea typeface="Adobe Fan Heiti Std B" pitchFamily="34" charset="-128"/>
                </a:rPr>
                <a:t> </a:t>
              </a:r>
              <a:r>
                <a:rPr lang="en-US" sz="1600" b="0" kern="0" dirty="0">
                  <a:solidFill>
                    <a:schemeClr val="bg1"/>
                  </a:solidFill>
                  <a:ea typeface="Adobe Fan Heiti Std B" pitchFamily="34" charset="-128"/>
                </a:rPr>
                <a:t>void</a:t>
              </a:r>
              <a:r>
                <a:rPr lang="en-US" sz="1600" kern="0" dirty="0">
                  <a:solidFill>
                    <a:schemeClr val="accent2">
                      <a:lumMod val="20000"/>
                      <a:lumOff val="80000"/>
                    </a:schemeClr>
                  </a:solidFill>
                  <a:ea typeface="Adobe Fan Heiti Std B" pitchFamily="34" charset="-128"/>
                </a:rPr>
                <a:t> </a:t>
              </a:r>
              <a:r>
                <a:rPr lang="en-US" sz="1600" kern="0" dirty="0" err="1">
                  <a:solidFill>
                    <a:schemeClr val="accent2">
                      <a:lumMod val="20000"/>
                      <a:lumOff val="80000"/>
                    </a:schemeClr>
                  </a:solidFill>
                  <a:latin typeface="Adobe Fan Heiti Std B" pitchFamily="34" charset="-128"/>
                  <a:ea typeface="Adobe Fan Heiti Std B" pitchFamily="34" charset="-128"/>
                </a:rPr>
                <a:t>comeHierba</a:t>
              </a:r>
              <a:r>
                <a:rPr lang="en-US" sz="1600" kern="0" dirty="0">
                  <a:solidFill>
                    <a:schemeClr val="accent2">
                      <a:lumMod val="20000"/>
                      <a:lumOff val="80000"/>
                    </a:schemeClr>
                  </a:solidFill>
                  <a:latin typeface="Adobe Fan Heiti Std B" pitchFamily="34" charset="-128"/>
                  <a:ea typeface="Adobe Fan Heiti Std B" pitchFamily="34" charset="-128"/>
                </a:rPr>
                <a:t>( );</a:t>
              </a:r>
              <a:endParaRPr lang="en-US" sz="1600" kern="0" dirty="0">
                <a:solidFill>
                  <a:srgbClr val="0070C0"/>
                </a:solidFill>
                <a:latin typeface="Adobe Fan Heiti Std B" pitchFamily="34" charset="-128"/>
                <a:ea typeface="Adobe Fan Heiti Std B" pitchFamily="34" charset="-128"/>
              </a:endParaRPr>
            </a:p>
          </p:txBody>
        </p:sp>
      </p:grpSp>
      <p:grpSp>
        <p:nvGrpSpPr>
          <p:cNvPr id="11" name="Grupo 10"/>
          <p:cNvGrpSpPr/>
          <p:nvPr/>
        </p:nvGrpSpPr>
        <p:grpSpPr>
          <a:xfrm>
            <a:off x="1967457" y="4801542"/>
            <a:ext cx="4264214" cy="1870745"/>
            <a:chOff x="1967457" y="4801542"/>
            <a:chExt cx="4264214" cy="1870745"/>
          </a:xfrm>
        </p:grpSpPr>
        <p:sp>
          <p:nvSpPr>
            <p:cNvPr id="29" name="28 Rectángulo redondeado"/>
            <p:cNvSpPr/>
            <p:nvPr/>
          </p:nvSpPr>
          <p:spPr bwMode="auto">
            <a:xfrm>
              <a:off x="2437382" y="4801542"/>
              <a:ext cx="3718794" cy="1870745"/>
            </a:xfrm>
            <a:prstGeom prst="roundRect">
              <a:avLst/>
            </a:prstGeom>
            <a:ln>
              <a:headEnd type="none" w="med" len="med"/>
              <a:tailEnd type="none" w="med" len="me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cxnSp>
          <p:nvCxnSpPr>
            <p:cNvPr id="33" name="32 Conector recto"/>
            <p:cNvCxnSpPr/>
            <p:nvPr/>
          </p:nvCxnSpPr>
          <p:spPr bwMode="auto">
            <a:xfrm>
              <a:off x="2437382" y="5476617"/>
              <a:ext cx="3718794" cy="0"/>
            </a:xfrm>
            <a:prstGeom prst="line">
              <a:avLst/>
            </a:prstGeom>
            <a:ln>
              <a:headEnd type="none" w="med" len="med"/>
              <a:tailEnd type="none" w="med" len="med"/>
            </a:ln>
          </p:spPr>
          <p:style>
            <a:lnRef idx="1">
              <a:schemeClr val="accent3"/>
            </a:lnRef>
            <a:fillRef idx="0">
              <a:schemeClr val="accent3"/>
            </a:fillRef>
            <a:effectRef idx="0">
              <a:schemeClr val="accent3"/>
            </a:effectRef>
            <a:fontRef idx="minor">
              <a:schemeClr val="tx1"/>
            </a:fontRef>
          </p:style>
        </p:cxnSp>
        <p:sp>
          <p:nvSpPr>
            <p:cNvPr id="34" name="Rectangle 3"/>
            <p:cNvSpPr txBox="1">
              <a:spLocks noChangeArrowheads="1"/>
            </p:cNvSpPr>
            <p:nvPr/>
          </p:nvSpPr>
          <p:spPr bwMode="auto">
            <a:xfrm>
              <a:off x="3430133" y="6238105"/>
              <a:ext cx="1728192"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rgbClr val="0070C0"/>
                  </a:solidFill>
                  <a:latin typeface="Adobe Fan Heiti Std B" pitchFamily="34" charset="-128"/>
                  <a:ea typeface="Adobe Fan Heiti Std B" pitchFamily="34" charset="-128"/>
                </a:rPr>
                <a:t>pensar</a:t>
              </a:r>
              <a:r>
                <a:rPr lang="en-US" sz="1600" kern="0">
                  <a:solidFill>
                    <a:srgbClr val="0070C0"/>
                  </a:solidFill>
                  <a:latin typeface="Adobe Fan Heiti Std B" pitchFamily="34" charset="-128"/>
                  <a:ea typeface="Adobe Fan Heiti Std B" pitchFamily="34" charset="-128"/>
                </a:rPr>
                <a:t>( ) {…}</a:t>
              </a:r>
              <a:endParaRPr lang="en-US" sz="1600" kern="0" dirty="0">
                <a:solidFill>
                  <a:srgbClr val="0070C0"/>
                </a:solidFill>
                <a:latin typeface="Adobe Fan Heiti Std B" pitchFamily="34" charset="-128"/>
                <a:ea typeface="Adobe Fan Heiti Std B" pitchFamily="34" charset="-128"/>
              </a:endParaRPr>
            </a:p>
          </p:txBody>
        </p:sp>
        <p:sp>
          <p:nvSpPr>
            <p:cNvPr id="35" name="Rectangle 3"/>
            <p:cNvSpPr txBox="1">
              <a:spLocks noChangeArrowheads="1"/>
            </p:cNvSpPr>
            <p:nvPr/>
          </p:nvSpPr>
          <p:spPr bwMode="auto">
            <a:xfrm>
              <a:off x="3317411" y="4827198"/>
              <a:ext cx="2016225" cy="1983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err="1">
                  <a:solidFill>
                    <a:srgbClr val="000000"/>
                  </a:solidFill>
                  <a:latin typeface="Adobe Fan Heiti Std B" pitchFamily="34" charset="-128"/>
                  <a:ea typeface="Adobe Fan Heiti Std B" pitchFamily="34" charset="-128"/>
                </a:rPr>
                <a:t>nombre</a:t>
              </a:r>
              <a:endParaRPr lang="en-US" sz="1600" kern="0" dirty="0">
                <a:solidFill>
                  <a:srgbClr val="000000"/>
                </a:solidFill>
                <a:latin typeface="Adobe Fan Heiti Std B" pitchFamily="34" charset="-128"/>
                <a:ea typeface="Adobe Fan Heiti Std B" pitchFamily="34" charset="-128"/>
              </a:endParaRPr>
            </a:p>
          </p:txBody>
        </p:sp>
        <p:sp>
          <p:nvSpPr>
            <p:cNvPr id="36" name="Rectangle 3"/>
            <p:cNvSpPr txBox="1">
              <a:spLocks noChangeArrowheads="1"/>
            </p:cNvSpPr>
            <p:nvPr/>
          </p:nvSpPr>
          <p:spPr bwMode="auto">
            <a:xfrm>
              <a:off x="3317411" y="5095650"/>
              <a:ext cx="2016225" cy="244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a:solidFill>
                    <a:srgbClr val="000000"/>
                  </a:solidFill>
                  <a:latin typeface="Adobe Fan Heiti Std B" pitchFamily="34" charset="-128"/>
                  <a:ea typeface="Adobe Fan Heiti Std B" pitchFamily="34" charset="-128"/>
                </a:rPr>
                <a:t>energia</a:t>
              </a:r>
              <a:endParaRPr lang="en-US" sz="1600" kern="0" dirty="0">
                <a:solidFill>
                  <a:srgbClr val="000000"/>
                </a:solidFill>
                <a:latin typeface="Adobe Fan Heiti Std B" pitchFamily="34" charset="-128"/>
                <a:ea typeface="Adobe Fan Heiti Std B" pitchFamily="34" charset="-128"/>
              </a:endParaRPr>
            </a:p>
          </p:txBody>
        </p:sp>
        <p:pic>
          <p:nvPicPr>
            <p:cNvPr id="1026" name="Picture 2" descr="C:\Users\Raúl\Desktop\Persona.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67457" y="5249328"/>
              <a:ext cx="832802" cy="1070293"/>
            </a:xfrm>
            <a:prstGeom prst="rect">
              <a:avLst/>
            </a:prstGeom>
            <a:noFill/>
            <a:extLst>
              <a:ext uri="{909E8E84-426E-40DD-AFC4-6F175D3DCCD1}">
                <a14:hiddenFill xmlns:a14="http://schemas.microsoft.com/office/drawing/2010/main">
                  <a:solidFill>
                    <a:srgbClr val="FFFFFF"/>
                  </a:solidFill>
                </a14:hiddenFill>
              </a:ext>
            </a:extLst>
          </p:spPr>
        </p:pic>
        <p:grpSp>
          <p:nvGrpSpPr>
            <p:cNvPr id="54" name="Grupo 53"/>
            <p:cNvGrpSpPr/>
            <p:nvPr/>
          </p:nvGrpSpPr>
          <p:grpSpPr>
            <a:xfrm>
              <a:off x="2634464" y="5586090"/>
              <a:ext cx="3597207" cy="726447"/>
              <a:chOff x="2824866" y="5583163"/>
              <a:chExt cx="3597207" cy="726447"/>
            </a:xfrm>
          </p:grpSpPr>
          <p:sp>
            <p:nvSpPr>
              <p:cNvPr id="30" name="Rectangle 3"/>
              <p:cNvSpPr txBox="1">
                <a:spLocks noChangeArrowheads="1"/>
              </p:cNvSpPr>
              <p:nvPr/>
            </p:nvSpPr>
            <p:spPr bwMode="auto">
              <a:xfrm>
                <a:off x="2824866" y="5583163"/>
                <a:ext cx="3569645"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600" kern="0" dirty="0" err="1">
                    <a:solidFill>
                      <a:srgbClr val="FF0000"/>
                    </a:solidFill>
                    <a:latin typeface="Adobe Fan Heiti Std B" pitchFamily="34" charset="-128"/>
                    <a:ea typeface="Adobe Fan Heiti Std B" pitchFamily="34" charset="-128"/>
                  </a:rPr>
                  <a:t>comeHierba</a:t>
                </a:r>
                <a:r>
                  <a:rPr lang="en-US" sz="1600" kern="0" dirty="0">
                    <a:solidFill>
                      <a:srgbClr val="FF0000"/>
                    </a:solidFill>
                    <a:latin typeface="Adobe Fan Heiti Std B" pitchFamily="34" charset="-128"/>
                    <a:ea typeface="Adobe Fan Heiti Std B" pitchFamily="34" charset="-128"/>
                  </a:rPr>
                  <a:t>( ) { </a:t>
                </a:r>
                <a:r>
                  <a:rPr lang="en-US" sz="1600" kern="0" dirty="0" err="1">
                    <a:solidFill>
                      <a:srgbClr val="000000"/>
                    </a:solidFill>
                    <a:ea typeface="Adobe Fan Heiti Std B" pitchFamily="34" charset="-128"/>
                  </a:rPr>
                  <a:t>energia</a:t>
                </a:r>
                <a:r>
                  <a:rPr lang="en-US" sz="1600" kern="0" dirty="0">
                    <a:solidFill>
                      <a:srgbClr val="000000"/>
                    </a:solidFill>
                    <a:ea typeface="Adobe Fan Heiti Std B" pitchFamily="34" charset="-128"/>
                  </a:rPr>
                  <a:t> += 2;</a:t>
                </a:r>
                <a:r>
                  <a:rPr lang="en-US" sz="1600" kern="0" dirty="0">
                    <a:solidFill>
                      <a:schemeClr val="accent2">
                        <a:lumMod val="20000"/>
                        <a:lumOff val="80000"/>
                      </a:schemeClr>
                    </a:solidFill>
                    <a:latin typeface="Adobe Fan Heiti Std B" pitchFamily="34" charset="-128"/>
                    <a:ea typeface="Adobe Fan Heiti Std B" pitchFamily="34" charset="-128"/>
                  </a:rPr>
                  <a:t> </a:t>
                </a:r>
                <a:r>
                  <a:rPr lang="en-US" sz="1600" kern="0" dirty="0">
                    <a:solidFill>
                      <a:srgbClr val="FF0000"/>
                    </a:solidFill>
                    <a:latin typeface="Adobe Fan Heiti Std B" pitchFamily="34" charset="-128"/>
                    <a:ea typeface="Adobe Fan Heiti Std B" pitchFamily="34" charset="-128"/>
                  </a:rPr>
                  <a:t>}</a:t>
                </a:r>
                <a:endParaRPr lang="en-US" sz="1600" i="1" kern="0" dirty="0">
                  <a:solidFill>
                    <a:srgbClr val="FF0000"/>
                  </a:solidFill>
                  <a:ea typeface="Adobe Fan Heiti Std B" pitchFamily="34" charset="-128"/>
                </a:endParaRPr>
              </a:p>
              <a:p>
                <a:pPr marL="0" indent="0">
                  <a:buNone/>
                </a:pPr>
                <a:endParaRPr lang="en-US" sz="1600" kern="0" dirty="0">
                  <a:solidFill>
                    <a:schemeClr val="accent2">
                      <a:lumMod val="20000"/>
                      <a:lumOff val="80000"/>
                    </a:schemeClr>
                  </a:solidFill>
                  <a:latin typeface="Adobe Fan Heiti Std B" pitchFamily="34" charset="-128"/>
                  <a:ea typeface="Adobe Fan Heiti Std B" pitchFamily="34" charset="-128"/>
                </a:endParaRPr>
              </a:p>
            </p:txBody>
          </p:sp>
          <p:sp>
            <p:nvSpPr>
              <p:cNvPr id="76" name="Rectangle 3"/>
              <p:cNvSpPr txBox="1">
                <a:spLocks noChangeArrowheads="1"/>
              </p:cNvSpPr>
              <p:nvPr/>
            </p:nvSpPr>
            <p:spPr bwMode="auto">
              <a:xfrm>
                <a:off x="2852428" y="5912840"/>
                <a:ext cx="3569645"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600" kern="0">
                    <a:solidFill>
                      <a:srgbClr val="FF0000"/>
                    </a:solidFill>
                    <a:latin typeface="Adobe Fan Heiti Std B" pitchFamily="34" charset="-128"/>
                    <a:ea typeface="Adobe Fan Heiti Std B" pitchFamily="34" charset="-128"/>
                  </a:rPr>
                  <a:t>comeCarne( ) { </a:t>
                </a:r>
                <a:r>
                  <a:rPr lang="en-US" sz="1600" kern="0">
                    <a:solidFill>
                      <a:srgbClr val="000000"/>
                    </a:solidFill>
                    <a:ea typeface="Adobe Fan Heiti Std B" pitchFamily="34" charset="-128"/>
                  </a:rPr>
                  <a:t>energia += 5;</a:t>
                </a:r>
                <a:r>
                  <a:rPr lang="en-US" sz="1600" kern="0">
                    <a:solidFill>
                      <a:schemeClr val="accent2">
                        <a:lumMod val="20000"/>
                        <a:lumOff val="80000"/>
                      </a:schemeClr>
                    </a:solidFill>
                    <a:latin typeface="Adobe Fan Heiti Std B" pitchFamily="34" charset="-128"/>
                    <a:ea typeface="Adobe Fan Heiti Std B" pitchFamily="34" charset="-128"/>
                  </a:rPr>
                  <a:t> </a:t>
                </a:r>
                <a:r>
                  <a:rPr lang="en-US" sz="1600" kern="0">
                    <a:solidFill>
                      <a:srgbClr val="FF0000"/>
                    </a:solidFill>
                    <a:latin typeface="Adobe Fan Heiti Std B" pitchFamily="34" charset="-128"/>
                    <a:ea typeface="Adobe Fan Heiti Std B" pitchFamily="34" charset="-128"/>
                  </a:rPr>
                  <a:t>}</a:t>
                </a:r>
                <a:endParaRPr lang="en-US" sz="1600" i="1" kern="0">
                  <a:solidFill>
                    <a:srgbClr val="FF0000"/>
                  </a:solidFill>
                  <a:ea typeface="Adobe Fan Heiti Std B" pitchFamily="34" charset="-128"/>
                </a:endParaRPr>
              </a:p>
              <a:p>
                <a:pPr marL="0" indent="0">
                  <a:buNone/>
                </a:pPr>
                <a:endParaRPr lang="en-US" sz="1600" kern="0" dirty="0">
                  <a:solidFill>
                    <a:schemeClr val="accent2">
                      <a:lumMod val="20000"/>
                      <a:lumOff val="80000"/>
                    </a:schemeClr>
                  </a:solidFill>
                  <a:latin typeface="Adobe Fan Heiti Std B" pitchFamily="34" charset="-128"/>
                  <a:ea typeface="Adobe Fan Heiti Std B" pitchFamily="34" charset="-128"/>
                </a:endParaRPr>
              </a:p>
            </p:txBody>
          </p:sp>
        </p:grpSp>
      </p:grpSp>
      <p:grpSp>
        <p:nvGrpSpPr>
          <p:cNvPr id="37" name="Grupo 36"/>
          <p:cNvGrpSpPr/>
          <p:nvPr/>
        </p:nvGrpSpPr>
        <p:grpSpPr>
          <a:xfrm>
            <a:off x="4479126" y="680045"/>
            <a:ext cx="2846188" cy="1012955"/>
            <a:chOff x="2990661" y="689769"/>
            <a:chExt cx="2846188" cy="1012955"/>
          </a:xfrm>
        </p:grpSpPr>
        <p:sp>
          <p:nvSpPr>
            <p:cNvPr id="38" name="5 Rectángulo redondeado"/>
            <p:cNvSpPr/>
            <p:nvPr/>
          </p:nvSpPr>
          <p:spPr bwMode="auto">
            <a:xfrm>
              <a:off x="2990661" y="1241518"/>
              <a:ext cx="2846188" cy="461206"/>
            </a:xfrm>
            <a:prstGeom prst="roundRect">
              <a:avLst/>
            </a:prstGeom>
            <a:solidFill>
              <a:schemeClr val="tx2">
                <a:lumMod val="60000"/>
                <a:lumOff val="40000"/>
              </a:schemeClr>
            </a:solidFill>
            <a:ln>
              <a:headEnd type="none" w="med" len="med"/>
              <a:tailEnd type="none" w="med" len="me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9" name="Rectangle 3"/>
            <p:cNvSpPr txBox="1">
              <a:spLocks noChangeArrowheads="1"/>
            </p:cNvSpPr>
            <p:nvPr/>
          </p:nvSpPr>
          <p:spPr bwMode="auto">
            <a:xfrm>
              <a:off x="3563890" y="689769"/>
              <a:ext cx="1699728"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lnSpc>
                  <a:spcPts val="1500"/>
                </a:lnSpc>
                <a:buNone/>
              </a:pPr>
              <a:r>
                <a:rPr lang="en-US" sz="1400" b="0" kern="0" dirty="0">
                  <a:solidFill>
                    <a:schemeClr val="tx2">
                      <a:lumMod val="75000"/>
                    </a:schemeClr>
                  </a:solidFill>
                  <a:latin typeface="Arial Black" panose="020B0A04020102020204" pitchFamily="34" charset="0"/>
                  <a:ea typeface="Adobe Fan Heiti Std B" pitchFamily="34" charset="-128"/>
                </a:rPr>
                <a:t>Interface</a:t>
              </a:r>
              <a:endParaRPr lang="en-US" sz="1400" b="0" kern="0" dirty="0">
                <a:solidFill>
                  <a:srgbClr val="00B050"/>
                </a:solidFill>
                <a:latin typeface="Arial Black" panose="020B0A04020102020204" pitchFamily="34" charset="0"/>
                <a:ea typeface="Adobe Fan Heiti Std B" pitchFamily="34" charset="-128"/>
              </a:endParaRPr>
            </a:p>
            <a:p>
              <a:pPr marL="0" indent="0" algn="ctr">
                <a:lnSpc>
                  <a:spcPts val="1500"/>
                </a:lnSpc>
                <a:buNone/>
              </a:pPr>
              <a:r>
                <a:rPr lang="en-US" sz="1800" kern="0" dirty="0" err="1">
                  <a:solidFill>
                    <a:srgbClr val="00B050"/>
                  </a:solidFill>
                </a:rPr>
                <a:t>Carnívoro</a:t>
              </a:r>
              <a:endParaRPr lang="en-US" sz="1800" kern="0" dirty="0">
                <a:solidFill>
                  <a:srgbClr val="00B050"/>
                </a:solidFill>
              </a:endParaRPr>
            </a:p>
          </p:txBody>
        </p:sp>
        <p:sp>
          <p:nvSpPr>
            <p:cNvPr id="40" name="Rectangle 3"/>
            <p:cNvSpPr txBox="1">
              <a:spLocks noChangeArrowheads="1"/>
            </p:cNvSpPr>
            <p:nvPr/>
          </p:nvSpPr>
          <p:spPr bwMode="auto">
            <a:xfrm>
              <a:off x="3059832" y="1305954"/>
              <a:ext cx="2664295" cy="396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600" kern="0" dirty="0">
                  <a:solidFill>
                    <a:schemeClr val="accent2">
                      <a:lumMod val="20000"/>
                      <a:lumOff val="80000"/>
                    </a:schemeClr>
                  </a:solidFill>
                  <a:ea typeface="Adobe Fan Heiti Std B" pitchFamily="34" charset="-128"/>
                </a:rPr>
                <a:t> </a:t>
              </a:r>
              <a:r>
                <a:rPr lang="en-US" sz="1600" b="0" kern="0" dirty="0">
                  <a:solidFill>
                    <a:schemeClr val="bg1"/>
                  </a:solidFill>
                  <a:ea typeface="Adobe Fan Heiti Std B" pitchFamily="34" charset="-128"/>
                </a:rPr>
                <a:t>void</a:t>
              </a:r>
              <a:r>
                <a:rPr lang="en-US" sz="1600" kern="0" dirty="0">
                  <a:solidFill>
                    <a:schemeClr val="accent2">
                      <a:lumMod val="20000"/>
                      <a:lumOff val="80000"/>
                    </a:schemeClr>
                  </a:solidFill>
                  <a:ea typeface="Adobe Fan Heiti Std B" pitchFamily="34" charset="-128"/>
                </a:rPr>
                <a:t> </a:t>
              </a:r>
              <a:r>
                <a:rPr lang="en-US" sz="1600" kern="0" dirty="0" err="1">
                  <a:solidFill>
                    <a:schemeClr val="accent2">
                      <a:lumMod val="20000"/>
                      <a:lumOff val="80000"/>
                    </a:schemeClr>
                  </a:solidFill>
                  <a:latin typeface="Adobe Fan Heiti Std B" pitchFamily="34" charset="-128"/>
                  <a:ea typeface="Adobe Fan Heiti Std B" pitchFamily="34" charset="-128"/>
                </a:rPr>
                <a:t>comeCarne</a:t>
              </a:r>
              <a:r>
                <a:rPr lang="en-US" sz="1600" kern="0" dirty="0">
                  <a:solidFill>
                    <a:schemeClr val="accent2">
                      <a:lumMod val="20000"/>
                      <a:lumOff val="80000"/>
                    </a:schemeClr>
                  </a:solidFill>
                  <a:latin typeface="Adobe Fan Heiti Std B" pitchFamily="34" charset="-128"/>
                  <a:ea typeface="Adobe Fan Heiti Std B" pitchFamily="34" charset="-128"/>
                </a:rPr>
                <a:t>( );</a:t>
              </a:r>
              <a:endParaRPr lang="en-US" sz="1600" kern="0" dirty="0">
                <a:solidFill>
                  <a:srgbClr val="0070C0"/>
                </a:solidFill>
                <a:latin typeface="Adobe Fan Heiti Std B" pitchFamily="34" charset="-128"/>
                <a:ea typeface="Adobe Fan Heiti Std B" pitchFamily="34" charset="-128"/>
              </a:endParaRPr>
            </a:p>
          </p:txBody>
        </p:sp>
      </p:grpSp>
      <p:grpSp>
        <p:nvGrpSpPr>
          <p:cNvPr id="4" name="Grupo 3"/>
          <p:cNvGrpSpPr/>
          <p:nvPr/>
        </p:nvGrpSpPr>
        <p:grpSpPr>
          <a:xfrm>
            <a:off x="2411760" y="1870968"/>
            <a:ext cx="3744416" cy="1704975"/>
            <a:chOff x="2411760" y="1870968"/>
            <a:chExt cx="3744416" cy="1704975"/>
          </a:xfrm>
        </p:grpSpPr>
        <p:grpSp>
          <p:nvGrpSpPr>
            <p:cNvPr id="52" name="Grupo 51"/>
            <p:cNvGrpSpPr/>
            <p:nvPr/>
          </p:nvGrpSpPr>
          <p:grpSpPr>
            <a:xfrm>
              <a:off x="2411760" y="2337574"/>
              <a:ext cx="3744416" cy="1238369"/>
              <a:chOff x="2995564" y="2334647"/>
              <a:chExt cx="2846188" cy="1238369"/>
            </a:xfrm>
          </p:grpSpPr>
          <p:sp>
            <p:nvSpPr>
              <p:cNvPr id="71" name="5 Rectángulo redondeado"/>
              <p:cNvSpPr/>
              <p:nvPr/>
            </p:nvSpPr>
            <p:spPr bwMode="auto">
              <a:xfrm>
                <a:off x="2995564" y="3111810"/>
                <a:ext cx="2846188" cy="461206"/>
              </a:xfrm>
              <a:prstGeom prst="roundRect">
                <a:avLst/>
              </a:prstGeom>
              <a:solidFill>
                <a:schemeClr val="tx2">
                  <a:lumMod val="60000"/>
                  <a:lumOff val="40000"/>
                </a:schemeClr>
              </a:solidFill>
              <a:ln>
                <a:headEnd type="none" w="med" len="med"/>
                <a:tailEnd type="none" w="med" len="med"/>
              </a:ln>
            </p:spPr>
            <p:style>
              <a:lnRef idx="3">
                <a:schemeClr val="lt1"/>
              </a:lnRef>
              <a:fillRef idx="1">
                <a:schemeClr val="accent5"/>
              </a:fillRef>
              <a:effectRef idx="1">
                <a:schemeClr val="accent5"/>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2" name="Rectangle 3"/>
              <p:cNvSpPr txBox="1">
                <a:spLocks noChangeArrowheads="1"/>
              </p:cNvSpPr>
              <p:nvPr/>
            </p:nvSpPr>
            <p:spPr bwMode="auto">
              <a:xfrm>
                <a:off x="3049304" y="2334647"/>
                <a:ext cx="270662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lnSpc>
                    <a:spcPts val="1500"/>
                  </a:lnSpc>
                  <a:buNone/>
                </a:pPr>
                <a:r>
                  <a:rPr lang="en-US" sz="1400" b="0" kern="0" dirty="0">
                    <a:solidFill>
                      <a:schemeClr val="tx2">
                        <a:lumMod val="75000"/>
                      </a:schemeClr>
                    </a:solidFill>
                    <a:latin typeface="Arial Black" panose="020B0A04020102020204" pitchFamily="34" charset="0"/>
                    <a:ea typeface="Adobe Fan Heiti Std B" pitchFamily="34" charset="-128"/>
                  </a:rPr>
                  <a:t>Interface</a:t>
                </a:r>
                <a:endParaRPr lang="en-US" sz="1400" b="0" kern="0" dirty="0">
                  <a:solidFill>
                    <a:srgbClr val="00B050"/>
                  </a:solidFill>
                  <a:latin typeface="Arial Black" panose="020B0A04020102020204" pitchFamily="34" charset="0"/>
                  <a:ea typeface="Adobe Fan Heiti Std B" pitchFamily="34" charset="-128"/>
                </a:endParaRPr>
              </a:p>
              <a:p>
                <a:pPr marL="0" indent="0" algn="ctr">
                  <a:lnSpc>
                    <a:spcPts val="1500"/>
                  </a:lnSpc>
                  <a:buNone/>
                </a:pPr>
                <a:r>
                  <a:rPr lang="en-US" sz="1800" kern="0" dirty="0" err="1">
                    <a:solidFill>
                      <a:srgbClr val="00B050"/>
                    </a:solidFill>
                  </a:rPr>
                  <a:t>Omnívoro</a:t>
                </a:r>
                <a:endParaRPr lang="en-US" sz="1800" kern="0" dirty="0">
                  <a:solidFill>
                    <a:srgbClr val="00B050"/>
                  </a:solidFill>
                </a:endParaRPr>
              </a:p>
              <a:p>
                <a:pPr marL="0" indent="0" algn="ctr">
                  <a:lnSpc>
                    <a:spcPts val="1500"/>
                  </a:lnSpc>
                  <a:buNone/>
                </a:pPr>
                <a:r>
                  <a:rPr lang="en-US" sz="1600" kern="0" dirty="0">
                    <a:solidFill>
                      <a:schemeClr val="accent5">
                        <a:lumMod val="75000"/>
                      </a:schemeClr>
                    </a:solidFill>
                  </a:rPr>
                  <a:t>extends </a:t>
                </a:r>
                <a:r>
                  <a:rPr lang="en-US" sz="1600" kern="0" dirty="0" err="1">
                    <a:solidFill>
                      <a:schemeClr val="tx1">
                        <a:lumMod val="60000"/>
                        <a:lumOff val="40000"/>
                      </a:schemeClr>
                    </a:solidFill>
                  </a:rPr>
                  <a:t>Herbívoro</a:t>
                </a:r>
                <a:r>
                  <a:rPr lang="en-US" sz="1600" kern="0" dirty="0">
                    <a:solidFill>
                      <a:schemeClr val="tx1">
                        <a:lumMod val="60000"/>
                        <a:lumOff val="40000"/>
                      </a:schemeClr>
                    </a:solidFill>
                  </a:rPr>
                  <a:t>, </a:t>
                </a:r>
                <a:r>
                  <a:rPr lang="en-US" sz="1600" kern="0" dirty="0" err="1">
                    <a:solidFill>
                      <a:schemeClr val="tx1">
                        <a:lumMod val="60000"/>
                        <a:lumOff val="40000"/>
                      </a:schemeClr>
                    </a:solidFill>
                  </a:rPr>
                  <a:t>Carnívoro</a:t>
                </a:r>
                <a:endParaRPr lang="en-US" sz="1600" kern="0" dirty="0">
                  <a:solidFill>
                    <a:schemeClr val="tx1">
                      <a:lumMod val="60000"/>
                      <a:lumOff val="40000"/>
                    </a:schemeClr>
                  </a:solidFill>
                </a:endParaRPr>
              </a:p>
            </p:txBody>
          </p:sp>
        </p:grpSp>
        <p:sp>
          <p:nvSpPr>
            <p:cNvPr id="43" name="Flecha abajo 42"/>
            <p:cNvSpPr/>
            <p:nvPr/>
          </p:nvSpPr>
          <p:spPr bwMode="auto">
            <a:xfrm flipV="1">
              <a:off x="3137273" y="1882840"/>
              <a:ext cx="432048" cy="417815"/>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79" name="Rectangle 3"/>
            <p:cNvSpPr txBox="1">
              <a:spLocks noChangeArrowheads="1"/>
            </p:cNvSpPr>
            <p:nvPr/>
          </p:nvSpPr>
          <p:spPr bwMode="auto">
            <a:xfrm>
              <a:off x="3612241" y="1931175"/>
              <a:ext cx="1337039"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lnSpc>
                  <a:spcPts val="1500"/>
                </a:lnSpc>
                <a:buNone/>
              </a:pPr>
              <a:r>
                <a:rPr lang="en-US" sz="1600" kern="0">
                  <a:solidFill>
                    <a:schemeClr val="accent5">
                      <a:lumMod val="75000"/>
                    </a:schemeClr>
                  </a:solidFill>
                </a:rPr>
                <a:t>extiende</a:t>
              </a:r>
              <a:endParaRPr lang="en-US" sz="1600" kern="0" dirty="0">
                <a:solidFill>
                  <a:schemeClr val="tx1">
                    <a:lumMod val="60000"/>
                    <a:lumOff val="40000"/>
                  </a:schemeClr>
                </a:solidFill>
              </a:endParaRPr>
            </a:p>
          </p:txBody>
        </p:sp>
        <p:sp>
          <p:nvSpPr>
            <p:cNvPr id="41" name="Flecha abajo 40"/>
            <p:cNvSpPr/>
            <p:nvPr/>
          </p:nvSpPr>
          <p:spPr bwMode="auto">
            <a:xfrm flipV="1">
              <a:off x="4969108" y="1870968"/>
              <a:ext cx="432048" cy="417815"/>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9" name="Grupo 8"/>
          <p:cNvGrpSpPr/>
          <p:nvPr/>
        </p:nvGrpSpPr>
        <p:grpSpPr>
          <a:xfrm>
            <a:off x="2483768" y="2037735"/>
            <a:ext cx="4548759" cy="2831425"/>
            <a:chOff x="2542971" y="1877573"/>
            <a:chExt cx="4548759" cy="2831425"/>
          </a:xfrm>
        </p:grpSpPr>
        <p:sp>
          <p:nvSpPr>
            <p:cNvPr id="32" name="Rectangle 3"/>
            <p:cNvSpPr txBox="1">
              <a:spLocks noChangeArrowheads="1"/>
            </p:cNvSpPr>
            <p:nvPr/>
          </p:nvSpPr>
          <p:spPr bwMode="auto">
            <a:xfrm>
              <a:off x="2542971" y="4060926"/>
              <a:ext cx="4548759" cy="648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b="0" kern="0" dirty="0">
                  <a:solidFill>
                    <a:srgbClr val="000000"/>
                  </a:solidFill>
                  <a:latin typeface="Arial Black" panose="020B0A04020102020204" pitchFamily="34" charset="0"/>
                  <a:ea typeface="Adobe Fan Heiti Std B" pitchFamily="34" charset="-128"/>
                </a:rPr>
                <a:t>class</a:t>
              </a:r>
              <a:r>
                <a:rPr lang="en-US" sz="1400" b="0" kern="0" dirty="0">
                  <a:solidFill>
                    <a:schemeClr val="bg1"/>
                  </a:solidFill>
                  <a:latin typeface="Arial Black" panose="020B0A04020102020204" pitchFamily="34" charset="0"/>
                  <a:ea typeface="Adobe Fan Heiti Std B" pitchFamily="34" charset="-128"/>
                </a:rPr>
                <a:t> </a:t>
              </a:r>
              <a:r>
                <a:rPr lang="en-US" sz="1400" b="0" kern="0" dirty="0">
                  <a:solidFill>
                    <a:srgbClr val="0070C0"/>
                  </a:solidFill>
                  <a:latin typeface="Arial Black" panose="020B0A04020102020204" pitchFamily="34" charset="0"/>
                  <a:ea typeface="Adobe Fan Heiti Std B" pitchFamily="34" charset="-128"/>
                </a:rPr>
                <a:t> </a:t>
              </a:r>
              <a:r>
                <a:rPr lang="en-US" sz="1800" kern="0" dirty="0"/>
                <a:t>Persona</a:t>
              </a:r>
            </a:p>
            <a:p>
              <a:pPr marL="0" indent="0" algn="ctr">
                <a:lnSpc>
                  <a:spcPts val="1500"/>
                </a:lnSpc>
                <a:buNone/>
              </a:pPr>
              <a:r>
                <a:rPr lang="en-US" sz="1600" kern="0" dirty="0">
                  <a:solidFill>
                    <a:srgbClr val="FF6600"/>
                  </a:solidFill>
                </a:rPr>
                <a:t>implements </a:t>
              </a:r>
              <a:r>
                <a:rPr lang="en-US" sz="1600" kern="0" dirty="0" err="1">
                  <a:solidFill>
                    <a:srgbClr val="FF6600"/>
                  </a:solidFill>
                </a:rPr>
                <a:t>Herbívoro</a:t>
              </a:r>
              <a:r>
                <a:rPr lang="en-US" sz="1600" kern="0" dirty="0">
                  <a:solidFill>
                    <a:srgbClr val="FF6600"/>
                  </a:solidFill>
                </a:rPr>
                <a:t>, </a:t>
              </a:r>
              <a:r>
                <a:rPr lang="en-US" sz="1600" kern="0" dirty="0" err="1">
                  <a:solidFill>
                    <a:srgbClr val="FF6600"/>
                  </a:solidFill>
                </a:rPr>
                <a:t>Carnívoro</a:t>
              </a:r>
              <a:endParaRPr lang="en-US" sz="1600" kern="0" dirty="0">
                <a:solidFill>
                  <a:srgbClr val="FF6600"/>
                </a:solidFill>
              </a:endParaRPr>
            </a:p>
          </p:txBody>
        </p:sp>
        <p:sp>
          <p:nvSpPr>
            <p:cNvPr id="45" name="Rectangle 3"/>
            <p:cNvSpPr txBox="1">
              <a:spLocks noChangeArrowheads="1"/>
            </p:cNvSpPr>
            <p:nvPr/>
          </p:nvSpPr>
          <p:spPr bwMode="auto">
            <a:xfrm>
              <a:off x="2876023" y="2777976"/>
              <a:ext cx="2809474"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lnSpc>
                  <a:spcPts val="1500"/>
                </a:lnSpc>
                <a:buNone/>
              </a:pPr>
              <a:r>
                <a:rPr lang="en-US" sz="1600" kern="0" dirty="0" err="1">
                  <a:solidFill>
                    <a:srgbClr val="FF6600"/>
                  </a:solidFill>
                </a:rPr>
                <a:t>implementa</a:t>
              </a:r>
              <a:endParaRPr lang="en-US" sz="1600" kern="0" dirty="0">
                <a:solidFill>
                  <a:srgbClr val="FF6600"/>
                </a:solidFill>
              </a:endParaRPr>
            </a:p>
          </p:txBody>
        </p:sp>
        <p:sp>
          <p:nvSpPr>
            <p:cNvPr id="46" name="Flecha abajo 45"/>
            <p:cNvSpPr/>
            <p:nvPr/>
          </p:nvSpPr>
          <p:spPr bwMode="auto">
            <a:xfrm flipV="1">
              <a:off x="3123970" y="1877573"/>
              <a:ext cx="432048" cy="2079769"/>
            </a:xfrm>
            <a:prstGeom prst="downArrow">
              <a:avLst/>
            </a:prstGeom>
            <a:solidFill>
              <a:srgbClr val="FF6600"/>
            </a:solidFill>
            <a:ln w="9525" cap="flat" cmpd="sng" algn="ctr">
              <a:solidFill>
                <a:srgbClr val="F2B8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47" name="Flecha abajo 46"/>
            <p:cNvSpPr/>
            <p:nvPr/>
          </p:nvSpPr>
          <p:spPr bwMode="auto">
            <a:xfrm flipV="1">
              <a:off x="4992200" y="1877573"/>
              <a:ext cx="432048" cy="2079769"/>
            </a:xfrm>
            <a:prstGeom prst="downArrow">
              <a:avLst/>
            </a:prstGeom>
            <a:solidFill>
              <a:srgbClr val="FF6600"/>
            </a:solidFill>
            <a:ln w="9525" cap="flat" cmpd="sng" algn="ctr">
              <a:solidFill>
                <a:srgbClr val="F2B8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grpSp>
      <p:grpSp>
        <p:nvGrpSpPr>
          <p:cNvPr id="8" name="Grupo 7"/>
          <p:cNvGrpSpPr/>
          <p:nvPr/>
        </p:nvGrpSpPr>
        <p:grpSpPr>
          <a:xfrm>
            <a:off x="2795508" y="3673525"/>
            <a:ext cx="3874089" cy="928156"/>
            <a:chOff x="6674648" y="2255718"/>
            <a:chExt cx="3874089" cy="928156"/>
          </a:xfrm>
        </p:grpSpPr>
        <p:grpSp>
          <p:nvGrpSpPr>
            <p:cNvPr id="50" name="Grupo 49"/>
            <p:cNvGrpSpPr/>
            <p:nvPr/>
          </p:nvGrpSpPr>
          <p:grpSpPr>
            <a:xfrm>
              <a:off x="7739263" y="2255718"/>
              <a:ext cx="2809474" cy="510201"/>
              <a:chOff x="4065513" y="3753035"/>
              <a:chExt cx="2809474" cy="510201"/>
            </a:xfrm>
          </p:grpSpPr>
          <p:sp>
            <p:nvSpPr>
              <p:cNvPr id="78" name="Flecha abajo 77"/>
              <p:cNvSpPr/>
              <p:nvPr/>
            </p:nvSpPr>
            <p:spPr bwMode="auto">
              <a:xfrm flipV="1">
                <a:off x="4206672" y="3753035"/>
                <a:ext cx="432048" cy="417815"/>
              </a:xfrm>
              <a:prstGeom prst="downArrow">
                <a:avLst/>
              </a:prstGeom>
              <a:solidFill>
                <a:srgbClr val="FF6600"/>
              </a:solidFill>
              <a:ln w="9525" cap="flat" cmpd="sng" algn="ctr">
                <a:solidFill>
                  <a:srgbClr val="F2B8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80" name="Rectangle 3"/>
              <p:cNvSpPr txBox="1">
                <a:spLocks noChangeArrowheads="1"/>
              </p:cNvSpPr>
              <p:nvPr/>
            </p:nvSpPr>
            <p:spPr bwMode="auto">
              <a:xfrm>
                <a:off x="4065513" y="3828261"/>
                <a:ext cx="2809474"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lnSpc>
                    <a:spcPts val="1500"/>
                  </a:lnSpc>
                  <a:buNone/>
                </a:pPr>
                <a:r>
                  <a:rPr lang="en-US" sz="1600" kern="0">
                    <a:solidFill>
                      <a:srgbClr val="FF6600"/>
                    </a:solidFill>
                  </a:rPr>
                  <a:t>implementa</a:t>
                </a:r>
                <a:endParaRPr lang="en-US" sz="1600" kern="0" dirty="0">
                  <a:solidFill>
                    <a:srgbClr val="FF6600"/>
                  </a:solidFill>
                </a:endParaRPr>
              </a:p>
            </p:txBody>
          </p:sp>
        </p:grpSp>
        <p:sp>
          <p:nvSpPr>
            <p:cNvPr id="42" name="Rectangle 3"/>
            <p:cNvSpPr txBox="1">
              <a:spLocks noChangeArrowheads="1"/>
            </p:cNvSpPr>
            <p:nvPr/>
          </p:nvSpPr>
          <p:spPr bwMode="auto">
            <a:xfrm>
              <a:off x="6674648" y="2748899"/>
              <a:ext cx="2809474"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lgn="ctr">
                <a:buNone/>
              </a:pPr>
              <a:r>
                <a:rPr lang="en-US" sz="1400" b="0" kern="0" dirty="0">
                  <a:solidFill>
                    <a:srgbClr val="000000"/>
                  </a:solidFill>
                  <a:latin typeface="Arial Black" panose="020B0A04020102020204" pitchFamily="34" charset="0"/>
                  <a:ea typeface="Adobe Fan Heiti Std B" pitchFamily="34" charset="-128"/>
                </a:rPr>
                <a:t>class</a:t>
              </a:r>
              <a:r>
                <a:rPr lang="en-US" sz="1400" b="0" kern="0" dirty="0">
                  <a:solidFill>
                    <a:schemeClr val="bg1"/>
                  </a:solidFill>
                  <a:latin typeface="Arial Black" panose="020B0A04020102020204" pitchFamily="34" charset="0"/>
                  <a:ea typeface="Adobe Fan Heiti Std B" pitchFamily="34" charset="-128"/>
                </a:rPr>
                <a:t> </a:t>
              </a:r>
              <a:r>
                <a:rPr lang="en-US" sz="1400" b="0" kern="0" dirty="0">
                  <a:solidFill>
                    <a:srgbClr val="0070C0"/>
                  </a:solidFill>
                  <a:latin typeface="Arial Black" panose="020B0A04020102020204" pitchFamily="34" charset="0"/>
                  <a:ea typeface="Adobe Fan Heiti Std B" pitchFamily="34" charset="-128"/>
                </a:rPr>
                <a:t> </a:t>
              </a:r>
              <a:r>
                <a:rPr lang="en-US" sz="1800" kern="0" dirty="0"/>
                <a:t>Persona</a:t>
              </a:r>
            </a:p>
            <a:p>
              <a:pPr marL="0" indent="0" algn="ctr">
                <a:lnSpc>
                  <a:spcPts val="1500"/>
                </a:lnSpc>
                <a:buNone/>
              </a:pPr>
              <a:r>
                <a:rPr lang="en-US" sz="1600" kern="0" dirty="0">
                  <a:solidFill>
                    <a:srgbClr val="FF6600"/>
                  </a:solidFill>
                </a:rPr>
                <a:t>implements </a:t>
              </a:r>
              <a:r>
                <a:rPr lang="en-US" sz="1600" kern="0" dirty="0" err="1">
                  <a:solidFill>
                    <a:srgbClr val="FF6600"/>
                  </a:solidFill>
                </a:rPr>
                <a:t>Omnívoro</a:t>
              </a:r>
              <a:endParaRPr lang="en-US" sz="1600" kern="0" dirty="0">
                <a:solidFill>
                  <a:srgbClr val="FF6600"/>
                </a:solidFill>
              </a:endParaRPr>
            </a:p>
          </p:txBody>
        </p:sp>
      </p:grpSp>
    </p:spTree>
    <p:extLst>
      <p:ext uri="{BB962C8B-B14F-4D97-AF65-F5344CB8AC3E}">
        <p14:creationId xmlns:p14="http://schemas.microsoft.com/office/powerpoint/2010/main" val="913131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8"/>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4"/>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Clases abstractas vs Interfaces</a:t>
            </a:r>
          </a:p>
        </p:txBody>
      </p:sp>
      <p:pic>
        <p:nvPicPr>
          <p:cNvPr id="5" name="Marcador de contenido 4"/>
          <p:cNvPicPr>
            <a:picLocks noGrp="1" noChangeAspect="1"/>
          </p:cNvPicPr>
          <p:nvPr>
            <p:ph idx="1"/>
          </p:nvPr>
        </p:nvPicPr>
        <p:blipFill rotWithShape="1">
          <a:blip r:embed="rId2"/>
          <a:srcRect l="4501" t="31692" r="43000" b="24753"/>
          <a:stretch/>
        </p:blipFill>
        <p:spPr>
          <a:xfrm>
            <a:off x="837985" y="1628800"/>
            <a:ext cx="7097928" cy="3312368"/>
          </a:xfrm>
          <a:prstGeom prst="rect">
            <a:avLst/>
          </a:prstGeom>
        </p:spPr>
      </p:pic>
    </p:spTree>
    <p:extLst>
      <p:ext uri="{BB962C8B-B14F-4D97-AF65-F5344CB8AC3E}">
        <p14:creationId xmlns:p14="http://schemas.microsoft.com/office/powerpoint/2010/main" val="36194785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¿Qué usar?</a:t>
            </a:r>
          </a:p>
        </p:txBody>
      </p:sp>
      <p:pic>
        <p:nvPicPr>
          <p:cNvPr id="5" name="Marcador de contenido 4"/>
          <p:cNvPicPr>
            <a:picLocks noGrp="1" noChangeAspect="1"/>
          </p:cNvPicPr>
          <p:nvPr>
            <p:ph idx="1"/>
          </p:nvPr>
        </p:nvPicPr>
        <p:blipFill rotWithShape="1">
          <a:blip r:embed="rId2"/>
          <a:srcRect l="10625" t="41025" r="44750" b="20087"/>
          <a:stretch/>
        </p:blipFill>
        <p:spPr>
          <a:xfrm>
            <a:off x="1259632" y="1628800"/>
            <a:ext cx="7197916" cy="3528392"/>
          </a:xfrm>
          <a:prstGeom prst="rect">
            <a:avLst/>
          </a:prstGeom>
        </p:spPr>
      </p:pic>
    </p:spTree>
    <p:extLst>
      <p:ext uri="{BB962C8B-B14F-4D97-AF65-F5344CB8AC3E}">
        <p14:creationId xmlns:p14="http://schemas.microsoft.com/office/powerpoint/2010/main" val="1938559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95536" y="2852936"/>
            <a:ext cx="8229600" cy="696491"/>
          </a:xfrm>
        </p:spPr>
        <p:txBody>
          <a:bodyPr/>
          <a:lstStyle/>
          <a:p>
            <a:pPr algn="ctr">
              <a:buNone/>
            </a:pPr>
            <a:r>
              <a:rPr lang="es-ES" sz="3200" dirty="0"/>
              <a:t>CLASES INTERNAS: LOCALES Y ANÓNIMAS</a:t>
            </a:r>
          </a:p>
        </p:txBody>
      </p:sp>
    </p:spTree>
    <p:extLst>
      <p:ext uri="{BB962C8B-B14F-4D97-AF65-F5344CB8AC3E}">
        <p14:creationId xmlns:p14="http://schemas.microsoft.com/office/powerpoint/2010/main" val="22830808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Clases anidadas</a:t>
            </a:r>
          </a:p>
        </p:txBody>
      </p:sp>
      <p:sp>
        <p:nvSpPr>
          <p:cNvPr id="3" name="2 Marcador de contenido"/>
          <p:cNvSpPr>
            <a:spLocks noGrp="1"/>
          </p:cNvSpPr>
          <p:nvPr>
            <p:ph idx="1"/>
          </p:nvPr>
        </p:nvSpPr>
        <p:spPr/>
        <p:txBody>
          <a:bodyPr/>
          <a:lstStyle/>
          <a:p>
            <a:r>
              <a:rPr lang="es-ES" sz="2000" dirty="0"/>
              <a:t>CLASES DENTRO DE OTRAS CLASES</a:t>
            </a:r>
          </a:p>
          <a:p>
            <a:r>
              <a:rPr lang="es-ES" sz="2000" b="0" dirty="0"/>
              <a:t>Java permite definir clases dentro de otras clases.</a:t>
            </a:r>
          </a:p>
          <a:p>
            <a:r>
              <a:rPr lang="es-ES" sz="2000" b="0" dirty="0"/>
              <a:t>A estas clases se le llaman </a:t>
            </a:r>
            <a:r>
              <a:rPr lang="es-ES" sz="2000" i="1" dirty="0"/>
              <a:t>anidadas</a:t>
            </a:r>
            <a:r>
              <a:rPr lang="es-ES" sz="2000" b="0" dirty="0"/>
              <a:t>.</a:t>
            </a:r>
          </a:p>
          <a:p>
            <a:r>
              <a:rPr lang="es-ES" sz="2000" b="0" dirty="0"/>
              <a:t>No se trata de composición de clases, sino anidamiento.</a:t>
            </a:r>
          </a:p>
          <a:p>
            <a:r>
              <a:rPr lang="es-ES" sz="2000" dirty="0"/>
              <a:t>Pueden acceder a los atributos de la clase que le envuelve.</a:t>
            </a:r>
          </a:p>
          <a:p>
            <a:endParaRPr lang="es-ES" sz="2000" dirty="0"/>
          </a:p>
          <a:p>
            <a:r>
              <a:rPr lang="es-ES" sz="2000" dirty="0"/>
              <a:t>RAZONES PARA EL USO DE CLASES ANIDADAS</a:t>
            </a:r>
          </a:p>
          <a:p>
            <a:r>
              <a:rPr lang="es-ES" sz="2000" b="0" dirty="0"/>
              <a:t>Agrupamiento lógico de clases que se utilizan en un solo lugar. Mayor cohesión.</a:t>
            </a:r>
          </a:p>
          <a:p>
            <a:r>
              <a:rPr lang="es-ES" sz="2000" b="0" dirty="0"/>
              <a:t>Aumento de la encapsulación.</a:t>
            </a:r>
          </a:p>
          <a:p>
            <a:r>
              <a:rPr lang="es-ES" sz="2000" b="0" dirty="0"/>
              <a:t>Código más legible y fácil de mantener.</a:t>
            </a:r>
            <a:endParaRPr lang="es-ES" sz="2000" dirty="0"/>
          </a:p>
        </p:txBody>
      </p:sp>
    </p:spTree>
    <p:extLst>
      <p:ext uri="{BB962C8B-B14F-4D97-AF65-F5344CB8AC3E}">
        <p14:creationId xmlns:p14="http://schemas.microsoft.com/office/powerpoint/2010/main" val="188187068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t>Clase interna</a:t>
            </a:r>
          </a:p>
        </p:txBody>
      </p:sp>
      <p:sp>
        <p:nvSpPr>
          <p:cNvPr id="3" name="2 Marcador de contenido"/>
          <p:cNvSpPr>
            <a:spLocks noGrp="1"/>
          </p:cNvSpPr>
          <p:nvPr>
            <p:ph idx="1"/>
          </p:nvPr>
        </p:nvSpPr>
        <p:spPr/>
        <p:txBody>
          <a:bodyPr/>
          <a:lstStyle/>
          <a:p>
            <a:r>
              <a:rPr lang="es-ES" sz="2000" b="0" dirty="0"/>
              <a:t>Una clase interna es una clase que es miembro de otra clase.</a:t>
            </a:r>
          </a:p>
          <a:p>
            <a:r>
              <a:rPr lang="es-ES" sz="2000" dirty="0"/>
              <a:t>CLASES INTERNAS</a:t>
            </a:r>
          </a:p>
          <a:p>
            <a:r>
              <a:rPr lang="es-ES" sz="2000" b="0" dirty="0"/>
              <a:t>Se llaman así a las clases anidadas no estáticas.</a:t>
            </a:r>
          </a:p>
          <a:p>
            <a:r>
              <a:rPr lang="es-ES" sz="2000" b="0" dirty="0"/>
              <a:t>Solo pueden existir en el marco de una instancia de la clase externa.</a:t>
            </a:r>
          </a:p>
          <a:p>
            <a:r>
              <a:rPr lang="es-ES" sz="2000" b="0" dirty="0"/>
              <a:t>Pueden acceder a sus miembros (de la clase externa).</a:t>
            </a:r>
          </a:p>
          <a:p>
            <a:endParaRPr lang="es-ES" sz="2000" b="0" dirty="0"/>
          </a:p>
          <a:p>
            <a:r>
              <a:rPr lang="es-ES" sz="2000" dirty="0"/>
              <a:t>¿Cuándo se puede utilizar clases internas?</a:t>
            </a:r>
          </a:p>
          <a:p>
            <a:endParaRPr lang="es-ES" sz="2000" dirty="0"/>
          </a:p>
          <a:p>
            <a:r>
              <a:rPr lang="es-ES" sz="2000" b="0" dirty="0"/>
              <a:t>Cuando la clase solo se va a utilizar en un único lugar, en ese caso el definir la clase como anidada puede hacer que el código sea más legible y su mantenimiento más sencillo.</a:t>
            </a:r>
          </a:p>
          <a:p>
            <a:endParaRPr lang="es-ES" sz="2000" dirty="0"/>
          </a:p>
        </p:txBody>
      </p:sp>
    </p:spTree>
    <p:extLst>
      <p:ext uri="{BB962C8B-B14F-4D97-AF65-F5344CB8AC3E}">
        <p14:creationId xmlns:p14="http://schemas.microsoft.com/office/powerpoint/2010/main" val="33515767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Rectángulo"/>
          <p:cNvSpPr/>
          <p:nvPr/>
        </p:nvSpPr>
        <p:spPr bwMode="auto">
          <a:xfrm>
            <a:off x="1331640" y="764704"/>
            <a:ext cx="6264696" cy="5785228"/>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3" name="2 Rectángulo"/>
          <p:cNvSpPr/>
          <p:nvPr/>
        </p:nvSpPr>
        <p:spPr bwMode="auto">
          <a:xfrm>
            <a:off x="1852340" y="3840404"/>
            <a:ext cx="5527972" cy="1820844"/>
          </a:xfrm>
          <a:prstGeom prst="rect">
            <a:avLst/>
          </a:prstGeom>
          <a:solidFill>
            <a:srgbClr val="FFE79B"/>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 name="1 Título"/>
          <p:cNvSpPr>
            <a:spLocks noGrp="1"/>
          </p:cNvSpPr>
          <p:nvPr>
            <p:ph type="title"/>
          </p:nvPr>
        </p:nvSpPr>
        <p:spPr>
          <a:xfrm>
            <a:off x="542924" y="53975"/>
            <a:ext cx="7989515" cy="563563"/>
          </a:xfrm>
        </p:spPr>
        <p:txBody>
          <a:bodyPr/>
          <a:lstStyle/>
          <a:p>
            <a:r>
              <a:rPr lang="es-ES" dirty="0"/>
              <a:t>Clases internas</a:t>
            </a:r>
          </a:p>
        </p:txBody>
      </p:sp>
      <p:sp>
        <p:nvSpPr>
          <p:cNvPr id="27" name="Rectangle 3"/>
          <p:cNvSpPr txBox="1">
            <a:spLocks noChangeArrowheads="1"/>
          </p:cNvSpPr>
          <p:nvPr/>
        </p:nvSpPr>
        <p:spPr bwMode="auto">
          <a:xfrm>
            <a:off x="1619672" y="861300"/>
            <a:ext cx="5184576" cy="543227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300" kern="0" dirty="0">
                <a:solidFill>
                  <a:schemeClr val="bg1">
                    <a:lumMod val="50000"/>
                  </a:schemeClr>
                </a:solidFill>
                <a:latin typeface="+mj-lt"/>
                <a:ea typeface="Adobe Fan Heiti Std B" pitchFamily="34" charset="-128"/>
              </a:rPr>
              <a:t>public class </a:t>
            </a:r>
            <a:r>
              <a:rPr lang="en-US" sz="1300" kern="0" dirty="0">
                <a:solidFill>
                  <a:srgbClr val="0070C0"/>
                </a:solidFill>
                <a:latin typeface="+mj-lt"/>
                <a:ea typeface="Adobe Fan Heiti Std B" pitchFamily="34" charset="-128"/>
              </a:rPr>
              <a:t>Persona {</a:t>
            </a:r>
          </a:p>
          <a:p>
            <a:pPr marL="0" indent="0">
              <a:buNone/>
            </a:pPr>
            <a:r>
              <a:rPr lang="en-US" sz="1300" b="0" kern="0" dirty="0">
                <a:solidFill>
                  <a:srgbClr val="0070C0"/>
                </a:solidFill>
                <a:latin typeface="+mj-lt"/>
                <a:ea typeface="Adobe Fan Heiti Std B" pitchFamily="34" charset="-128"/>
              </a:rPr>
              <a:t>    String </a:t>
            </a:r>
            <a:r>
              <a:rPr lang="en-US" sz="1300" b="0" kern="0" dirty="0" err="1">
                <a:solidFill>
                  <a:srgbClr val="000000"/>
                </a:solidFill>
                <a:latin typeface="+mj-lt"/>
                <a:ea typeface="Adobe Fan Heiti Std B" pitchFamily="34" charset="-128"/>
              </a:rPr>
              <a:t>nombre</a:t>
            </a:r>
            <a:r>
              <a:rPr lang="en-US" sz="1300" b="0" kern="0" dirty="0">
                <a:solidFill>
                  <a:srgbClr val="000000"/>
                </a:solidFill>
                <a:latin typeface="+mj-lt"/>
                <a:ea typeface="Adobe Fan Heiti Std B" pitchFamily="34" charset="-128"/>
              </a:rPr>
              <a:t>; </a:t>
            </a:r>
          </a:p>
          <a:p>
            <a:pPr marL="0" indent="0">
              <a:buNone/>
            </a:pPr>
            <a:endParaRPr lang="en-US" sz="1300" kern="0" dirty="0">
              <a:solidFill>
                <a:schemeClr val="bg1">
                  <a:lumMod val="50000"/>
                </a:schemeClr>
              </a:solidFill>
              <a:latin typeface="+mj-lt"/>
              <a:ea typeface="Adobe Fan Heiti Std B" pitchFamily="34" charset="-128"/>
            </a:endParaRPr>
          </a:p>
          <a:p>
            <a:pPr marL="0" indent="0">
              <a:buNone/>
            </a:pPr>
            <a:r>
              <a:rPr lang="en-US" sz="1300" kern="0" dirty="0">
                <a:solidFill>
                  <a:schemeClr val="bg1">
                    <a:lumMod val="50000"/>
                  </a:schemeClr>
                </a:solidFill>
                <a:latin typeface="+mj-lt"/>
                <a:ea typeface="Adobe Fan Heiti Std B" pitchFamily="34" charset="-128"/>
              </a:rPr>
              <a:t>    public </a:t>
            </a:r>
            <a:r>
              <a:rPr lang="en-US" sz="1300" kern="0" dirty="0">
                <a:solidFill>
                  <a:srgbClr val="FF0000"/>
                </a:solidFill>
                <a:latin typeface="+mj-lt"/>
                <a:ea typeface="Adobe Fan Heiti Std B" pitchFamily="34" charset="-128"/>
              </a:rPr>
              <a:t>Persona(</a:t>
            </a:r>
            <a:r>
              <a:rPr lang="en-US" sz="1300" b="0" kern="0" dirty="0">
                <a:solidFill>
                  <a:srgbClr val="0070C0"/>
                </a:solidFill>
                <a:latin typeface="+mj-lt"/>
                <a:ea typeface="Adobe Fan Heiti Std B" pitchFamily="34" charset="-128"/>
              </a:rPr>
              <a:t>String </a:t>
            </a:r>
            <a:r>
              <a:rPr lang="en-US" sz="1300" b="0" kern="0" dirty="0">
                <a:solidFill>
                  <a:srgbClr val="000000"/>
                </a:solidFill>
                <a:latin typeface="+mj-lt"/>
                <a:ea typeface="Adobe Fan Heiti Std B" pitchFamily="34" charset="-128"/>
              </a:rPr>
              <a:t>nom</a:t>
            </a:r>
            <a:r>
              <a:rPr lang="en-US" sz="1300" kern="0" dirty="0">
                <a:solidFill>
                  <a:srgbClr val="FF0000"/>
                </a:solidFill>
                <a:latin typeface="+mj-lt"/>
                <a:ea typeface="Adobe Fan Heiti Std B" pitchFamily="34" charset="-128"/>
              </a:rPr>
              <a:t>)</a:t>
            </a:r>
            <a:r>
              <a:rPr lang="en-US" sz="1300" kern="0" dirty="0">
                <a:solidFill>
                  <a:schemeClr val="bg1">
                    <a:lumMod val="50000"/>
                  </a:schemeClr>
                </a:solidFill>
                <a:latin typeface="+mj-lt"/>
                <a:ea typeface="Adobe Fan Heiti Std B" pitchFamily="34" charset="-128"/>
              </a:rPr>
              <a:t> {</a:t>
            </a:r>
          </a:p>
          <a:p>
            <a:pPr marL="0" indent="0">
              <a:buNone/>
            </a:pPr>
            <a:r>
              <a:rPr lang="en-US" sz="1300" b="0" kern="0" dirty="0">
                <a:solidFill>
                  <a:srgbClr val="000000"/>
                </a:solidFill>
                <a:latin typeface="+mj-lt"/>
                <a:ea typeface="Adobe Fan Heiti Std B" pitchFamily="34" charset="-128"/>
              </a:rPr>
              <a:t>          </a:t>
            </a:r>
            <a:r>
              <a:rPr lang="en-US" sz="1300" b="0" kern="0" dirty="0" err="1">
                <a:solidFill>
                  <a:srgbClr val="000000"/>
                </a:solidFill>
                <a:latin typeface="+mj-lt"/>
                <a:ea typeface="Adobe Fan Heiti Std B" pitchFamily="34" charset="-128"/>
              </a:rPr>
              <a:t>nombre</a:t>
            </a:r>
            <a:r>
              <a:rPr lang="en-US" sz="1300" b="0" kern="0" dirty="0">
                <a:solidFill>
                  <a:srgbClr val="000000"/>
                </a:solidFill>
                <a:latin typeface="+mj-lt"/>
                <a:ea typeface="Adobe Fan Heiti Std B" pitchFamily="34" charset="-128"/>
              </a:rPr>
              <a:t> = nom; </a:t>
            </a:r>
            <a:r>
              <a:rPr lang="en-US" sz="1300" kern="0" dirty="0">
                <a:solidFill>
                  <a:schemeClr val="bg1">
                    <a:lumMod val="50000"/>
                  </a:schemeClr>
                </a:solidFill>
                <a:latin typeface="+mj-lt"/>
                <a:ea typeface="Adobe Fan Heiti Std B" pitchFamily="34" charset="-128"/>
              </a:rPr>
              <a:t>    </a:t>
            </a:r>
          </a:p>
          <a:p>
            <a:pPr marL="0" indent="0">
              <a:buNone/>
            </a:pPr>
            <a:r>
              <a:rPr lang="en-US" sz="1300" kern="0" dirty="0">
                <a:solidFill>
                  <a:schemeClr val="bg1">
                    <a:lumMod val="50000"/>
                  </a:schemeClr>
                </a:solidFill>
                <a:latin typeface="+mj-lt"/>
                <a:ea typeface="Adobe Fan Heiti Std B" pitchFamily="34" charset="-128"/>
              </a:rPr>
              <a:t>    }</a:t>
            </a:r>
          </a:p>
          <a:p>
            <a:pPr marL="0" indent="0">
              <a:buNone/>
            </a:pPr>
            <a:endParaRPr lang="en-US" sz="1300" kern="0" dirty="0">
              <a:solidFill>
                <a:schemeClr val="bg1">
                  <a:lumMod val="50000"/>
                </a:schemeClr>
              </a:solidFill>
              <a:latin typeface="+mj-lt"/>
              <a:ea typeface="Adobe Fan Heiti Std B" pitchFamily="34" charset="-128"/>
            </a:endParaRPr>
          </a:p>
          <a:p>
            <a:pPr marL="0" indent="0">
              <a:buNone/>
            </a:pPr>
            <a:endParaRPr lang="en-US" sz="1300" kern="0" dirty="0">
              <a:solidFill>
                <a:schemeClr val="bg1">
                  <a:lumMod val="50000"/>
                </a:schemeClr>
              </a:solidFill>
              <a:latin typeface="+mj-lt"/>
              <a:ea typeface="Adobe Fan Heiti Std B" pitchFamily="34" charset="-128"/>
            </a:endParaRPr>
          </a:p>
          <a:p>
            <a:pPr marL="0" indent="0">
              <a:buNone/>
            </a:pPr>
            <a:endParaRPr lang="en-US" sz="1300" kern="0" dirty="0">
              <a:solidFill>
                <a:schemeClr val="bg1">
                  <a:lumMod val="50000"/>
                </a:schemeClr>
              </a:solidFill>
              <a:latin typeface="+mj-lt"/>
              <a:ea typeface="Adobe Fan Heiti Std B" pitchFamily="34" charset="-128"/>
            </a:endParaRPr>
          </a:p>
          <a:p>
            <a:pPr marL="0" indent="0">
              <a:buNone/>
            </a:pPr>
            <a:endParaRPr lang="en-US" sz="1300" kern="0" dirty="0">
              <a:solidFill>
                <a:schemeClr val="bg1">
                  <a:lumMod val="50000"/>
                </a:schemeClr>
              </a:solidFill>
              <a:latin typeface="+mj-lt"/>
              <a:ea typeface="Adobe Fan Heiti Std B" pitchFamily="34" charset="-128"/>
            </a:endParaRPr>
          </a:p>
          <a:p>
            <a:pPr marL="0" indent="0">
              <a:buNone/>
            </a:pPr>
            <a:endParaRPr lang="en-US" sz="1300" kern="0" dirty="0">
              <a:solidFill>
                <a:schemeClr val="bg1">
                  <a:lumMod val="50000"/>
                </a:schemeClr>
              </a:solidFill>
              <a:latin typeface="+mj-lt"/>
              <a:ea typeface="Adobe Fan Heiti Std B" pitchFamily="34" charset="-128"/>
            </a:endParaRPr>
          </a:p>
          <a:p>
            <a:pPr marL="0" indent="0">
              <a:buNone/>
            </a:pPr>
            <a:endParaRPr lang="en-US" sz="1300" kern="0" dirty="0">
              <a:solidFill>
                <a:schemeClr val="bg1">
                  <a:lumMod val="50000"/>
                </a:schemeClr>
              </a:solidFill>
              <a:latin typeface="+mj-lt"/>
              <a:ea typeface="Adobe Fan Heiti Std B" pitchFamily="34" charset="-128"/>
            </a:endParaRPr>
          </a:p>
          <a:p>
            <a:pPr marL="0" indent="0">
              <a:buNone/>
            </a:pPr>
            <a:endParaRPr lang="en-US" sz="1300" kern="0" dirty="0">
              <a:solidFill>
                <a:schemeClr val="bg1">
                  <a:lumMod val="50000"/>
                </a:schemeClr>
              </a:solidFill>
              <a:latin typeface="+mj-lt"/>
              <a:ea typeface="Adobe Fan Heiti Std B" pitchFamily="34" charset="-128"/>
            </a:endParaRPr>
          </a:p>
          <a:p>
            <a:pPr marL="0" indent="0">
              <a:buNone/>
            </a:pPr>
            <a:r>
              <a:rPr lang="en-US" sz="1300" kern="0" dirty="0">
                <a:solidFill>
                  <a:schemeClr val="bg1">
                    <a:lumMod val="50000"/>
                  </a:schemeClr>
                </a:solidFill>
                <a:latin typeface="+mj-lt"/>
                <a:ea typeface="Adobe Fan Heiti Std B" pitchFamily="34" charset="-128"/>
              </a:rPr>
              <a:t>    </a:t>
            </a:r>
          </a:p>
          <a:p>
            <a:pPr marL="0" indent="0">
              <a:buNone/>
            </a:pPr>
            <a:endParaRPr lang="en-US" sz="1300" kern="0" dirty="0">
              <a:solidFill>
                <a:srgbClr val="0070C0"/>
              </a:solidFill>
              <a:latin typeface="+mj-lt"/>
              <a:ea typeface="Adobe Fan Heiti Std B" pitchFamily="34" charset="-128"/>
            </a:endParaRPr>
          </a:p>
          <a:p>
            <a:pPr marL="0" indent="0">
              <a:buNone/>
            </a:pPr>
            <a:endParaRPr lang="en-US" sz="1300" kern="0" dirty="0">
              <a:solidFill>
                <a:srgbClr val="0070C0"/>
              </a:solidFill>
              <a:latin typeface="+mj-lt"/>
              <a:ea typeface="Adobe Fan Heiti Std B" pitchFamily="34" charset="-128"/>
            </a:endParaRPr>
          </a:p>
          <a:p>
            <a:pPr marL="0" indent="0">
              <a:buNone/>
            </a:pPr>
            <a:endParaRPr lang="en-US" sz="1300" kern="0" dirty="0">
              <a:solidFill>
                <a:srgbClr val="0070C0"/>
              </a:solidFill>
              <a:latin typeface="+mj-lt"/>
              <a:ea typeface="Adobe Fan Heiti Std B" pitchFamily="34" charset="-128"/>
            </a:endParaRPr>
          </a:p>
          <a:p>
            <a:pPr marL="0" indent="0">
              <a:buNone/>
            </a:pPr>
            <a:endParaRPr lang="en-US" sz="1300" kern="0" dirty="0">
              <a:solidFill>
                <a:srgbClr val="0070C0"/>
              </a:solidFill>
              <a:latin typeface="+mj-lt"/>
              <a:ea typeface="Adobe Fan Heiti Std B" pitchFamily="34" charset="-128"/>
            </a:endParaRPr>
          </a:p>
          <a:p>
            <a:pPr marL="0" indent="0">
              <a:buNone/>
            </a:pPr>
            <a:endParaRPr lang="en-US" sz="1300" kern="0" dirty="0">
              <a:solidFill>
                <a:srgbClr val="0070C0"/>
              </a:solidFill>
              <a:latin typeface="+mj-lt"/>
              <a:ea typeface="Adobe Fan Heiti Std B" pitchFamily="34" charset="-128"/>
            </a:endParaRPr>
          </a:p>
          <a:p>
            <a:pPr marL="0" indent="0">
              <a:buNone/>
            </a:pPr>
            <a:endParaRPr lang="en-US" sz="1300" kern="0" dirty="0">
              <a:solidFill>
                <a:srgbClr val="0070C0"/>
              </a:solidFill>
              <a:latin typeface="+mj-lt"/>
              <a:ea typeface="Adobe Fan Heiti Std B" pitchFamily="34" charset="-128"/>
            </a:endParaRPr>
          </a:p>
          <a:p>
            <a:pPr marL="0" indent="0">
              <a:buNone/>
            </a:pPr>
            <a:endParaRPr lang="en-US" sz="1300" kern="0" dirty="0">
              <a:solidFill>
                <a:srgbClr val="0070C0"/>
              </a:solidFill>
              <a:latin typeface="+mj-lt"/>
              <a:ea typeface="Adobe Fan Heiti Std B" pitchFamily="34" charset="-128"/>
            </a:endParaRPr>
          </a:p>
          <a:p>
            <a:pPr marL="0" indent="0">
              <a:buNone/>
            </a:pPr>
            <a:endParaRPr lang="en-US" sz="1300" kern="0" dirty="0">
              <a:solidFill>
                <a:srgbClr val="0070C0"/>
              </a:solidFill>
              <a:latin typeface="+mj-lt"/>
              <a:ea typeface="Adobe Fan Heiti Std B" pitchFamily="34" charset="-128"/>
            </a:endParaRPr>
          </a:p>
          <a:p>
            <a:pPr marL="0" indent="0">
              <a:buNone/>
            </a:pPr>
            <a:r>
              <a:rPr lang="en-US" sz="1300" kern="0" dirty="0">
                <a:solidFill>
                  <a:srgbClr val="0070C0"/>
                </a:solidFill>
                <a:latin typeface="+mj-lt"/>
                <a:ea typeface="Adobe Fan Heiti Std B" pitchFamily="34" charset="-128"/>
              </a:rPr>
              <a:t>}</a:t>
            </a:r>
          </a:p>
        </p:txBody>
      </p:sp>
      <p:sp>
        <p:nvSpPr>
          <p:cNvPr id="11" name="Rectangle 3"/>
          <p:cNvSpPr txBox="1">
            <a:spLocks noChangeArrowheads="1"/>
          </p:cNvSpPr>
          <p:nvPr/>
        </p:nvSpPr>
        <p:spPr bwMode="auto">
          <a:xfrm>
            <a:off x="1835696" y="3840404"/>
            <a:ext cx="5184576" cy="1820844"/>
          </a:xfrm>
          <a:prstGeom prst="rect">
            <a:avLst/>
          </a:prstGeom>
          <a:noFill/>
          <a:ln>
            <a:noFill/>
          </a:ln>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300" kern="0" dirty="0">
                <a:solidFill>
                  <a:schemeClr val="bg1">
                    <a:lumMod val="50000"/>
                  </a:schemeClr>
                </a:solidFill>
                <a:latin typeface="+mj-lt"/>
                <a:ea typeface="Adobe Fan Heiti Std B" pitchFamily="34" charset="-128"/>
              </a:rPr>
              <a:t>public class </a:t>
            </a:r>
            <a:r>
              <a:rPr lang="en-US" sz="1300" kern="0" dirty="0" err="1">
                <a:solidFill>
                  <a:srgbClr val="0070C0"/>
                </a:solidFill>
                <a:latin typeface="+mj-lt"/>
                <a:ea typeface="Adobe Fan Heiti Std B" pitchFamily="34" charset="-128"/>
              </a:rPr>
              <a:t>Saludadora</a:t>
            </a:r>
            <a:r>
              <a:rPr lang="en-US" sz="1300" kern="0" dirty="0">
                <a:solidFill>
                  <a:srgbClr val="0070C0"/>
                </a:solidFill>
                <a:latin typeface="+mj-lt"/>
                <a:ea typeface="Adobe Fan Heiti Std B" pitchFamily="34" charset="-128"/>
              </a:rPr>
              <a:t> {</a:t>
            </a:r>
          </a:p>
          <a:p>
            <a:pPr marL="0" indent="0">
              <a:buNone/>
            </a:pPr>
            <a:endParaRPr lang="en-US" sz="1300" kern="0" dirty="0">
              <a:solidFill>
                <a:schemeClr val="bg1">
                  <a:lumMod val="50000"/>
                </a:schemeClr>
              </a:solidFill>
              <a:latin typeface="+mj-lt"/>
              <a:ea typeface="Adobe Fan Heiti Std B" pitchFamily="34" charset="-128"/>
            </a:endParaRPr>
          </a:p>
          <a:p>
            <a:pPr marL="0" indent="0">
              <a:buNone/>
            </a:pPr>
            <a:r>
              <a:rPr lang="en-US" sz="1300" kern="0" dirty="0">
                <a:solidFill>
                  <a:schemeClr val="bg1">
                    <a:lumMod val="50000"/>
                  </a:schemeClr>
                </a:solidFill>
                <a:latin typeface="+mj-lt"/>
                <a:ea typeface="Adobe Fan Heiti Std B" pitchFamily="34" charset="-128"/>
              </a:rPr>
              <a:t>    public </a:t>
            </a:r>
            <a:r>
              <a:rPr lang="en-US" sz="1300" kern="0" dirty="0">
                <a:solidFill>
                  <a:srgbClr val="00B0F0"/>
                </a:solidFill>
                <a:latin typeface="+mj-lt"/>
                <a:ea typeface="Adobe Fan Heiti Std B" pitchFamily="34" charset="-128"/>
              </a:rPr>
              <a:t>void </a:t>
            </a:r>
            <a:r>
              <a:rPr lang="en-US" sz="1300" kern="0" dirty="0" err="1">
                <a:solidFill>
                  <a:srgbClr val="FF0000"/>
                </a:solidFill>
                <a:latin typeface="+mj-lt"/>
                <a:ea typeface="Adobe Fan Heiti Std B" pitchFamily="34" charset="-128"/>
              </a:rPr>
              <a:t>saluda</a:t>
            </a:r>
            <a:r>
              <a:rPr lang="en-US" sz="1300" kern="0" dirty="0">
                <a:solidFill>
                  <a:srgbClr val="FF0000"/>
                </a:solidFill>
                <a:latin typeface="+mj-lt"/>
                <a:ea typeface="Adobe Fan Heiti Std B" pitchFamily="34" charset="-128"/>
              </a:rPr>
              <a:t> (</a:t>
            </a:r>
            <a:r>
              <a:rPr lang="en-US" sz="1300" b="0" kern="0" dirty="0">
                <a:solidFill>
                  <a:srgbClr val="0070C0"/>
                </a:solidFill>
                <a:latin typeface="+mj-lt"/>
                <a:ea typeface="Adobe Fan Heiti Std B" pitchFamily="34" charset="-128"/>
              </a:rPr>
              <a:t>String </a:t>
            </a:r>
            <a:r>
              <a:rPr lang="en-US" sz="1300" b="0" kern="0" dirty="0" err="1">
                <a:solidFill>
                  <a:srgbClr val="000000"/>
                </a:solidFill>
                <a:latin typeface="+mj-lt"/>
                <a:ea typeface="Adobe Fan Heiti Std B" pitchFamily="34" charset="-128"/>
              </a:rPr>
              <a:t>saludo</a:t>
            </a:r>
            <a:r>
              <a:rPr lang="en-US" sz="1300" b="0" kern="0" dirty="0">
                <a:solidFill>
                  <a:srgbClr val="000000"/>
                </a:solidFill>
                <a:latin typeface="+mj-lt"/>
                <a:ea typeface="Adobe Fan Heiti Std B" pitchFamily="34" charset="-128"/>
              </a:rPr>
              <a:t>,</a:t>
            </a:r>
            <a:r>
              <a:rPr lang="en-US" sz="1300" b="0" kern="0" dirty="0">
                <a:solidFill>
                  <a:srgbClr val="0070C0"/>
                </a:solidFill>
                <a:ea typeface="Adobe Fan Heiti Std B" pitchFamily="34" charset="-128"/>
              </a:rPr>
              <a:t> String </a:t>
            </a:r>
            <a:r>
              <a:rPr lang="en-US" sz="1300" b="0" kern="0" dirty="0" err="1">
                <a:solidFill>
                  <a:srgbClr val="000000"/>
                </a:solidFill>
                <a:ea typeface="Adobe Fan Heiti Std B" pitchFamily="34" charset="-128"/>
              </a:rPr>
              <a:t>nombre</a:t>
            </a:r>
            <a:r>
              <a:rPr lang="en-US" sz="1300" kern="0" dirty="0">
                <a:solidFill>
                  <a:srgbClr val="FF0000"/>
                </a:solidFill>
                <a:latin typeface="+mj-lt"/>
                <a:ea typeface="Adobe Fan Heiti Std B" pitchFamily="34" charset="-128"/>
              </a:rPr>
              <a:t>)</a:t>
            </a:r>
            <a:r>
              <a:rPr lang="en-US" sz="1300" kern="0" dirty="0">
                <a:solidFill>
                  <a:schemeClr val="bg1">
                    <a:lumMod val="50000"/>
                  </a:schemeClr>
                </a:solidFill>
                <a:latin typeface="+mj-lt"/>
                <a:ea typeface="Adobe Fan Heiti Std B" pitchFamily="34" charset="-128"/>
              </a:rPr>
              <a:t> {</a:t>
            </a:r>
          </a:p>
          <a:p>
            <a:pPr marL="0" indent="0">
              <a:buNone/>
            </a:pPr>
            <a:r>
              <a:rPr lang="en-US" sz="1300" b="0" kern="0" dirty="0">
                <a:solidFill>
                  <a:srgbClr val="0070C0"/>
                </a:solidFill>
                <a:latin typeface="+mj-lt"/>
                <a:ea typeface="Adobe Fan Heiti Std B" pitchFamily="34" charset="-128"/>
              </a:rPr>
              <a:t>            </a:t>
            </a:r>
            <a:r>
              <a:rPr lang="en-US" sz="1300" b="0" kern="0" dirty="0" err="1">
                <a:solidFill>
                  <a:srgbClr val="000000"/>
                </a:solidFill>
                <a:ea typeface="Adobe Fan Heiti Std B" pitchFamily="34" charset="-128"/>
              </a:rPr>
              <a:t>System.out.</a:t>
            </a:r>
            <a:r>
              <a:rPr lang="en-US" sz="1300" b="0" kern="0" dirty="0" err="1">
                <a:solidFill>
                  <a:srgbClr val="FF0000"/>
                </a:solidFill>
                <a:ea typeface="Adobe Fan Heiti Std B" pitchFamily="34" charset="-128"/>
              </a:rPr>
              <a:t>println</a:t>
            </a:r>
            <a:r>
              <a:rPr lang="en-US" sz="1300" b="0" kern="0" dirty="0">
                <a:solidFill>
                  <a:srgbClr val="FF0000"/>
                </a:solidFill>
                <a:ea typeface="Adobe Fan Heiti Std B" pitchFamily="34" charset="-128"/>
              </a:rPr>
              <a:t>(</a:t>
            </a:r>
            <a:r>
              <a:rPr lang="en-US" sz="1300" b="0" kern="0" dirty="0" err="1">
                <a:solidFill>
                  <a:srgbClr val="000000"/>
                </a:solidFill>
                <a:ea typeface="Adobe Fan Heiti Std B" pitchFamily="34" charset="-128"/>
              </a:rPr>
              <a:t>saludo</a:t>
            </a:r>
            <a:r>
              <a:rPr lang="en-US" sz="1300" b="0" kern="0" dirty="0">
                <a:solidFill>
                  <a:srgbClr val="000000"/>
                </a:solidFill>
                <a:ea typeface="Adobe Fan Heiti Std B" pitchFamily="34" charset="-128"/>
              </a:rPr>
              <a:t> + " " + </a:t>
            </a:r>
            <a:r>
              <a:rPr lang="en-US" sz="1300" b="0" kern="0" dirty="0" err="1">
                <a:solidFill>
                  <a:srgbClr val="000000"/>
                </a:solidFill>
                <a:ea typeface="Adobe Fan Heiti Std B" pitchFamily="34" charset="-128"/>
              </a:rPr>
              <a:t>nombre</a:t>
            </a:r>
            <a:r>
              <a:rPr lang="en-US" sz="1300" b="0" kern="0" dirty="0">
                <a:solidFill>
                  <a:srgbClr val="FF0000"/>
                </a:solidFill>
                <a:ea typeface="Adobe Fan Heiti Std B" pitchFamily="34" charset="-128"/>
              </a:rPr>
              <a:t>)</a:t>
            </a:r>
            <a:r>
              <a:rPr lang="en-US" sz="1300" b="0" kern="0" dirty="0">
                <a:solidFill>
                  <a:srgbClr val="000000"/>
                </a:solidFill>
                <a:latin typeface="+mj-lt"/>
                <a:ea typeface="Adobe Fan Heiti Std B" pitchFamily="34" charset="-128"/>
              </a:rPr>
              <a:t>;</a:t>
            </a:r>
          </a:p>
          <a:p>
            <a:pPr marL="0" indent="0">
              <a:buNone/>
            </a:pPr>
            <a:r>
              <a:rPr lang="en-US" sz="1300" b="0" kern="0" dirty="0">
                <a:solidFill>
                  <a:srgbClr val="000000"/>
                </a:solidFill>
                <a:latin typeface="+mj-lt"/>
                <a:ea typeface="Adobe Fan Heiti Std B" pitchFamily="34" charset="-128"/>
              </a:rPr>
              <a:t>    </a:t>
            </a:r>
            <a:r>
              <a:rPr lang="en-US" sz="1300" kern="0" dirty="0">
                <a:solidFill>
                  <a:schemeClr val="bg1">
                    <a:lumMod val="50000"/>
                  </a:schemeClr>
                </a:solidFill>
                <a:latin typeface="+mj-lt"/>
                <a:ea typeface="Adobe Fan Heiti Std B" pitchFamily="34" charset="-128"/>
              </a:rPr>
              <a:t>}</a:t>
            </a:r>
          </a:p>
          <a:p>
            <a:pPr marL="0" indent="0">
              <a:buNone/>
            </a:pPr>
            <a:r>
              <a:rPr lang="en-US" sz="1300" kern="0" dirty="0">
                <a:solidFill>
                  <a:schemeClr val="bg1">
                    <a:lumMod val="50000"/>
                  </a:schemeClr>
                </a:solidFill>
                <a:latin typeface="+mj-lt"/>
                <a:ea typeface="Adobe Fan Heiti Std B" pitchFamily="34" charset="-128"/>
              </a:rPr>
              <a:t> </a:t>
            </a:r>
          </a:p>
          <a:p>
            <a:pPr marL="0" indent="0">
              <a:buNone/>
            </a:pPr>
            <a:r>
              <a:rPr lang="en-US" sz="1300" kern="0" dirty="0">
                <a:solidFill>
                  <a:srgbClr val="0070C0"/>
                </a:solidFill>
                <a:latin typeface="+mj-lt"/>
                <a:ea typeface="Adobe Fan Heiti Std B" pitchFamily="34" charset="-128"/>
              </a:rPr>
              <a:t>}</a:t>
            </a:r>
          </a:p>
        </p:txBody>
      </p:sp>
      <p:sp>
        <p:nvSpPr>
          <p:cNvPr id="12" name="Rectangle 3"/>
          <p:cNvSpPr txBox="1">
            <a:spLocks noChangeArrowheads="1"/>
          </p:cNvSpPr>
          <p:nvPr/>
        </p:nvSpPr>
        <p:spPr bwMode="auto">
          <a:xfrm>
            <a:off x="1852340" y="2475597"/>
            <a:ext cx="4537988" cy="1101837"/>
          </a:xfrm>
          <a:prstGeom prst="rect">
            <a:avLst/>
          </a:prstGeom>
          <a:noFill/>
          <a:ln>
            <a:noFill/>
          </a:ln>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300" kern="0" dirty="0">
                <a:solidFill>
                  <a:schemeClr val="bg1">
                    <a:lumMod val="50000"/>
                  </a:schemeClr>
                </a:solidFill>
                <a:latin typeface="+mj-lt"/>
                <a:ea typeface="Adobe Fan Heiti Std B" pitchFamily="34" charset="-128"/>
              </a:rPr>
              <a:t>public </a:t>
            </a:r>
            <a:r>
              <a:rPr lang="en-US" sz="1300" kern="0" dirty="0">
                <a:solidFill>
                  <a:srgbClr val="0070C0"/>
                </a:solidFill>
                <a:latin typeface="+mj-lt"/>
                <a:ea typeface="Adobe Fan Heiti Std B" pitchFamily="34" charset="-128"/>
              </a:rPr>
              <a:t>void</a:t>
            </a:r>
            <a:r>
              <a:rPr lang="en-US" sz="1300" kern="0" dirty="0">
                <a:solidFill>
                  <a:schemeClr val="bg1">
                    <a:lumMod val="50000"/>
                  </a:schemeClr>
                </a:solidFill>
                <a:latin typeface="+mj-lt"/>
                <a:ea typeface="Adobe Fan Heiti Std B" pitchFamily="34" charset="-128"/>
              </a:rPr>
              <a:t> </a:t>
            </a:r>
            <a:r>
              <a:rPr lang="en-US" sz="1300" kern="0" dirty="0" err="1">
                <a:solidFill>
                  <a:srgbClr val="FF0000"/>
                </a:solidFill>
                <a:latin typeface="+mj-lt"/>
                <a:ea typeface="Adobe Fan Heiti Std B" pitchFamily="34" charset="-128"/>
              </a:rPr>
              <a:t>diHola</a:t>
            </a:r>
            <a:r>
              <a:rPr lang="en-US" sz="1300" kern="0" dirty="0">
                <a:solidFill>
                  <a:srgbClr val="FF0000"/>
                </a:solidFill>
                <a:latin typeface="+mj-lt"/>
                <a:ea typeface="Adobe Fan Heiti Std B" pitchFamily="34" charset="-128"/>
              </a:rPr>
              <a:t>()</a:t>
            </a:r>
            <a:r>
              <a:rPr lang="en-US" sz="1300" kern="0" dirty="0">
                <a:solidFill>
                  <a:schemeClr val="bg1">
                    <a:lumMod val="50000"/>
                  </a:schemeClr>
                </a:solidFill>
                <a:latin typeface="+mj-lt"/>
                <a:ea typeface="Adobe Fan Heiti Std B" pitchFamily="34" charset="-128"/>
              </a:rPr>
              <a:t> {</a:t>
            </a:r>
          </a:p>
          <a:p>
            <a:pPr marL="0" indent="0">
              <a:buNone/>
            </a:pPr>
            <a:r>
              <a:rPr lang="en-US" sz="1300" b="0" kern="0" dirty="0">
                <a:solidFill>
                  <a:srgbClr val="0070C0"/>
                </a:solidFill>
                <a:latin typeface="+mj-lt"/>
                <a:ea typeface="Adobe Fan Heiti Std B" pitchFamily="34" charset="-128"/>
              </a:rPr>
              <a:t>        </a:t>
            </a:r>
            <a:r>
              <a:rPr lang="en-US" sz="1300" b="0" kern="0" dirty="0" err="1">
                <a:solidFill>
                  <a:srgbClr val="0070C0"/>
                </a:solidFill>
                <a:latin typeface="+mj-lt"/>
                <a:ea typeface="Adobe Fan Heiti Std B" pitchFamily="34" charset="-128"/>
              </a:rPr>
              <a:t>Saludadora</a:t>
            </a:r>
            <a:r>
              <a:rPr lang="en-US" sz="1300" b="0" kern="0" dirty="0">
                <a:solidFill>
                  <a:srgbClr val="000000"/>
                </a:solidFill>
                <a:latin typeface="+mj-lt"/>
                <a:ea typeface="Adobe Fan Heiti Std B" pitchFamily="34" charset="-128"/>
              </a:rPr>
              <a:t> </a:t>
            </a:r>
            <a:r>
              <a:rPr lang="en-US" sz="1300" b="0" kern="0" dirty="0" err="1">
                <a:solidFill>
                  <a:srgbClr val="000000"/>
                </a:solidFill>
                <a:latin typeface="+mj-lt"/>
                <a:ea typeface="Adobe Fan Heiti Std B" pitchFamily="34" charset="-128"/>
              </a:rPr>
              <a:t>saludador</a:t>
            </a:r>
            <a:r>
              <a:rPr lang="en-US" sz="1300" b="0" kern="0" dirty="0">
                <a:solidFill>
                  <a:srgbClr val="000000"/>
                </a:solidFill>
                <a:latin typeface="+mj-lt"/>
                <a:ea typeface="Adobe Fan Heiti Std B" pitchFamily="34" charset="-128"/>
              </a:rPr>
              <a:t> = new </a:t>
            </a:r>
            <a:r>
              <a:rPr lang="en-US" sz="1300" b="0" kern="0" dirty="0" err="1">
                <a:solidFill>
                  <a:srgbClr val="FF6600"/>
                </a:solidFill>
                <a:latin typeface="+mj-lt"/>
                <a:ea typeface="Adobe Fan Heiti Std B" pitchFamily="34" charset="-128"/>
              </a:rPr>
              <a:t>Saludadora</a:t>
            </a:r>
            <a:r>
              <a:rPr lang="en-US" sz="1300" b="0" kern="0" dirty="0">
                <a:solidFill>
                  <a:srgbClr val="FF6600"/>
                </a:solidFill>
                <a:latin typeface="+mj-lt"/>
                <a:ea typeface="Adobe Fan Heiti Std B" pitchFamily="34" charset="-128"/>
              </a:rPr>
              <a:t>()</a:t>
            </a:r>
            <a:r>
              <a:rPr lang="en-US" sz="1300" b="0" kern="0" dirty="0">
                <a:solidFill>
                  <a:srgbClr val="000000"/>
                </a:solidFill>
                <a:latin typeface="+mj-lt"/>
                <a:ea typeface="Adobe Fan Heiti Std B" pitchFamily="34" charset="-128"/>
              </a:rPr>
              <a:t>;</a:t>
            </a:r>
          </a:p>
          <a:p>
            <a:pPr marL="0" indent="0">
              <a:buNone/>
            </a:pPr>
            <a:endParaRPr lang="en-US" sz="1300" kern="0" dirty="0">
              <a:solidFill>
                <a:schemeClr val="bg1">
                  <a:lumMod val="50000"/>
                </a:schemeClr>
              </a:solidFill>
              <a:latin typeface="+mj-lt"/>
              <a:ea typeface="Adobe Fan Heiti Std B" pitchFamily="34" charset="-128"/>
            </a:endParaRPr>
          </a:p>
          <a:p>
            <a:pPr marL="0" indent="0">
              <a:buNone/>
            </a:pPr>
            <a:r>
              <a:rPr lang="en-US" sz="1300" kern="0" dirty="0">
                <a:solidFill>
                  <a:schemeClr val="bg1">
                    <a:lumMod val="50000"/>
                  </a:schemeClr>
                </a:solidFill>
                <a:latin typeface="+mj-lt"/>
                <a:ea typeface="Adobe Fan Heiti Std B" pitchFamily="34" charset="-128"/>
              </a:rPr>
              <a:t>}</a:t>
            </a:r>
            <a:endParaRPr lang="en-US" sz="1300" kern="0" dirty="0">
              <a:solidFill>
                <a:srgbClr val="0070C0"/>
              </a:solidFill>
              <a:latin typeface="+mj-lt"/>
              <a:ea typeface="Adobe Fan Heiti Std B" pitchFamily="34" charset="-128"/>
            </a:endParaRPr>
          </a:p>
        </p:txBody>
      </p:sp>
      <p:sp>
        <p:nvSpPr>
          <p:cNvPr id="13" name="1 Título"/>
          <p:cNvSpPr txBox="1">
            <a:spLocks/>
          </p:cNvSpPr>
          <p:nvPr/>
        </p:nvSpPr>
        <p:spPr bwMode="white">
          <a:xfrm>
            <a:off x="5357839" y="861300"/>
            <a:ext cx="2166489"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ctr" anchorCtr="0" compatLnSpc="1">
            <a:prstTxWarp prst="textNoShape">
              <a:avLst/>
            </a:prstTxWarp>
          </a:bodyPr>
          <a:lstStyle>
            <a:lvl1pPr algn="ctr" defTabSz="957263" rtl="0" fontAlgn="base">
              <a:spcBef>
                <a:spcPct val="0"/>
              </a:spcBef>
              <a:spcAft>
                <a:spcPct val="0"/>
              </a:spcAft>
              <a:defRPr sz="2900" b="1">
                <a:solidFill>
                  <a:schemeClr val="bg1"/>
                </a:solidFill>
                <a:latin typeface="+mj-lt"/>
                <a:ea typeface="+mj-ea"/>
                <a:cs typeface="+mj-cs"/>
              </a:defRPr>
            </a:lvl1pPr>
            <a:lvl2pPr algn="ctr" defTabSz="957263" rtl="0" fontAlgn="base">
              <a:spcBef>
                <a:spcPct val="0"/>
              </a:spcBef>
              <a:spcAft>
                <a:spcPct val="0"/>
              </a:spcAft>
              <a:defRPr sz="2900" b="1">
                <a:solidFill>
                  <a:schemeClr val="bg1"/>
                </a:solidFill>
                <a:latin typeface="Arial" charset="0"/>
              </a:defRPr>
            </a:lvl2pPr>
            <a:lvl3pPr algn="ctr" defTabSz="957263" rtl="0" fontAlgn="base">
              <a:spcBef>
                <a:spcPct val="0"/>
              </a:spcBef>
              <a:spcAft>
                <a:spcPct val="0"/>
              </a:spcAft>
              <a:defRPr sz="2900" b="1">
                <a:solidFill>
                  <a:schemeClr val="bg1"/>
                </a:solidFill>
                <a:latin typeface="Arial" charset="0"/>
              </a:defRPr>
            </a:lvl3pPr>
            <a:lvl4pPr algn="ctr" defTabSz="957263" rtl="0" fontAlgn="base">
              <a:spcBef>
                <a:spcPct val="0"/>
              </a:spcBef>
              <a:spcAft>
                <a:spcPct val="0"/>
              </a:spcAft>
              <a:defRPr sz="2900" b="1">
                <a:solidFill>
                  <a:schemeClr val="bg1"/>
                </a:solidFill>
                <a:latin typeface="Arial" charset="0"/>
              </a:defRPr>
            </a:lvl4pPr>
            <a:lvl5pPr algn="ctr" defTabSz="957263" rtl="0" fontAlgn="base">
              <a:spcBef>
                <a:spcPct val="0"/>
              </a:spcBef>
              <a:spcAft>
                <a:spcPct val="0"/>
              </a:spcAft>
              <a:defRPr sz="2900" b="1">
                <a:solidFill>
                  <a:schemeClr val="bg1"/>
                </a:solidFill>
                <a:latin typeface="Arial" charset="0"/>
              </a:defRPr>
            </a:lvl5pPr>
            <a:lvl6pPr marL="457200" algn="ctr" defTabSz="957263" rtl="0" eaLnBrk="1" fontAlgn="base" hangingPunct="1">
              <a:spcBef>
                <a:spcPct val="0"/>
              </a:spcBef>
              <a:spcAft>
                <a:spcPct val="0"/>
              </a:spcAft>
              <a:defRPr sz="2900" b="1">
                <a:solidFill>
                  <a:schemeClr val="bg1"/>
                </a:solidFill>
                <a:latin typeface="Arial" charset="0"/>
              </a:defRPr>
            </a:lvl6pPr>
            <a:lvl7pPr marL="914400" algn="ctr" defTabSz="957263" rtl="0" eaLnBrk="1" fontAlgn="base" hangingPunct="1">
              <a:spcBef>
                <a:spcPct val="0"/>
              </a:spcBef>
              <a:spcAft>
                <a:spcPct val="0"/>
              </a:spcAft>
              <a:defRPr sz="2900" b="1">
                <a:solidFill>
                  <a:schemeClr val="bg1"/>
                </a:solidFill>
                <a:latin typeface="Arial" charset="0"/>
              </a:defRPr>
            </a:lvl7pPr>
            <a:lvl8pPr marL="1371600" algn="ctr" defTabSz="957263" rtl="0" eaLnBrk="1" fontAlgn="base" hangingPunct="1">
              <a:spcBef>
                <a:spcPct val="0"/>
              </a:spcBef>
              <a:spcAft>
                <a:spcPct val="0"/>
              </a:spcAft>
              <a:defRPr sz="2900" b="1">
                <a:solidFill>
                  <a:schemeClr val="bg1"/>
                </a:solidFill>
                <a:latin typeface="Arial" charset="0"/>
              </a:defRPr>
            </a:lvl8pPr>
            <a:lvl9pPr marL="1828800" algn="ctr" defTabSz="957263" rtl="0" eaLnBrk="1" fontAlgn="base" hangingPunct="1">
              <a:spcBef>
                <a:spcPct val="0"/>
              </a:spcBef>
              <a:spcAft>
                <a:spcPct val="0"/>
              </a:spcAft>
              <a:defRPr sz="2900" b="1">
                <a:solidFill>
                  <a:schemeClr val="bg1"/>
                </a:solidFill>
                <a:latin typeface="Arial" charset="0"/>
              </a:defRPr>
            </a:lvl9pPr>
          </a:lstStyle>
          <a:p>
            <a:r>
              <a:rPr lang="es-ES" sz="1800" dirty="0">
                <a:solidFill>
                  <a:srgbClr val="00B050"/>
                </a:solidFill>
              </a:rPr>
              <a:t>Clase Contenedora</a:t>
            </a:r>
          </a:p>
        </p:txBody>
      </p:sp>
      <p:sp>
        <p:nvSpPr>
          <p:cNvPr id="14" name="1 Título"/>
          <p:cNvSpPr txBox="1">
            <a:spLocks/>
          </p:cNvSpPr>
          <p:nvPr/>
        </p:nvSpPr>
        <p:spPr bwMode="white">
          <a:xfrm>
            <a:off x="6260256" y="3900324"/>
            <a:ext cx="1048048"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ctr" anchorCtr="0" compatLnSpc="1">
            <a:prstTxWarp prst="textNoShape">
              <a:avLst/>
            </a:prstTxWarp>
          </a:bodyPr>
          <a:lstStyle>
            <a:lvl1pPr algn="ctr" defTabSz="957263" rtl="0" fontAlgn="base">
              <a:spcBef>
                <a:spcPct val="0"/>
              </a:spcBef>
              <a:spcAft>
                <a:spcPct val="0"/>
              </a:spcAft>
              <a:defRPr sz="2900" b="1">
                <a:solidFill>
                  <a:schemeClr val="bg1"/>
                </a:solidFill>
                <a:latin typeface="+mj-lt"/>
                <a:ea typeface="+mj-ea"/>
                <a:cs typeface="+mj-cs"/>
              </a:defRPr>
            </a:lvl1pPr>
            <a:lvl2pPr algn="ctr" defTabSz="957263" rtl="0" fontAlgn="base">
              <a:spcBef>
                <a:spcPct val="0"/>
              </a:spcBef>
              <a:spcAft>
                <a:spcPct val="0"/>
              </a:spcAft>
              <a:defRPr sz="2900" b="1">
                <a:solidFill>
                  <a:schemeClr val="bg1"/>
                </a:solidFill>
                <a:latin typeface="Arial" charset="0"/>
              </a:defRPr>
            </a:lvl2pPr>
            <a:lvl3pPr algn="ctr" defTabSz="957263" rtl="0" fontAlgn="base">
              <a:spcBef>
                <a:spcPct val="0"/>
              </a:spcBef>
              <a:spcAft>
                <a:spcPct val="0"/>
              </a:spcAft>
              <a:defRPr sz="2900" b="1">
                <a:solidFill>
                  <a:schemeClr val="bg1"/>
                </a:solidFill>
                <a:latin typeface="Arial" charset="0"/>
              </a:defRPr>
            </a:lvl3pPr>
            <a:lvl4pPr algn="ctr" defTabSz="957263" rtl="0" fontAlgn="base">
              <a:spcBef>
                <a:spcPct val="0"/>
              </a:spcBef>
              <a:spcAft>
                <a:spcPct val="0"/>
              </a:spcAft>
              <a:defRPr sz="2900" b="1">
                <a:solidFill>
                  <a:schemeClr val="bg1"/>
                </a:solidFill>
                <a:latin typeface="Arial" charset="0"/>
              </a:defRPr>
            </a:lvl4pPr>
            <a:lvl5pPr algn="ctr" defTabSz="957263" rtl="0" fontAlgn="base">
              <a:spcBef>
                <a:spcPct val="0"/>
              </a:spcBef>
              <a:spcAft>
                <a:spcPct val="0"/>
              </a:spcAft>
              <a:defRPr sz="2900" b="1">
                <a:solidFill>
                  <a:schemeClr val="bg1"/>
                </a:solidFill>
                <a:latin typeface="Arial" charset="0"/>
              </a:defRPr>
            </a:lvl5pPr>
            <a:lvl6pPr marL="457200" algn="ctr" defTabSz="957263" rtl="0" eaLnBrk="1" fontAlgn="base" hangingPunct="1">
              <a:spcBef>
                <a:spcPct val="0"/>
              </a:spcBef>
              <a:spcAft>
                <a:spcPct val="0"/>
              </a:spcAft>
              <a:defRPr sz="2900" b="1">
                <a:solidFill>
                  <a:schemeClr val="bg1"/>
                </a:solidFill>
                <a:latin typeface="Arial" charset="0"/>
              </a:defRPr>
            </a:lvl6pPr>
            <a:lvl7pPr marL="914400" algn="ctr" defTabSz="957263" rtl="0" eaLnBrk="1" fontAlgn="base" hangingPunct="1">
              <a:spcBef>
                <a:spcPct val="0"/>
              </a:spcBef>
              <a:spcAft>
                <a:spcPct val="0"/>
              </a:spcAft>
              <a:defRPr sz="2900" b="1">
                <a:solidFill>
                  <a:schemeClr val="bg1"/>
                </a:solidFill>
                <a:latin typeface="Arial" charset="0"/>
              </a:defRPr>
            </a:lvl7pPr>
            <a:lvl8pPr marL="1371600" algn="ctr" defTabSz="957263" rtl="0" eaLnBrk="1" fontAlgn="base" hangingPunct="1">
              <a:spcBef>
                <a:spcPct val="0"/>
              </a:spcBef>
              <a:spcAft>
                <a:spcPct val="0"/>
              </a:spcAft>
              <a:defRPr sz="2900" b="1">
                <a:solidFill>
                  <a:schemeClr val="bg1"/>
                </a:solidFill>
                <a:latin typeface="Arial" charset="0"/>
              </a:defRPr>
            </a:lvl8pPr>
            <a:lvl9pPr marL="1828800" algn="ctr" defTabSz="957263" rtl="0" eaLnBrk="1" fontAlgn="base" hangingPunct="1">
              <a:spcBef>
                <a:spcPct val="0"/>
              </a:spcBef>
              <a:spcAft>
                <a:spcPct val="0"/>
              </a:spcAft>
              <a:defRPr sz="2900" b="1">
                <a:solidFill>
                  <a:schemeClr val="bg1"/>
                </a:solidFill>
                <a:latin typeface="Arial" charset="0"/>
              </a:defRPr>
            </a:lvl9pPr>
          </a:lstStyle>
          <a:p>
            <a:r>
              <a:rPr lang="es-ES" sz="1800" dirty="0">
                <a:solidFill>
                  <a:srgbClr val="00B050"/>
                </a:solidFill>
              </a:rPr>
              <a:t>Clase</a:t>
            </a:r>
          </a:p>
          <a:p>
            <a:r>
              <a:rPr lang="es-ES" sz="1800" dirty="0">
                <a:solidFill>
                  <a:srgbClr val="00B050"/>
                </a:solidFill>
              </a:rPr>
              <a:t>Interna</a:t>
            </a:r>
          </a:p>
        </p:txBody>
      </p:sp>
      <p:sp>
        <p:nvSpPr>
          <p:cNvPr id="16" name="Rectangle 3"/>
          <p:cNvSpPr txBox="1">
            <a:spLocks noChangeArrowheads="1"/>
          </p:cNvSpPr>
          <p:nvPr/>
        </p:nvSpPr>
        <p:spPr bwMode="auto">
          <a:xfrm>
            <a:off x="1839640" y="3841858"/>
            <a:ext cx="4829344" cy="1820844"/>
          </a:xfrm>
          <a:prstGeom prst="rect">
            <a:avLst/>
          </a:prstGeom>
          <a:noFill/>
          <a:ln>
            <a:noFill/>
          </a:ln>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300" kern="0" dirty="0">
                <a:solidFill>
                  <a:schemeClr val="bg1">
                    <a:lumMod val="50000"/>
                  </a:schemeClr>
                </a:solidFill>
                <a:latin typeface="+mj-lt"/>
                <a:ea typeface="Adobe Fan Heiti Std B" pitchFamily="34" charset="-128"/>
              </a:rPr>
              <a:t>public class </a:t>
            </a:r>
            <a:r>
              <a:rPr lang="en-US" sz="1300" kern="0" dirty="0" err="1">
                <a:solidFill>
                  <a:srgbClr val="0070C0"/>
                </a:solidFill>
                <a:latin typeface="+mj-lt"/>
                <a:ea typeface="Adobe Fan Heiti Std B" pitchFamily="34" charset="-128"/>
              </a:rPr>
              <a:t>Saludadora</a:t>
            </a:r>
            <a:r>
              <a:rPr lang="en-US" sz="1300" kern="0" dirty="0">
                <a:solidFill>
                  <a:srgbClr val="0070C0"/>
                </a:solidFill>
                <a:latin typeface="+mj-lt"/>
                <a:ea typeface="Adobe Fan Heiti Std B" pitchFamily="34" charset="-128"/>
              </a:rPr>
              <a:t> {</a:t>
            </a:r>
          </a:p>
          <a:p>
            <a:pPr marL="0" indent="0">
              <a:buNone/>
            </a:pPr>
            <a:endParaRPr lang="en-US" sz="1300" kern="0" dirty="0">
              <a:solidFill>
                <a:schemeClr val="bg1">
                  <a:lumMod val="50000"/>
                </a:schemeClr>
              </a:solidFill>
              <a:latin typeface="+mj-lt"/>
              <a:ea typeface="Adobe Fan Heiti Std B" pitchFamily="34" charset="-128"/>
            </a:endParaRPr>
          </a:p>
          <a:p>
            <a:pPr marL="0" indent="0">
              <a:buNone/>
            </a:pPr>
            <a:r>
              <a:rPr lang="en-US" sz="1300" kern="0" dirty="0">
                <a:solidFill>
                  <a:schemeClr val="bg1">
                    <a:lumMod val="50000"/>
                  </a:schemeClr>
                </a:solidFill>
                <a:latin typeface="+mj-lt"/>
                <a:ea typeface="Adobe Fan Heiti Std B" pitchFamily="34" charset="-128"/>
              </a:rPr>
              <a:t>    public </a:t>
            </a:r>
            <a:r>
              <a:rPr lang="en-US" sz="1300" kern="0" dirty="0">
                <a:solidFill>
                  <a:srgbClr val="00B0F0"/>
                </a:solidFill>
                <a:latin typeface="+mj-lt"/>
                <a:ea typeface="Adobe Fan Heiti Std B" pitchFamily="34" charset="-128"/>
              </a:rPr>
              <a:t>void </a:t>
            </a:r>
            <a:r>
              <a:rPr lang="en-US" sz="1300" kern="0" dirty="0" err="1">
                <a:solidFill>
                  <a:srgbClr val="FF0000"/>
                </a:solidFill>
                <a:latin typeface="+mj-lt"/>
                <a:ea typeface="Adobe Fan Heiti Std B" pitchFamily="34" charset="-128"/>
              </a:rPr>
              <a:t>saluda</a:t>
            </a:r>
            <a:r>
              <a:rPr lang="en-US" sz="1300" kern="0" dirty="0">
                <a:solidFill>
                  <a:srgbClr val="FF0000"/>
                </a:solidFill>
                <a:latin typeface="+mj-lt"/>
                <a:ea typeface="Adobe Fan Heiti Std B" pitchFamily="34" charset="-128"/>
              </a:rPr>
              <a:t> (</a:t>
            </a:r>
            <a:r>
              <a:rPr lang="en-US" sz="1300" b="0" kern="0" dirty="0">
                <a:solidFill>
                  <a:srgbClr val="0070C0"/>
                </a:solidFill>
                <a:latin typeface="+mj-lt"/>
                <a:ea typeface="Adobe Fan Heiti Std B" pitchFamily="34" charset="-128"/>
              </a:rPr>
              <a:t>String </a:t>
            </a:r>
            <a:r>
              <a:rPr lang="en-US" sz="1300" b="0" kern="0" dirty="0" err="1">
                <a:solidFill>
                  <a:srgbClr val="000000"/>
                </a:solidFill>
                <a:latin typeface="+mj-lt"/>
                <a:ea typeface="Adobe Fan Heiti Std B" pitchFamily="34" charset="-128"/>
              </a:rPr>
              <a:t>saludo</a:t>
            </a:r>
            <a:r>
              <a:rPr lang="en-US" sz="1300" kern="0" dirty="0">
                <a:solidFill>
                  <a:srgbClr val="FF0000"/>
                </a:solidFill>
                <a:latin typeface="+mj-lt"/>
                <a:ea typeface="Adobe Fan Heiti Std B" pitchFamily="34" charset="-128"/>
              </a:rPr>
              <a:t>)</a:t>
            </a:r>
            <a:r>
              <a:rPr lang="en-US" sz="1300" kern="0" dirty="0">
                <a:solidFill>
                  <a:schemeClr val="bg1">
                    <a:lumMod val="50000"/>
                  </a:schemeClr>
                </a:solidFill>
                <a:latin typeface="+mj-lt"/>
                <a:ea typeface="Adobe Fan Heiti Std B" pitchFamily="34" charset="-128"/>
              </a:rPr>
              <a:t> {</a:t>
            </a:r>
          </a:p>
          <a:p>
            <a:pPr marL="0" indent="0">
              <a:buNone/>
            </a:pPr>
            <a:r>
              <a:rPr lang="en-US" sz="1300" b="0" kern="0" dirty="0">
                <a:solidFill>
                  <a:srgbClr val="0070C0"/>
                </a:solidFill>
                <a:latin typeface="+mj-lt"/>
                <a:ea typeface="Adobe Fan Heiti Std B" pitchFamily="34" charset="-128"/>
              </a:rPr>
              <a:t>            </a:t>
            </a:r>
            <a:r>
              <a:rPr lang="en-US" sz="1300" b="0" kern="0" dirty="0" err="1">
                <a:solidFill>
                  <a:srgbClr val="000000"/>
                </a:solidFill>
                <a:ea typeface="Adobe Fan Heiti Std B" pitchFamily="34" charset="-128"/>
              </a:rPr>
              <a:t>System.out.</a:t>
            </a:r>
            <a:r>
              <a:rPr lang="en-US" sz="1300" b="0" kern="0" dirty="0" err="1">
                <a:solidFill>
                  <a:srgbClr val="FF0000"/>
                </a:solidFill>
                <a:ea typeface="Adobe Fan Heiti Std B" pitchFamily="34" charset="-128"/>
              </a:rPr>
              <a:t>println</a:t>
            </a:r>
            <a:r>
              <a:rPr lang="en-US" sz="1300" b="0" kern="0" dirty="0">
                <a:solidFill>
                  <a:srgbClr val="FF0000"/>
                </a:solidFill>
                <a:ea typeface="Adobe Fan Heiti Std B" pitchFamily="34" charset="-128"/>
              </a:rPr>
              <a:t>(</a:t>
            </a:r>
            <a:r>
              <a:rPr lang="en-US" sz="1300" b="0" kern="0" dirty="0" err="1">
                <a:solidFill>
                  <a:srgbClr val="000000"/>
                </a:solidFill>
                <a:ea typeface="Adobe Fan Heiti Std B" pitchFamily="34" charset="-128"/>
              </a:rPr>
              <a:t>saludo</a:t>
            </a:r>
            <a:r>
              <a:rPr lang="en-US" sz="1300" b="0" kern="0" dirty="0">
                <a:solidFill>
                  <a:srgbClr val="000000"/>
                </a:solidFill>
                <a:ea typeface="Adobe Fan Heiti Std B" pitchFamily="34" charset="-128"/>
              </a:rPr>
              <a:t> + " " + </a:t>
            </a:r>
            <a:r>
              <a:rPr lang="en-US" sz="1300" b="0" kern="0" dirty="0" err="1">
                <a:solidFill>
                  <a:srgbClr val="000000"/>
                </a:solidFill>
                <a:ea typeface="Adobe Fan Heiti Std B" pitchFamily="34" charset="-128"/>
              </a:rPr>
              <a:t>nombre</a:t>
            </a:r>
            <a:r>
              <a:rPr lang="en-US" sz="1300" b="0" kern="0" dirty="0">
                <a:solidFill>
                  <a:srgbClr val="FF0000"/>
                </a:solidFill>
                <a:ea typeface="Adobe Fan Heiti Std B" pitchFamily="34" charset="-128"/>
              </a:rPr>
              <a:t>)</a:t>
            </a:r>
            <a:r>
              <a:rPr lang="en-US" sz="1300" b="0" kern="0" dirty="0">
                <a:solidFill>
                  <a:srgbClr val="000000"/>
                </a:solidFill>
                <a:latin typeface="+mj-lt"/>
                <a:ea typeface="Adobe Fan Heiti Std B" pitchFamily="34" charset="-128"/>
              </a:rPr>
              <a:t>;</a:t>
            </a:r>
          </a:p>
          <a:p>
            <a:pPr marL="0" indent="0">
              <a:buNone/>
            </a:pPr>
            <a:r>
              <a:rPr lang="en-US" sz="1300" b="0" kern="0" dirty="0">
                <a:solidFill>
                  <a:srgbClr val="000000"/>
                </a:solidFill>
                <a:latin typeface="+mj-lt"/>
                <a:ea typeface="Adobe Fan Heiti Std B" pitchFamily="34" charset="-128"/>
              </a:rPr>
              <a:t>    </a:t>
            </a:r>
            <a:r>
              <a:rPr lang="en-US" sz="1300" kern="0" dirty="0">
                <a:solidFill>
                  <a:schemeClr val="bg1">
                    <a:lumMod val="50000"/>
                  </a:schemeClr>
                </a:solidFill>
                <a:latin typeface="+mj-lt"/>
                <a:ea typeface="Adobe Fan Heiti Std B" pitchFamily="34" charset="-128"/>
              </a:rPr>
              <a:t>}</a:t>
            </a:r>
          </a:p>
          <a:p>
            <a:pPr marL="0" indent="0">
              <a:buNone/>
            </a:pPr>
            <a:r>
              <a:rPr lang="en-US" sz="1300" kern="0" dirty="0">
                <a:solidFill>
                  <a:schemeClr val="bg1">
                    <a:lumMod val="50000"/>
                  </a:schemeClr>
                </a:solidFill>
                <a:latin typeface="+mj-lt"/>
                <a:ea typeface="Adobe Fan Heiti Std B" pitchFamily="34" charset="-128"/>
              </a:rPr>
              <a:t> </a:t>
            </a:r>
          </a:p>
          <a:p>
            <a:pPr marL="0" indent="0">
              <a:buNone/>
            </a:pPr>
            <a:r>
              <a:rPr lang="en-US" sz="1300" kern="0" dirty="0">
                <a:solidFill>
                  <a:srgbClr val="0070C0"/>
                </a:solidFill>
                <a:latin typeface="+mj-lt"/>
                <a:ea typeface="Adobe Fan Heiti Std B" pitchFamily="34" charset="-128"/>
              </a:rPr>
              <a:t>}</a:t>
            </a:r>
          </a:p>
        </p:txBody>
      </p:sp>
      <p:sp>
        <p:nvSpPr>
          <p:cNvPr id="17" name="Rectangle 3"/>
          <p:cNvSpPr txBox="1">
            <a:spLocks noChangeArrowheads="1"/>
          </p:cNvSpPr>
          <p:nvPr/>
        </p:nvSpPr>
        <p:spPr bwMode="auto">
          <a:xfrm>
            <a:off x="2216944" y="2948296"/>
            <a:ext cx="3096345" cy="395590"/>
          </a:xfrm>
          <a:prstGeom prst="rect">
            <a:avLst/>
          </a:prstGeom>
          <a:noFill/>
          <a:ln>
            <a:noFill/>
          </a:ln>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300" b="0" kern="0" dirty="0" err="1">
                <a:solidFill>
                  <a:srgbClr val="000000"/>
                </a:solidFill>
                <a:latin typeface="+mj-lt"/>
                <a:ea typeface="Adobe Fan Heiti Std B" pitchFamily="34" charset="-128"/>
              </a:rPr>
              <a:t>saludador.</a:t>
            </a:r>
            <a:r>
              <a:rPr lang="en-US" sz="1300" b="0" kern="0" dirty="0" err="1">
                <a:solidFill>
                  <a:srgbClr val="FF0000"/>
                </a:solidFill>
                <a:latin typeface="+mj-lt"/>
                <a:ea typeface="Adobe Fan Heiti Std B" pitchFamily="34" charset="-128"/>
              </a:rPr>
              <a:t>saluda</a:t>
            </a:r>
            <a:r>
              <a:rPr lang="en-US" sz="1300" b="0" kern="0" dirty="0">
                <a:solidFill>
                  <a:srgbClr val="FF0000"/>
                </a:solidFill>
                <a:latin typeface="+mj-lt"/>
                <a:ea typeface="Adobe Fan Heiti Std B" pitchFamily="34" charset="-128"/>
              </a:rPr>
              <a:t>(</a:t>
            </a:r>
            <a:r>
              <a:rPr lang="en-US" sz="1300" b="0" kern="0" dirty="0">
                <a:solidFill>
                  <a:srgbClr val="00B050"/>
                </a:solidFill>
                <a:latin typeface="+mj-lt"/>
                <a:ea typeface="Adobe Fan Heiti Std B" pitchFamily="34" charset="-128"/>
              </a:rPr>
              <a:t>"</a:t>
            </a:r>
            <a:r>
              <a:rPr lang="en-US" sz="1300" b="0" kern="0" dirty="0" err="1">
                <a:solidFill>
                  <a:srgbClr val="00B050"/>
                </a:solidFill>
                <a:latin typeface="+mj-lt"/>
                <a:ea typeface="Adobe Fan Heiti Std B" pitchFamily="34" charset="-128"/>
              </a:rPr>
              <a:t>Hola</a:t>
            </a:r>
            <a:r>
              <a:rPr lang="en-US" sz="1300" b="0" kern="0" dirty="0">
                <a:solidFill>
                  <a:srgbClr val="00B050"/>
                </a:solidFill>
                <a:latin typeface="+mj-lt"/>
                <a:ea typeface="Adobe Fan Heiti Std B" pitchFamily="34" charset="-128"/>
              </a:rPr>
              <a:t>", </a:t>
            </a:r>
            <a:r>
              <a:rPr lang="en-US" sz="1300" b="0" kern="0" dirty="0" err="1">
                <a:solidFill>
                  <a:srgbClr val="000000"/>
                </a:solidFill>
                <a:latin typeface="+mj-lt"/>
                <a:ea typeface="Adobe Fan Heiti Std B" pitchFamily="34" charset="-128"/>
              </a:rPr>
              <a:t>nombre</a:t>
            </a:r>
            <a:r>
              <a:rPr lang="en-US" sz="1300" b="0" kern="0" dirty="0">
                <a:solidFill>
                  <a:srgbClr val="FF0000"/>
                </a:solidFill>
                <a:latin typeface="+mj-lt"/>
                <a:ea typeface="Adobe Fan Heiti Std B" pitchFamily="34" charset="-128"/>
              </a:rPr>
              <a:t>)</a:t>
            </a:r>
            <a:r>
              <a:rPr lang="en-US" sz="1300" b="0" kern="0" dirty="0">
                <a:solidFill>
                  <a:srgbClr val="000000"/>
                </a:solidFill>
                <a:latin typeface="+mj-lt"/>
                <a:ea typeface="Adobe Fan Heiti Std B" pitchFamily="34" charset="-128"/>
              </a:rPr>
              <a:t>; </a:t>
            </a:r>
            <a:endParaRPr lang="en-US" sz="1300" kern="0" dirty="0">
              <a:solidFill>
                <a:srgbClr val="0070C0"/>
              </a:solidFill>
              <a:latin typeface="+mj-lt"/>
              <a:ea typeface="Adobe Fan Heiti Std B" pitchFamily="34" charset="-128"/>
            </a:endParaRPr>
          </a:p>
        </p:txBody>
      </p:sp>
      <p:sp>
        <p:nvSpPr>
          <p:cNvPr id="15" name="Rectangle 3"/>
          <p:cNvSpPr txBox="1">
            <a:spLocks noChangeArrowheads="1"/>
          </p:cNvSpPr>
          <p:nvPr/>
        </p:nvSpPr>
        <p:spPr bwMode="auto">
          <a:xfrm>
            <a:off x="2216944" y="2952501"/>
            <a:ext cx="2139032" cy="315185"/>
          </a:xfrm>
          <a:prstGeom prst="rect">
            <a:avLst/>
          </a:prstGeom>
          <a:noFill/>
          <a:ln>
            <a:noFill/>
          </a:ln>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300" b="0" kern="0" dirty="0" err="1">
                <a:solidFill>
                  <a:srgbClr val="000000"/>
                </a:solidFill>
                <a:latin typeface="+mj-lt"/>
                <a:ea typeface="Adobe Fan Heiti Std B" pitchFamily="34" charset="-128"/>
              </a:rPr>
              <a:t>saludador.</a:t>
            </a:r>
            <a:r>
              <a:rPr lang="en-US" sz="1300" b="0" kern="0" dirty="0" err="1">
                <a:solidFill>
                  <a:srgbClr val="FF0000"/>
                </a:solidFill>
                <a:latin typeface="+mj-lt"/>
                <a:ea typeface="Adobe Fan Heiti Std B" pitchFamily="34" charset="-128"/>
              </a:rPr>
              <a:t>saluda</a:t>
            </a:r>
            <a:r>
              <a:rPr lang="en-US" sz="1300" b="0" kern="0" dirty="0">
                <a:solidFill>
                  <a:srgbClr val="FF0000"/>
                </a:solidFill>
                <a:latin typeface="+mj-lt"/>
                <a:ea typeface="Adobe Fan Heiti Std B" pitchFamily="34" charset="-128"/>
              </a:rPr>
              <a:t>(</a:t>
            </a:r>
            <a:r>
              <a:rPr lang="en-US" sz="1300" b="0" kern="0" dirty="0">
                <a:solidFill>
                  <a:srgbClr val="00B050"/>
                </a:solidFill>
                <a:latin typeface="+mj-lt"/>
                <a:ea typeface="Adobe Fan Heiti Std B" pitchFamily="34" charset="-128"/>
              </a:rPr>
              <a:t>"</a:t>
            </a:r>
            <a:r>
              <a:rPr lang="en-US" sz="1300" b="0" kern="0" dirty="0" err="1">
                <a:solidFill>
                  <a:srgbClr val="00B050"/>
                </a:solidFill>
                <a:latin typeface="+mj-lt"/>
                <a:ea typeface="Adobe Fan Heiti Std B" pitchFamily="34" charset="-128"/>
              </a:rPr>
              <a:t>Hola</a:t>
            </a:r>
            <a:r>
              <a:rPr lang="en-US" sz="1300" b="0" kern="0" dirty="0">
                <a:solidFill>
                  <a:srgbClr val="00B050"/>
                </a:solidFill>
                <a:latin typeface="+mj-lt"/>
                <a:ea typeface="Adobe Fan Heiti Std B" pitchFamily="34" charset="-128"/>
              </a:rPr>
              <a:t>"</a:t>
            </a:r>
            <a:r>
              <a:rPr lang="en-US" sz="1300" b="0" kern="0" dirty="0">
                <a:solidFill>
                  <a:srgbClr val="FF0000"/>
                </a:solidFill>
                <a:latin typeface="+mj-lt"/>
                <a:ea typeface="Adobe Fan Heiti Std B" pitchFamily="34" charset="-128"/>
              </a:rPr>
              <a:t>)</a:t>
            </a:r>
            <a:r>
              <a:rPr lang="en-US" sz="1300" b="0" kern="0" dirty="0">
                <a:solidFill>
                  <a:srgbClr val="000000"/>
                </a:solidFill>
                <a:latin typeface="+mj-lt"/>
                <a:ea typeface="Adobe Fan Heiti Std B" pitchFamily="34" charset="-128"/>
              </a:rPr>
              <a:t>; </a:t>
            </a:r>
            <a:endParaRPr lang="en-US" sz="1300" kern="0" dirty="0">
              <a:solidFill>
                <a:srgbClr val="0070C0"/>
              </a:solidFill>
              <a:latin typeface="+mj-lt"/>
              <a:ea typeface="Adobe Fan Heiti Std B" pitchFamily="34" charset="-128"/>
            </a:endParaRPr>
          </a:p>
        </p:txBody>
      </p:sp>
      <p:cxnSp>
        <p:nvCxnSpPr>
          <p:cNvPr id="6" name="5 Conector recto de flecha"/>
          <p:cNvCxnSpPr/>
          <p:nvPr/>
        </p:nvCxnSpPr>
        <p:spPr bwMode="auto">
          <a:xfrm>
            <a:off x="4463988" y="3267686"/>
            <a:ext cx="1098612" cy="1101114"/>
          </a:xfrm>
          <a:prstGeom prst="straightConnector1">
            <a:avLst/>
          </a:prstGeom>
          <a:solidFill>
            <a:schemeClr val="accent1"/>
          </a:solidFill>
          <a:ln w="9525" cap="flat" cmpd="sng" algn="ctr">
            <a:solidFill>
              <a:srgbClr val="00B050"/>
            </a:solidFill>
            <a:prstDash val="solid"/>
            <a:round/>
            <a:headEnd type="none" w="med" len="med"/>
            <a:tailEnd type="arrow"/>
          </a:ln>
          <a:effectLst/>
        </p:spPr>
      </p:cxnSp>
      <p:cxnSp>
        <p:nvCxnSpPr>
          <p:cNvPr id="18" name="17 Conector recto de flecha"/>
          <p:cNvCxnSpPr/>
          <p:nvPr/>
        </p:nvCxnSpPr>
        <p:spPr bwMode="auto">
          <a:xfrm flipH="1" flipV="1">
            <a:off x="2627784" y="1340769"/>
            <a:ext cx="2998316" cy="3282031"/>
          </a:xfrm>
          <a:prstGeom prst="straightConnector1">
            <a:avLst/>
          </a:prstGeom>
          <a:solidFill>
            <a:schemeClr val="accent1"/>
          </a:solidFill>
          <a:ln w="9525" cap="flat" cmpd="sng" algn="ctr">
            <a:solidFill>
              <a:srgbClr val="00B050"/>
            </a:solidFill>
            <a:prstDash val="solid"/>
            <a:round/>
            <a:headEnd type="none" w="med" len="med"/>
            <a:tailEnd type="arrow"/>
          </a:ln>
          <a:effectLst/>
        </p:spPr>
      </p:cxnSp>
      <p:cxnSp>
        <p:nvCxnSpPr>
          <p:cNvPr id="24" name="23 Conector recto de flecha"/>
          <p:cNvCxnSpPr/>
          <p:nvPr/>
        </p:nvCxnSpPr>
        <p:spPr bwMode="auto">
          <a:xfrm>
            <a:off x="3851920" y="3272284"/>
            <a:ext cx="504180" cy="1071116"/>
          </a:xfrm>
          <a:prstGeom prst="straightConnector1">
            <a:avLst/>
          </a:prstGeom>
          <a:solidFill>
            <a:schemeClr val="accent1"/>
          </a:solidFill>
          <a:ln w="9525" cap="flat" cmpd="sng" algn="ctr">
            <a:solidFill>
              <a:srgbClr val="00B050"/>
            </a:solidFill>
            <a:prstDash val="solid"/>
            <a:round/>
            <a:headEnd type="none" w="med" len="med"/>
            <a:tailEnd type="arrow"/>
          </a:ln>
          <a:effectLst/>
        </p:spPr>
      </p:cxnSp>
    </p:spTree>
    <p:extLst>
      <p:ext uri="{BB962C8B-B14F-4D97-AF65-F5344CB8AC3E}">
        <p14:creationId xmlns:p14="http://schemas.microsoft.com/office/powerpoint/2010/main" val="3096110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53" presetClass="entr" presetSubtype="16"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p:cTn id="13" dur="500" fill="hold"/>
                                        <p:tgtEl>
                                          <p:spTgt spid="14"/>
                                        </p:tgtEl>
                                        <p:attrNameLst>
                                          <p:attrName>ppt_w</p:attrName>
                                        </p:attrNameLst>
                                      </p:cBhvr>
                                      <p:tavLst>
                                        <p:tav tm="0">
                                          <p:val>
                                            <p:fltVal val="0"/>
                                          </p:val>
                                        </p:tav>
                                        <p:tav tm="100000">
                                          <p:val>
                                            <p:strVal val="#ppt_w"/>
                                          </p:val>
                                        </p:tav>
                                      </p:tavLst>
                                    </p:anim>
                                    <p:anim calcmode="lin" valueType="num">
                                      <p:cBhvr>
                                        <p:cTn id="14" dur="500" fill="hold"/>
                                        <p:tgtEl>
                                          <p:spTgt spid="14"/>
                                        </p:tgtEl>
                                        <p:attrNameLst>
                                          <p:attrName>ppt_h</p:attrName>
                                        </p:attrNameLst>
                                      </p:cBhvr>
                                      <p:tavLst>
                                        <p:tav tm="0">
                                          <p:val>
                                            <p:fltVal val="0"/>
                                          </p:val>
                                        </p:tav>
                                        <p:tav tm="100000">
                                          <p:val>
                                            <p:strVal val="#ppt_h"/>
                                          </p:val>
                                        </p:tav>
                                      </p:tavLst>
                                    </p:anim>
                                    <p:animEffect transition="in" filter="fade">
                                      <p:cBhvr>
                                        <p:cTn id="15" dur="500"/>
                                        <p:tgtEl>
                                          <p:spTgt spid="14"/>
                                        </p:tgtEl>
                                      </p:cBhvr>
                                    </p:animEffect>
                                  </p:childTnLst>
                                </p:cTn>
                              </p:par>
                              <p:par>
                                <p:cTn id="16" presetID="53" presetClass="entr" presetSubtype="16"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p:cTn id="18" dur="500" fill="hold"/>
                                        <p:tgtEl>
                                          <p:spTgt spid="13"/>
                                        </p:tgtEl>
                                        <p:attrNameLst>
                                          <p:attrName>ppt_w</p:attrName>
                                        </p:attrNameLst>
                                      </p:cBhvr>
                                      <p:tavLst>
                                        <p:tav tm="0">
                                          <p:val>
                                            <p:fltVal val="0"/>
                                          </p:val>
                                        </p:tav>
                                        <p:tav tm="100000">
                                          <p:val>
                                            <p:strVal val="#ppt_w"/>
                                          </p:val>
                                        </p:tav>
                                      </p:tavLst>
                                    </p:anim>
                                    <p:anim calcmode="lin" valueType="num">
                                      <p:cBhvr>
                                        <p:cTn id="19" dur="500" fill="hold"/>
                                        <p:tgtEl>
                                          <p:spTgt spid="13"/>
                                        </p:tgtEl>
                                        <p:attrNameLst>
                                          <p:attrName>ppt_h</p:attrName>
                                        </p:attrNameLst>
                                      </p:cBhvr>
                                      <p:tavLst>
                                        <p:tav tm="0">
                                          <p:val>
                                            <p:fltVal val="0"/>
                                          </p:val>
                                        </p:tav>
                                        <p:tav tm="100000">
                                          <p:val>
                                            <p:strVal val="#ppt_h"/>
                                          </p:val>
                                        </p:tav>
                                      </p:tavLst>
                                    </p:anim>
                                    <p:animEffect transition="in" filter="fade">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up)">
                                      <p:cBhvr>
                                        <p:cTn id="31" dur="500"/>
                                        <p:tgtEl>
                                          <p:spTgt spid="6"/>
                                        </p:tgtEl>
                                      </p:cBhvr>
                                    </p:animEffect>
                                  </p:childTnLst>
                                </p:cTn>
                              </p:par>
                              <p:par>
                                <p:cTn id="32" presetID="22" presetClass="entr" presetSubtype="1" fill="hold"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wipe(up)">
                                      <p:cBhvr>
                                        <p:cTn id="34" dur="500"/>
                                        <p:tgtEl>
                                          <p:spTgt spid="24"/>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nodeType="clickEffect">
                                  <p:stCondLst>
                                    <p:cond delay="0"/>
                                  </p:stCondLst>
                                  <p:childTnLst>
                                    <p:set>
                                      <p:cBhvr>
                                        <p:cTn id="38" dur="1" fill="hold">
                                          <p:stCondLst>
                                            <p:cond delay="0"/>
                                          </p:stCondLst>
                                        </p:cTn>
                                        <p:tgtEl>
                                          <p:spTgt spid="6"/>
                                        </p:tgtEl>
                                        <p:attrNameLst>
                                          <p:attrName>style.visibility</p:attrName>
                                        </p:attrNameLst>
                                      </p:cBhvr>
                                      <p:to>
                                        <p:strVal val="hidden"/>
                                      </p:to>
                                    </p:set>
                                  </p:childTnLst>
                                </p:cTn>
                              </p:par>
                              <p:par>
                                <p:cTn id="39" presetID="1" presetClass="exit"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hidden"/>
                                      </p:to>
                                    </p:set>
                                  </p:childTnLst>
                                </p:cTn>
                              </p:par>
                              <p:par>
                                <p:cTn id="41" presetID="1"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par>
                                <p:cTn id="43" presetID="1" presetClass="exit" presetSubtype="0" fill="hold" grpId="1" nodeType="withEffect">
                                  <p:stCondLst>
                                    <p:cond delay="0"/>
                                  </p:stCondLst>
                                  <p:childTnLst>
                                    <p:set>
                                      <p:cBhvr>
                                        <p:cTn id="44" dur="1" fill="hold">
                                          <p:stCondLst>
                                            <p:cond delay="0"/>
                                          </p:stCondLst>
                                        </p:cTn>
                                        <p:tgtEl>
                                          <p:spTgt spid="17"/>
                                        </p:tgtEl>
                                        <p:attrNameLst>
                                          <p:attrName>style.visibility</p:attrName>
                                        </p:attrNameLst>
                                      </p:cBhvr>
                                      <p:to>
                                        <p:strVal val="hidden"/>
                                      </p:to>
                                    </p:set>
                                  </p:childTnLst>
                                </p:cTn>
                              </p:par>
                              <p:par>
                                <p:cTn id="45" presetID="1" presetClass="entr" presetSubtype="0"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wipe(down)">
                                      <p:cBhvr>
                                        <p:cTn id="5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7" grpId="0"/>
      <p:bldP spid="11" grpId="0"/>
      <p:bldP spid="12" grpId="0"/>
      <p:bldP spid="13" grpId="0"/>
      <p:bldP spid="14" grpId="0"/>
      <p:bldP spid="16" grpId="0"/>
      <p:bldP spid="17" grpId="0"/>
      <p:bldP spid="17" grpId="1"/>
      <p:bldP spid="1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Rectángulo"/>
          <p:cNvSpPr/>
          <p:nvPr/>
        </p:nvSpPr>
        <p:spPr bwMode="auto">
          <a:xfrm>
            <a:off x="1403648" y="1196752"/>
            <a:ext cx="6048672" cy="4536504"/>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 name="1 Título"/>
          <p:cNvSpPr>
            <a:spLocks noGrp="1"/>
          </p:cNvSpPr>
          <p:nvPr>
            <p:ph type="title"/>
          </p:nvPr>
        </p:nvSpPr>
        <p:spPr>
          <a:xfrm>
            <a:off x="542924" y="53975"/>
            <a:ext cx="7989515" cy="563563"/>
          </a:xfrm>
        </p:spPr>
        <p:txBody>
          <a:bodyPr/>
          <a:lstStyle/>
          <a:p>
            <a:r>
              <a:rPr lang="es-ES" dirty="0"/>
              <a:t>Clases internas</a:t>
            </a:r>
          </a:p>
        </p:txBody>
      </p:sp>
      <p:sp>
        <p:nvSpPr>
          <p:cNvPr id="27" name="Rectangle 3"/>
          <p:cNvSpPr txBox="1">
            <a:spLocks noChangeArrowheads="1"/>
          </p:cNvSpPr>
          <p:nvPr/>
        </p:nvSpPr>
        <p:spPr bwMode="auto">
          <a:xfrm>
            <a:off x="1691680" y="1365357"/>
            <a:ext cx="5760640" cy="4151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chemeClr val="bg1">
                    <a:lumMod val="50000"/>
                  </a:schemeClr>
                </a:solidFill>
                <a:latin typeface="+mj-lt"/>
                <a:ea typeface="Adobe Fan Heiti Std B" pitchFamily="34" charset="-128"/>
              </a:rPr>
              <a:t>public class </a:t>
            </a:r>
            <a:r>
              <a:rPr lang="en-US" sz="1400" kern="0" dirty="0">
                <a:solidFill>
                  <a:srgbClr val="0070C0"/>
                </a:solidFill>
                <a:latin typeface="+mj-lt"/>
                <a:ea typeface="Adobe Fan Heiti Std B" pitchFamily="34" charset="-128"/>
              </a:rPr>
              <a:t>Principal {</a:t>
            </a:r>
          </a:p>
          <a:p>
            <a:pPr marL="0" indent="0">
              <a:buNone/>
            </a:pPr>
            <a:endParaRPr lang="en-US" sz="1400" kern="0" dirty="0">
              <a:solidFill>
                <a:schemeClr val="bg1">
                  <a:lumMod val="50000"/>
                </a:schemeClr>
              </a:solidFill>
              <a:latin typeface="+mj-lt"/>
              <a:ea typeface="Adobe Fan Heiti Std B" pitchFamily="34" charset="-128"/>
            </a:endParaRPr>
          </a:p>
          <a:p>
            <a:pPr marL="0" indent="0">
              <a:buNone/>
            </a:pPr>
            <a:r>
              <a:rPr lang="en-US" sz="1400" kern="0" dirty="0">
                <a:solidFill>
                  <a:schemeClr val="bg1">
                    <a:lumMod val="50000"/>
                  </a:schemeClr>
                </a:solidFill>
                <a:latin typeface="+mj-lt"/>
                <a:ea typeface="Adobe Fan Heiti Std B" pitchFamily="34" charset="-128"/>
              </a:rPr>
              <a:t>    public </a:t>
            </a:r>
            <a:r>
              <a:rPr lang="en-US" sz="1400" kern="0" dirty="0">
                <a:solidFill>
                  <a:srgbClr val="0070C0"/>
                </a:solidFill>
                <a:latin typeface="+mj-lt"/>
                <a:ea typeface="Adobe Fan Heiti Std B" pitchFamily="34" charset="-128"/>
              </a:rPr>
              <a:t>void</a:t>
            </a:r>
            <a:r>
              <a:rPr lang="en-US" sz="1400" kern="0" dirty="0">
                <a:solidFill>
                  <a:schemeClr val="bg1">
                    <a:lumMod val="50000"/>
                  </a:schemeClr>
                </a:solidFill>
                <a:latin typeface="+mj-lt"/>
                <a:ea typeface="Adobe Fan Heiti Std B" pitchFamily="34" charset="-128"/>
              </a:rPr>
              <a:t> </a:t>
            </a:r>
            <a:r>
              <a:rPr lang="en-US" sz="1400" kern="0" dirty="0">
                <a:solidFill>
                  <a:srgbClr val="FF0000"/>
                </a:solidFill>
                <a:latin typeface="+mj-lt"/>
                <a:ea typeface="Adobe Fan Heiti Std B" pitchFamily="34" charset="-128"/>
              </a:rPr>
              <a:t>main(</a:t>
            </a:r>
            <a:r>
              <a:rPr lang="en-US" sz="1400" b="0" kern="0" dirty="0">
                <a:solidFill>
                  <a:srgbClr val="0070C0"/>
                </a:solidFill>
                <a:latin typeface="+mj-lt"/>
                <a:ea typeface="Adobe Fan Heiti Std B" pitchFamily="34" charset="-128"/>
              </a:rPr>
              <a:t>String[] </a:t>
            </a:r>
            <a:r>
              <a:rPr lang="en-US" sz="1400" b="0" kern="0" dirty="0" err="1">
                <a:solidFill>
                  <a:srgbClr val="000000"/>
                </a:solidFill>
                <a:latin typeface="+mj-lt"/>
                <a:ea typeface="Adobe Fan Heiti Std B" pitchFamily="34" charset="-128"/>
              </a:rPr>
              <a:t>args</a:t>
            </a:r>
            <a:r>
              <a:rPr lang="en-US" sz="1400" kern="0" dirty="0">
                <a:solidFill>
                  <a:srgbClr val="FF0000"/>
                </a:solidFill>
                <a:latin typeface="+mj-lt"/>
                <a:ea typeface="Adobe Fan Heiti Std B" pitchFamily="34" charset="-128"/>
              </a:rPr>
              <a:t>)</a:t>
            </a:r>
            <a:r>
              <a:rPr lang="en-US" sz="1400" kern="0" dirty="0">
                <a:solidFill>
                  <a:schemeClr val="bg1">
                    <a:lumMod val="50000"/>
                  </a:schemeClr>
                </a:solidFill>
                <a:latin typeface="+mj-lt"/>
                <a:ea typeface="Adobe Fan Heiti Std B" pitchFamily="34" charset="-128"/>
              </a:rPr>
              <a:t> {</a:t>
            </a:r>
          </a:p>
          <a:p>
            <a:pPr marL="0" indent="0">
              <a:buNone/>
            </a:pPr>
            <a:r>
              <a:rPr lang="es-ES" sz="1400" b="0" kern="0" dirty="0">
                <a:solidFill>
                  <a:srgbClr val="0070C0"/>
                </a:solidFill>
                <a:latin typeface="+mj-lt"/>
                <a:ea typeface="Adobe Fan Heiti Std B" pitchFamily="34" charset="-128"/>
              </a:rPr>
              <a:t>        Persona</a:t>
            </a:r>
            <a:r>
              <a:rPr lang="es-ES" sz="1400" b="0" kern="0" dirty="0">
                <a:solidFill>
                  <a:srgbClr val="000000"/>
                </a:solidFill>
                <a:latin typeface="+mj-lt"/>
                <a:ea typeface="Adobe Fan Heiti Std B" pitchFamily="34" charset="-128"/>
              </a:rPr>
              <a:t> </a:t>
            </a:r>
            <a:r>
              <a:rPr lang="es-ES" sz="1400" kern="0" dirty="0" err="1">
                <a:solidFill>
                  <a:srgbClr val="000000"/>
                </a:solidFill>
                <a:latin typeface="+mj-lt"/>
                <a:ea typeface="Adobe Fan Heiti Std B" pitchFamily="34" charset="-128"/>
              </a:rPr>
              <a:t>persona</a:t>
            </a:r>
            <a:r>
              <a:rPr lang="es-ES" sz="1400" b="0" kern="0" dirty="0">
                <a:solidFill>
                  <a:srgbClr val="000000"/>
                </a:solidFill>
                <a:latin typeface="+mj-lt"/>
                <a:ea typeface="Adobe Fan Heiti Std B" pitchFamily="34" charset="-128"/>
              </a:rPr>
              <a:t> = new </a:t>
            </a:r>
            <a:r>
              <a:rPr lang="es-ES" sz="1400" b="0" kern="0" dirty="0">
                <a:solidFill>
                  <a:srgbClr val="FF0000"/>
                </a:solidFill>
                <a:latin typeface="+mj-lt"/>
                <a:ea typeface="Adobe Fan Heiti Std B" pitchFamily="34" charset="-128"/>
              </a:rPr>
              <a:t>Persona(</a:t>
            </a:r>
            <a:r>
              <a:rPr lang="es-ES" sz="1400" b="0" kern="0" dirty="0">
                <a:solidFill>
                  <a:srgbClr val="00B050"/>
                </a:solidFill>
                <a:latin typeface="+mj-lt"/>
                <a:ea typeface="Adobe Fan Heiti Std B" pitchFamily="34" charset="-128"/>
              </a:rPr>
              <a:t>"Alfredo"</a:t>
            </a:r>
            <a:r>
              <a:rPr lang="es-ES" sz="1400" b="0" kern="0" dirty="0">
                <a:solidFill>
                  <a:srgbClr val="FF0000"/>
                </a:solidFill>
                <a:latin typeface="+mj-lt"/>
                <a:ea typeface="Adobe Fan Heiti Std B" pitchFamily="34" charset="-128"/>
              </a:rPr>
              <a:t>)</a:t>
            </a:r>
            <a:r>
              <a:rPr lang="es-ES" sz="1400" b="0" kern="0" dirty="0">
                <a:solidFill>
                  <a:srgbClr val="000000"/>
                </a:solidFill>
                <a:latin typeface="+mj-lt"/>
                <a:ea typeface="Adobe Fan Heiti Std B" pitchFamily="34" charset="-128"/>
              </a:rPr>
              <a:t>;</a:t>
            </a:r>
          </a:p>
          <a:p>
            <a:pPr marL="0" indent="0">
              <a:buNone/>
            </a:pPr>
            <a:r>
              <a:rPr lang="en-US" sz="1400" kern="0" dirty="0">
                <a:solidFill>
                  <a:schemeClr val="bg1">
                    <a:lumMod val="50000"/>
                  </a:schemeClr>
                </a:solidFill>
                <a:latin typeface="+mj-lt"/>
                <a:ea typeface="Adobe Fan Heiti Std B" pitchFamily="34" charset="-128"/>
              </a:rPr>
              <a:t>        </a:t>
            </a:r>
            <a:r>
              <a:rPr lang="en-US" sz="1400" kern="0" dirty="0" err="1">
                <a:solidFill>
                  <a:srgbClr val="000000"/>
                </a:solidFill>
                <a:latin typeface="+mj-lt"/>
                <a:ea typeface="Adobe Fan Heiti Std B" pitchFamily="34" charset="-128"/>
              </a:rPr>
              <a:t>persona</a:t>
            </a:r>
            <a:r>
              <a:rPr lang="en-US" sz="1400" kern="0" dirty="0" err="1">
                <a:solidFill>
                  <a:srgbClr val="FF0000"/>
                </a:solidFill>
                <a:latin typeface="+mj-lt"/>
                <a:ea typeface="Adobe Fan Heiti Std B" pitchFamily="34" charset="-128"/>
              </a:rPr>
              <a:t>.diHola</a:t>
            </a:r>
            <a:r>
              <a:rPr lang="en-US" sz="1400" kern="0" dirty="0">
                <a:solidFill>
                  <a:srgbClr val="FF0000"/>
                </a:solidFill>
                <a:latin typeface="+mj-lt"/>
                <a:ea typeface="Adobe Fan Heiti Std B" pitchFamily="34" charset="-128"/>
              </a:rPr>
              <a:t>()</a:t>
            </a:r>
            <a:r>
              <a:rPr lang="en-US" sz="1400" kern="0" dirty="0">
                <a:solidFill>
                  <a:schemeClr val="bg1">
                    <a:lumMod val="50000"/>
                  </a:schemeClr>
                </a:solidFill>
                <a:latin typeface="+mj-lt"/>
                <a:ea typeface="Adobe Fan Heiti Std B" pitchFamily="34" charset="-128"/>
              </a:rPr>
              <a:t>;</a:t>
            </a:r>
          </a:p>
          <a:p>
            <a:pPr marL="0" indent="0">
              <a:buNone/>
            </a:pPr>
            <a:endParaRPr lang="en-US" sz="1400" kern="0" dirty="0">
              <a:solidFill>
                <a:schemeClr val="bg1">
                  <a:lumMod val="50000"/>
                </a:schemeClr>
              </a:solidFill>
              <a:latin typeface="+mj-lt"/>
              <a:ea typeface="Adobe Fan Heiti Std B" pitchFamily="34" charset="-128"/>
            </a:endParaRPr>
          </a:p>
          <a:p>
            <a:pPr marL="0" indent="0">
              <a:buNone/>
            </a:pPr>
            <a:r>
              <a:rPr lang="en-US" sz="1400" b="0" kern="0" dirty="0">
                <a:solidFill>
                  <a:srgbClr val="0070C0"/>
                </a:solidFill>
                <a:latin typeface="+mj-lt"/>
                <a:ea typeface="Adobe Fan Heiti Std B" pitchFamily="34" charset="-128"/>
              </a:rPr>
              <a:t>        </a:t>
            </a:r>
            <a:r>
              <a:rPr lang="en-US" sz="1400" b="0" kern="0" dirty="0" err="1">
                <a:solidFill>
                  <a:srgbClr val="0070C0"/>
                </a:solidFill>
                <a:latin typeface="+mj-lt"/>
                <a:ea typeface="Adobe Fan Heiti Std B" pitchFamily="34" charset="-128"/>
              </a:rPr>
              <a:t>Persona.Saludadora</a:t>
            </a:r>
            <a:r>
              <a:rPr lang="en-US" sz="1400" b="0" kern="0" dirty="0">
                <a:solidFill>
                  <a:srgbClr val="000000"/>
                </a:solidFill>
                <a:latin typeface="+mj-lt"/>
                <a:ea typeface="Adobe Fan Heiti Std B" pitchFamily="34" charset="-128"/>
              </a:rPr>
              <a:t> </a:t>
            </a:r>
            <a:r>
              <a:rPr lang="en-US" sz="1400" kern="0" dirty="0" err="1">
                <a:solidFill>
                  <a:srgbClr val="000000"/>
                </a:solidFill>
                <a:latin typeface="+mj-lt"/>
                <a:ea typeface="Adobe Fan Heiti Std B" pitchFamily="34" charset="-128"/>
              </a:rPr>
              <a:t>saludador</a:t>
            </a:r>
            <a:r>
              <a:rPr lang="en-US" sz="1400" b="0" kern="0" dirty="0">
                <a:solidFill>
                  <a:srgbClr val="000000"/>
                </a:solidFill>
                <a:latin typeface="+mj-lt"/>
                <a:ea typeface="Adobe Fan Heiti Std B" pitchFamily="34" charset="-128"/>
              </a:rPr>
              <a:t> = new </a:t>
            </a:r>
            <a:r>
              <a:rPr lang="en-US" sz="1400" b="0" kern="0" dirty="0" err="1">
                <a:solidFill>
                  <a:srgbClr val="0070C0"/>
                </a:solidFill>
                <a:latin typeface="+mj-lt"/>
                <a:ea typeface="Adobe Fan Heiti Std B" pitchFamily="34" charset="-128"/>
              </a:rPr>
              <a:t>Persona</a:t>
            </a:r>
            <a:r>
              <a:rPr lang="en-US" sz="1400" b="0" kern="0" dirty="0" err="1">
                <a:solidFill>
                  <a:srgbClr val="000000"/>
                </a:solidFill>
                <a:latin typeface="+mj-lt"/>
                <a:ea typeface="Adobe Fan Heiti Std B" pitchFamily="34" charset="-128"/>
              </a:rPr>
              <a:t>.</a:t>
            </a:r>
            <a:r>
              <a:rPr lang="en-US" sz="1400" b="0" kern="0" dirty="0" err="1">
                <a:solidFill>
                  <a:srgbClr val="FF0000"/>
                </a:solidFill>
                <a:latin typeface="+mj-lt"/>
                <a:ea typeface="Adobe Fan Heiti Std B" pitchFamily="34" charset="-128"/>
              </a:rPr>
              <a:t>Saludadora</a:t>
            </a:r>
            <a:r>
              <a:rPr lang="en-US" sz="1400" b="0" kern="0" dirty="0">
                <a:solidFill>
                  <a:srgbClr val="FF0000"/>
                </a:solidFill>
                <a:latin typeface="+mj-lt"/>
                <a:ea typeface="Adobe Fan Heiti Std B" pitchFamily="34" charset="-128"/>
              </a:rPr>
              <a:t>()</a:t>
            </a:r>
            <a:r>
              <a:rPr lang="en-US" sz="1400" b="0" kern="0" dirty="0">
                <a:solidFill>
                  <a:srgbClr val="000000"/>
                </a:solidFill>
                <a:latin typeface="+mj-lt"/>
                <a:ea typeface="Adobe Fan Heiti Std B" pitchFamily="34" charset="-128"/>
              </a:rPr>
              <a:t>;</a:t>
            </a:r>
          </a:p>
          <a:p>
            <a:pPr marL="0" indent="0">
              <a:buNone/>
            </a:pPr>
            <a:r>
              <a:rPr lang="es-ES" sz="1400" kern="0" dirty="0">
                <a:solidFill>
                  <a:srgbClr val="000000"/>
                </a:solidFill>
                <a:latin typeface="+mj-lt"/>
                <a:ea typeface="Adobe Fan Heiti Std B" pitchFamily="34" charset="-128"/>
              </a:rPr>
              <a:t>        </a:t>
            </a:r>
            <a:r>
              <a:rPr lang="es-ES" sz="1400" kern="0" dirty="0" err="1">
                <a:solidFill>
                  <a:srgbClr val="000000"/>
                </a:solidFill>
                <a:latin typeface="+mj-lt"/>
                <a:ea typeface="Adobe Fan Heiti Std B" pitchFamily="34" charset="-128"/>
              </a:rPr>
              <a:t>saludador</a:t>
            </a:r>
            <a:r>
              <a:rPr lang="es-ES" sz="1400" b="0" kern="0" dirty="0" err="1">
                <a:solidFill>
                  <a:srgbClr val="000000"/>
                </a:solidFill>
                <a:latin typeface="+mj-lt"/>
                <a:ea typeface="Adobe Fan Heiti Std B" pitchFamily="34" charset="-128"/>
              </a:rPr>
              <a:t>.</a:t>
            </a:r>
            <a:r>
              <a:rPr lang="es-ES" sz="1400" b="0" kern="0" dirty="0" err="1">
                <a:solidFill>
                  <a:srgbClr val="FF0000"/>
                </a:solidFill>
                <a:latin typeface="+mj-lt"/>
                <a:ea typeface="Adobe Fan Heiti Std B" pitchFamily="34" charset="-128"/>
              </a:rPr>
              <a:t>saluda</a:t>
            </a:r>
            <a:r>
              <a:rPr lang="es-ES" sz="1400" b="0" kern="0" dirty="0">
                <a:solidFill>
                  <a:srgbClr val="FF0000"/>
                </a:solidFill>
                <a:latin typeface="+mj-lt"/>
                <a:ea typeface="Adobe Fan Heiti Std B" pitchFamily="34" charset="-128"/>
              </a:rPr>
              <a:t>(</a:t>
            </a:r>
            <a:r>
              <a:rPr lang="es-ES" sz="1400" b="0" kern="0" dirty="0">
                <a:solidFill>
                  <a:srgbClr val="00B050"/>
                </a:solidFill>
                <a:latin typeface="+mj-lt"/>
                <a:ea typeface="Adobe Fan Heiti Std B" pitchFamily="34" charset="-128"/>
              </a:rPr>
              <a:t>"Buenos días"</a:t>
            </a:r>
            <a:r>
              <a:rPr lang="es-ES" sz="1400" b="0" kern="0" dirty="0">
                <a:solidFill>
                  <a:srgbClr val="FF0000"/>
                </a:solidFill>
                <a:latin typeface="+mj-lt"/>
                <a:ea typeface="Adobe Fan Heiti Std B" pitchFamily="34" charset="-128"/>
              </a:rPr>
              <a:t>)</a:t>
            </a:r>
            <a:r>
              <a:rPr lang="es-ES" sz="1400" b="0" kern="0" dirty="0">
                <a:solidFill>
                  <a:srgbClr val="000000"/>
                </a:solidFill>
                <a:latin typeface="+mj-lt"/>
                <a:ea typeface="Adobe Fan Heiti Std B" pitchFamily="34" charset="-128"/>
              </a:rPr>
              <a:t>;</a:t>
            </a:r>
            <a:endParaRPr lang="en-US" sz="1400" b="0" kern="0" dirty="0">
              <a:solidFill>
                <a:srgbClr val="000000"/>
              </a:solidFill>
              <a:latin typeface="+mj-lt"/>
              <a:ea typeface="Adobe Fan Heiti Std B" pitchFamily="34" charset="-128"/>
            </a:endParaRPr>
          </a:p>
          <a:p>
            <a:pPr marL="0" indent="0">
              <a:buNone/>
            </a:pPr>
            <a:endParaRPr lang="es-ES" sz="1400" b="0" kern="0" dirty="0">
              <a:solidFill>
                <a:srgbClr val="0070C0"/>
              </a:solidFill>
              <a:latin typeface="+mj-lt"/>
              <a:ea typeface="Adobe Fan Heiti Std B" pitchFamily="34" charset="-128"/>
            </a:endParaRPr>
          </a:p>
          <a:p>
            <a:pPr marL="0" indent="0">
              <a:buNone/>
            </a:pPr>
            <a:r>
              <a:rPr lang="es-ES" sz="1400" b="0" kern="0" dirty="0">
                <a:solidFill>
                  <a:srgbClr val="0070C0"/>
                </a:solidFill>
                <a:latin typeface="+mj-lt"/>
                <a:ea typeface="Adobe Fan Heiti Std B" pitchFamily="34" charset="-128"/>
              </a:rPr>
              <a:t>        </a:t>
            </a:r>
            <a:r>
              <a:rPr lang="es-ES" sz="1400" b="0" kern="0" dirty="0" err="1">
                <a:solidFill>
                  <a:srgbClr val="0070C0"/>
                </a:solidFill>
                <a:latin typeface="+mj-lt"/>
                <a:ea typeface="Adobe Fan Heiti Std B" pitchFamily="34" charset="-128"/>
              </a:rPr>
              <a:t>Persona.Saludadora</a:t>
            </a:r>
            <a:r>
              <a:rPr lang="es-ES" sz="1400" b="0" kern="0" dirty="0">
                <a:solidFill>
                  <a:srgbClr val="00B0F0"/>
                </a:solidFill>
                <a:latin typeface="+mj-lt"/>
                <a:ea typeface="Adobe Fan Heiti Std B" pitchFamily="34" charset="-128"/>
              </a:rPr>
              <a:t> </a:t>
            </a:r>
            <a:r>
              <a:rPr lang="es-ES" sz="1400" kern="0" dirty="0">
                <a:solidFill>
                  <a:srgbClr val="000000"/>
                </a:solidFill>
                <a:latin typeface="+mj-lt"/>
                <a:ea typeface="Adobe Fan Heiti Std B" pitchFamily="34" charset="-128"/>
              </a:rPr>
              <a:t>saludador</a:t>
            </a:r>
            <a:r>
              <a:rPr lang="es-ES" sz="1400" b="0" kern="0" dirty="0">
                <a:solidFill>
                  <a:srgbClr val="000000"/>
                </a:solidFill>
                <a:latin typeface="+mj-lt"/>
                <a:ea typeface="Adobe Fan Heiti Std B" pitchFamily="34" charset="-128"/>
              </a:rPr>
              <a:t> = </a:t>
            </a:r>
            <a:r>
              <a:rPr lang="es-ES" sz="1400" kern="0" dirty="0" err="1">
                <a:solidFill>
                  <a:srgbClr val="000000"/>
                </a:solidFill>
                <a:latin typeface="+mj-lt"/>
                <a:ea typeface="Adobe Fan Heiti Std B" pitchFamily="34" charset="-128"/>
              </a:rPr>
              <a:t>persona</a:t>
            </a:r>
            <a:r>
              <a:rPr lang="es-ES" sz="1400" b="0" kern="0" dirty="0" err="1">
                <a:solidFill>
                  <a:srgbClr val="000000"/>
                </a:solidFill>
                <a:latin typeface="+mj-lt"/>
                <a:ea typeface="Adobe Fan Heiti Std B" pitchFamily="34" charset="-128"/>
              </a:rPr>
              <a:t>.new</a:t>
            </a:r>
            <a:r>
              <a:rPr lang="es-ES" sz="1400" b="0" kern="0" dirty="0">
                <a:solidFill>
                  <a:srgbClr val="000000"/>
                </a:solidFill>
                <a:latin typeface="+mj-lt"/>
                <a:ea typeface="Adobe Fan Heiti Std B" pitchFamily="34" charset="-128"/>
              </a:rPr>
              <a:t> </a:t>
            </a:r>
            <a:r>
              <a:rPr lang="es-ES" sz="1400" b="0" kern="0" dirty="0">
                <a:solidFill>
                  <a:srgbClr val="FF0000"/>
                </a:solidFill>
                <a:latin typeface="+mj-lt"/>
                <a:ea typeface="Adobe Fan Heiti Std B" pitchFamily="34" charset="-128"/>
              </a:rPr>
              <a:t>Saludadora()</a:t>
            </a:r>
            <a:r>
              <a:rPr lang="es-ES" sz="1400" b="0" kern="0" dirty="0">
                <a:solidFill>
                  <a:srgbClr val="000000"/>
                </a:solidFill>
                <a:latin typeface="+mj-lt"/>
                <a:ea typeface="Adobe Fan Heiti Std B" pitchFamily="34" charset="-128"/>
              </a:rPr>
              <a:t>;</a:t>
            </a:r>
          </a:p>
          <a:p>
            <a:pPr marL="0" indent="0">
              <a:buNone/>
            </a:pPr>
            <a:r>
              <a:rPr lang="es-ES" sz="1400" b="0" kern="0" dirty="0">
                <a:solidFill>
                  <a:srgbClr val="000000"/>
                </a:solidFill>
                <a:latin typeface="+mj-lt"/>
                <a:ea typeface="Adobe Fan Heiti Std B" pitchFamily="34" charset="-128"/>
              </a:rPr>
              <a:t>        </a:t>
            </a:r>
            <a:r>
              <a:rPr lang="es-ES" sz="1400" kern="0" dirty="0" err="1">
                <a:solidFill>
                  <a:srgbClr val="000000"/>
                </a:solidFill>
                <a:latin typeface="+mj-lt"/>
                <a:ea typeface="Adobe Fan Heiti Std B" pitchFamily="34" charset="-128"/>
              </a:rPr>
              <a:t>saludador</a:t>
            </a:r>
            <a:r>
              <a:rPr lang="es-ES" sz="1400" b="0" kern="0" dirty="0" err="1">
                <a:solidFill>
                  <a:srgbClr val="000000"/>
                </a:solidFill>
                <a:latin typeface="+mj-lt"/>
                <a:ea typeface="Adobe Fan Heiti Std B" pitchFamily="34" charset="-128"/>
              </a:rPr>
              <a:t>.</a:t>
            </a:r>
            <a:r>
              <a:rPr lang="es-ES" sz="1400" b="0" kern="0" dirty="0" err="1">
                <a:solidFill>
                  <a:srgbClr val="FF0000"/>
                </a:solidFill>
                <a:latin typeface="+mj-lt"/>
                <a:ea typeface="Adobe Fan Heiti Std B" pitchFamily="34" charset="-128"/>
              </a:rPr>
              <a:t>saluda</a:t>
            </a:r>
            <a:r>
              <a:rPr lang="es-ES" sz="1400" b="0" kern="0" dirty="0">
                <a:solidFill>
                  <a:srgbClr val="FF0000"/>
                </a:solidFill>
                <a:latin typeface="+mj-lt"/>
                <a:ea typeface="Adobe Fan Heiti Std B" pitchFamily="34" charset="-128"/>
              </a:rPr>
              <a:t>(</a:t>
            </a:r>
            <a:r>
              <a:rPr lang="es-ES" sz="1400" b="0" kern="0" dirty="0">
                <a:solidFill>
                  <a:srgbClr val="00B050"/>
                </a:solidFill>
                <a:latin typeface="+mj-lt"/>
                <a:ea typeface="Adobe Fan Heiti Std B" pitchFamily="34" charset="-128"/>
              </a:rPr>
              <a:t>"Buenos días"</a:t>
            </a:r>
            <a:r>
              <a:rPr lang="es-ES" sz="1400" b="0" kern="0" dirty="0">
                <a:solidFill>
                  <a:srgbClr val="FF0000"/>
                </a:solidFill>
                <a:latin typeface="+mj-lt"/>
                <a:ea typeface="Adobe Fan Heiti Std B" pitchFamily="34" charset="-128"/>
              </a:rPr>
              <a:t>)</a:t>
            </a:r>
            <a:r>
              <a:rPr lang="es-ES" sz="1400" b="0" kern="0" dirty="0">
                <a:solidFill>
                  <a:srgbClr val="000000"/>
                </a:solidFill>
                <a:latin typeface="+mj-lt"/>
                <a:ea typeface="Adobe Fan Heiti Std B" pitchFamily="34" charset="-128"/>
              </a:rPr>
              <a:t>;</a:t>
            </a:r>
            <a:r>
              <a:rPr lang="en-US" sz="1400" b="0" kern="0" dirty="0">
                <a:solidFill>
                  <a:srgbClr val="000000"/>
                </a:solidFill>
                <a:latin typeface="+mj-lt"/>
                <a:ea typeface="Adobe Fan Heiti Std B" pitchFamily="34" charset="-128"/>
              </a:rPr>
              <a:t> </a:t>
            </a:r>
            <a:endParaRPr lang="en-US" sz="1400" kern="0" dirty="0">
              <a:solidFill>
                <a:schemeClr val="bg1">
                  <a:lumMod val="50000"/>
                </a:schemeClr>
              </a:solidFill>
              <a:latin typeface="+mj-lt"/>
              <a:ea typeface="Adobe Fan Heiti Std B" pitchFamily="34" charset="-128"/>
            </a:endParaRPr>
          </a:p>
          <a:p>
            <a:pPr marL="0" indent="0">
              <a:buNone/>
            </a:pPr>
            <a:endParaRPr lang="en-US" sz="1400" kern="0" dirty="0">
              <a:solidFill>
                <a:schemeClr val="bg1">
                  <a:lumMod val="50000"/>
                </a:schemeClr>
              </a:solidFill>
              <a:latin typeface="+mj-lt"/>
              <a:ea typeface="Adobe Fan Heiti Std B" pitchFamily="34" charset="-128"/>
            </a:endParaRPr>
          </a:p>
          <a:p>
            <a:pPr marL="0" indent="0">
              <a:buNone/>
            </a:pPr>
            <a:r>
              <a:rPr lang="en-US" sz="1400" kern="0" dirty="0">
                <a:solidFill>
                  <a:schemeClr val="bg1">
                    <a:lumMod val="50000"/>
                  </a:schemeClr>
                </a:solidFill>
                <a:latin typeface="+mj-lt"/>
                <a:ea typeface="Adobe Fan Heiti Std B" pitchFamily="34" charset="-128"/>
              </a:rPr>
              <a:t>    }</a:t>
            </a:r>
          </a:p>
          <a:p>
            <a:pPr marL="0" indent="0">
              <a:buNone/>
            </a:pPr>
            <a:endParaRPr lang="en-US" sz="1400" kern="0" dirty="0">
              <a:solidFill>
                <a:schemeClr val="bg1">
                  <a:lumMod val="50000"/>
                </a:schemeClr>
              </a:solidFill>
              <a:latin typeface="+mj-lt"/>
              <a:ea typeface="Adobe Fan Heiti Std B" pitchFamily="34" charset="-128"/>
            </a:endParaRPr>
          </a:p>
          <a:p>
            <a:pPr marL="0" indent="0">
              <a:buNone/>
            </a:pPr>
            <a:endParaRPr lang="en-US" sz="1400" kern="0" dirty="0">
              <a:solidFill>
                <a:schemeClr val="bg1">
                  <a:lumMod val="50000"/>
                </a:schemeClr>
              </a:solidFill>
              <a:latin typeface="+mj-lt"/>
              <a:ea typeface="Adobe Fan Heiti Std B" pitchFamily="34" charset="-128"/>
            </a:endParaRPr>
          </a:p>
          <a:p>
            <a:pPr marL="0" indent="0">
              <a:buNone/>
            </a:pPr>
            <a:r>
              <a:rPr lang="en-US" sz="1400" kern="0" dirty="0">
                <a:solidFill>
                  <a:schemeClr val="bg1">
                    <a:lumMod val="50000"/>
                  </a:schemeClr>
                </a:solidFill>
                <a:latin typeface="+mj-lt"/>
                <a:ea typeface="Adobe Fan Heiti Std B" pitchFamily="34" charset="-128"/>
              </a:rPr>
              <a:t>    </a:t>
            </a:r>
          </a:p>
          <a:p>
            <a:pPr marL="0" indent="0">
              <a:buNone/>
            </a:pPr>
            <a:r>
              <a:rPr lang="en-US" sz="1400" kern="0" dirty="0">
                <a:solidFill>
                  <a:srgbClr val="0070C0"/>
                </a:solidFill>
                <a:latin typeface="+mj-lt"/>
                <a:ea typeface="Adobe Fan Heiti Std B" pitchFamily="34" charset="-128"/>
              </a:rPr>
              <a:t>}</a:t>
            </a:r>
          </a:p>
        </p:txBody>
      </p:sp>
      <p:sp>
        <p:nvSpPr>
          <p:cNvPr id="13" name="1 Título"/>
          <p:cNvSpPr txBox="1">
            <a:spLocks/>
          </p:cNvSpPr>
          <p:nvPr/>
        </p:nvSpPr>
        <p:spPr bwMode="white">
          <a:xfrm>
            <a:off x="2195735" y="572158"/>
            <a:ext cx="4680521"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ctr" anchorCtr="0" compatLnSpc="1">
            <a:prstTxWarp prst="textNoShape">
              <a:avLst/>
            </a:prstTxWarp>
          </a:bodyPr>
          <a:lstStyle>
            <a:lvl1pPr algn="ctr" defTabSz="957263" rtl="0" fontAlgn="base">
              <a:spcBef>
                <a:spcPct val="0"/>
              </a:spcBef>
              <a:spcAft>
                <a:spcPct val="0"/>
              </a:spcAft>
              <a:defRPr sz="2900" b="1">
                <a:solidFill>
                  <a:schemeClr val="bg1"/>
                </a:solidFill>
                <a:latin typeface="+mj-lt"/>
                <a:ea typeface="+mj-ea"/>
                <a:cs typeface="+mj-cs"/>
              </a:defRPr>
            </a:lvl1pPr>
            <a:lvl2pPr algn="ctr" defTabSz="957263" rtl="0" fontAlgn="base">
              <a:spcBef>
                <a:spcPct val="0"/>
              </a:spcBef>
              <a:spcAft>
                <a:spcPct val="0"/>
              </a:spcAft>
              <a:defRPr sz="2900" b="1">
                <a:solidFill>
                  <a:schemeClr val="bg1"/>
                </a:solidFill>
                <a:latin typeface="Arial" charset="0"/>
              </a:defRPr>
            </a:lvl2pPr>
            <a:lvl3pPr algn="ctr" defTabSz="957263" rtl="0" fontAlgn="base">
              <a:spcBef>
                <a:spcPct val="0"/>
              </a:spcBef>
              <a:spcAft>
                <a:spcPct val="0"/>
              </a:spcAft>
              <a:defRPr sz="2900" b="1">
                <a:solidFill>
                  <a:schemeClr val="bg1"/>
                </a:solidFill>
                <a:latin typeface="Arial" charset="0"/>
              </a:defRPr>
            </a:lvl3pPr>
            <a:lvl4pPr algn="ctr" defTabSz="957263" rtl="0" fontAlgn="base">
              <a:spcBef>
                <a:spcPct val="0"/>
              </a:spcBef>
              <a:spcAft>
                <a:spcPct val="0"/>
              </a:spcAft>
              <a:defRPr sz="2900" b="1">
                <a:solidFill>
                  <a:schemeClr val="bg1"/>
                </a:solidFill>
                <a:latin typeface="Arial" charset="0"/>
              </a:defRPr>
            </a:lvl4pPr>
            <a:lvl5pPr algn="ctr" defTabSz="957263" rtl="0" fontAlgn="base">
              <a:spcBef>
                <a:spcPct val="0"/>
              </a:spcBef>
              <a:spcAft>
                <a:spcPct val="0"/>
              </a:spcAft>
              <a:defRPr sz="2900" b="1">
                <a:solidFill>
                  <a:schemeClr val="bg1"/>
                </a:solidFill>
                <a:latin typeface="Arial" charset="0"/>
              </a:defRPr>
            </a:lvl5pPr>
            <a:lvl6pPr marL="457200" algn="ctr" defTabSz="957263" rtl="0" eaLnBrk="1" fontAlgn="base" hangingPunct="1">
              <a:spcBef>
                <a:spcPct val="0"/>
              </a:spcBef>
              <a:spcAft>
                <a:spcPct val="0"/>
              </a:spcAft>
              <a:defRPr sz="2900" b="1">
                <a:solidFill>
                  <a:schemeClr val="bg1"/>
                </a:solidFill>
                <a:latin typeface="Arial" charset="0"/>
              </a:defRPr>
            </a:lvl6pPr>
            <a:lvl7pPr marL="914400" algn="ctr" defTabSz="957263" rtl="0" eaLnBrk="1" fontAlgn="base" hangingPunct="1">
              <a:spcBef>
                <a:spcPct val="0"/>
              </a:spcBef>
              <a:spcAft>
                <a:spcPct val="0"/>
              </a:spcAft>
              <a:defRPr sz="2900" b="1">
                <a:solidFill>
                  <a:schemeClr val="bg1"/>
                </a:solidFill>
                <a:latin typeface="Arial" charset="0"/>
              </a:defRPr>
            </a:lvl7pPr>
            <a:lvl8pPr marL="1371600" algn="ctr" defTabSz="957263" rtl="0" eaLnBrk="1" fontAlgn="base" hangingPunct="1">
              <a:spcBef>
                <a:spcPct val="0"/>
              </a:spcBef>
              <a:spcAft>
                <a:spcPct val="0"/>
              </a:spcAft>
              <a:defRPr sz="2900" b="1">
                <a:solidFill>
                  <a:schemeClr val="bg1"/>
                </a:solidFill>
                <a:latin typeface="Arial" charset="0"/>
              </a:defRPr>
            </a:lvl8pPr>
            <a:lvl9pPr marL="1828800" algn="ctr" defTabSz="957263" rtl="0" eaLnBrk="1" fontAlgn="base" hangingPunct="1">
              <a:spcBef>
                <a:spcPct val="0"/>
              </a:spcBef>
              <a:spcAft>
                <a:spcPct val="0"/>
              </a:spcAft>
              <a:defRPr sz="2900" b="1">
                <a:solidFill>
                  <a:schemeClr val="bg1"/>
                </a:solidFill>
                <a:latin typeface="Arial" charset="0"/>
              </a:defRPr>
            </a:lvl9pPr>
          </a:lstStyle>
          <a:p>
            <a:r>
              <a:rPr lang="es-ES" sz="1800" dirty="0">
                <a:solidFill>
                  <a:schemeClr val="bg2">
                    <a:lumMod val="50000"/>
                  </a:schemeClr>
                </a:solidFill>
              </a:rPr>
              <a:t>Uso de clases internas</a:t>
            </a:r>
          </a:p>
        </p:txBody>
      </p:sp>
      <p:sp>
        <p:nvSpPr>
          <p:cNvPr id="14" name="1 Título"/>
          <p:cNvSpPr txBox="1">
            <a:spLocks/>
          </p:cNvSpPr>
          <p:nvPr/>
        </p:nvSpPr>
        <p:spPr bwMode="white">
          <a:xfrm>
            <a:off x="2133328" y="5696099"/>
            <a:ext cx="4680521" cy="469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ctr" anchorCtr="0" compatLnSpc="1">
            <a:prstTxWarp prst="textNoShape">
              <a:avLst/>
            </a:prstTxWarp>
          </a:bodyPr>
          <a:lstStyle>
            <a:lvl1pPr algn="ctr" defTabSz="957263" rtl="0" fontAlgn="base">
              <a:spcBef>
                <a:spcPct val="0"/>
              </a:spcBef>
              <a:spcAft>
                <a:spcPct val="0"/>
              </a:spcAft>
              <a:defRPr sz="2900" b="1">
                <a:solidFill>
                  <a:schemeClr val="bg1"/>
                </a:solidFill>
                <a:latin typeface="+mj-lt"/>
                <a:ea typeface="+mj-ea"/>
                <a:cs typeface="+mj-cs"/>
              </a:defRPr>
            </a:lvl1pPr>
            <a:lvl2pPr algn="ctr" defTabSz="957263" rtl="0" fontAlgn="base">
              <a:spcBef>
                <a:spcPct val="0"/>
              </a:spcBef>
              <a:spcAft>
                <a:spcPct val="0"/>
              </a:spcAft>
              <a:defRPr sz="2900" b="1">
                <a:solidFill>
                  <a:schemeClr val="bg1"/>
                </a:solidFill>
                <a:latin typeface="Arial" charset="0"/>
              </a:defRPr>
            </a:lvl2pPr>
            <a:lvl3pPr algn="ctr" defTabSz="957263" rtl="0" fontAlgn="base">
              <a:spcBef>
                <a:spcPct val="0"/>
              </a:spcBef>
              <a:spcAft>
                <a:spcPct val="0"/>
              </a:spcAft>
              <a:defRPr sz="2900" b="1">
                <a:solidFill>
                  <a:schemeClr val="bg1"/>
                </a:solidFill>
                <a:latin typeface="Arial" charset="0"/>
              </a:defRPr>
            </a:lvl3pPr>
            <a:lvl4pPr algn="ctr" defTabSz="957263" rtl="0" fontAlgn="base">
              <a:spcBef>
                <a:spcPct val="0"/>
              </a:spcBef>
              <a:spcAft>
                <a:spcPct val="0"/>
              </a:spcAft>
              <a:defRPr sz="2900" b="1">
                <a:solidFill>
                  <a:schemeClr val="bg1"/>
                </a:solidFill>
                <a:latin typeface="Arial" charset="0"/>
              </a:defRPr>
            </a:lvl4pPr>
            <a:lvl5pPr algn="ctr" defTabSz="957263" rtl="0" fontAlgn="base">
              <a:spcBef>
                <a:spcPct val="0"/>
              </a:spcBef>
              <a:spcAft>
                <a:spcPct val="0"/>
              </a:spcAft>
              <a:defRPr sz="2900" b="1">
                <a:solidFill>
                  <a:schemeClr val="bg1"/>
                </a:solidFill>
                <a:latin typeface="Arial" charset="0"/>
              </a:defRPr>
            </a:lvl5pPr>
            <a:lvl6pPr marL="457200" algn="ctr" defTabSz="957263" rtl="0" eaLnBrk="1" fontAlgn="base" hangingPunct="1">
              <a:spcBef>
                <a:spcPct val="0"/>
              </a:spcBef>
              <a:spcAft>
                <a:spcPct val="0"/>
              </a:spcAft>
              <a:defRPr sz="2900" b="1">
                <a:solidFill>
                  <a:schemeClr val="bg1"/>
                </a:solidFill>
                <a:latin typeface="Arial" charset="0"/>
              </a:defRPr>
            </a:lvl6pPr>
            <a:lvl7pPr marL="914400" algn="ctr" defTabSz="957263" rtl="0" eaLnBrk="1" fontAlgn="base" hangingPunct="1">
              <a:spcBef>
                <a:spcPct val="0"/>
              </a:spcBef>
              <a:spcAft>
                <a:spcPct val="0"/>
              </a:spcAft>
              <a:defRPr sz="2900" b="1">
                <a:solidFill>
                  <a:schemeClr val="bg1"/>
                </a:solidFill>
                <a:latin typeface="Arial" charset="0"/>
              </a:defRPr>
            </a:lvl7pPr>
            <a:lvl8pPr marL="1371600" algn="ctr" defTabSz="957263" rtl="0" eaLnBrk="1" fontAlgn="base" hangingPunct="1">
              <a:spcBef>
                <a:spcPct val="0"/>
              </a:spcBef>
              <a:spcAft>
                <a:spcPct val="0"/>
              </a:spcAft>
              <a:defRPr sz="2900" b="1">
                <a:solidFill>
                  <a:schemeClr val="bg1"/>
                </a:solidFill>
                <a:latin typeface="Arial" charset="0"/>
              </a:defRPr>
            </a:lvl8pPr>
            <a:lvl9pPr marL="1828800" algn="ctr" defTabSz="957263" rtl="0" eaLnBrk="1" fontAlgn="base" hangingPunct="1">
              <a:spcBef>
                <a:spcPct val="0"/>
              </a:spcBef>
              <a:spcAft>
                <a:spcPct val="0"/>
              </a:spcAft>
              <a:defRPr sz="2900" b="1">
                <a:solidFill>
                  <a:schemeClr val="bg1"/>
                </a:solidFill>
                <a:latin typeface="Arial" charset="0"/>
              </a:defRPr>
            </a:lvl9pPr>
          </a:lstStyle>
          <a:p>
            <a:r>
              <a:rPr lang="es-ES" sz="1800" dirty="0" err="1">
                <a:solidFill>
                  <a:srgbClr val="0070C0"/>
                </a:solidFill>
                <a:latin typeface="+mn-lt"/>
              </a:rPr>
              <a:t>ClaseContenedora.ClaseInterna</a:t>
            </a:r>
            <a:endParaRPr lang="es-ES" sz="1800" dirty="0">
              <a:solidFill>
                <a:srgbClr val="0070C0"/>
              </a:solidFill>
              <a:latin typeface="+mn-lt"/>
            </a:endParaRPr>
          </a:p>
        </p:txBody>
      </p:sp>
      <p:sp>
        <p:nvSpPr>
          <p:cNvPr id="15" name="1 Título"/>
          <p:cNvSpPr txBox="1">
            <a:spLocks/>
          </p:cNvSpPr>
          <p:nvPr/>
        </p:nvSpPr>
        <p:spPr bwMode="white">
          <a:xfrm>
            <a:off x="2123728" y="6021288"/>
            <a:ext cx="4680521"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ctr" anchorCtr="0" compatLnSpc="1">
            <a:prstTxWarp prst="textNoShape">
              <a:avLst/>
            </a:prstTxWarp>
          </a:bodyPr>
          <a:lstStyle>
            <a:lvl1pPr algn="ctr" defTabSz="957263" rtl="0" fontAlgn="base">
              <a:spcBef>
                <a:spcPct val="0"/>
              </a:spcBef>
              <a:spcAft>
                <a:spcPct val="0"/>
              </a:spcAft>
              <a:defRPr sz="2900" b="1">
                <a:solidFill>
                  <a:schemeClr val="bg1"/>
                </a:solidFill>
                <a:latin typeface="+mj-lt"/>
                <a:ea typeface="+mj-ea"/>
                <a:cs typeface="+mj-cs"/>
              </a:defRPr>
            </a:lvl1pPr>
            <a:lvl2pPr algn="ctr" defTabSz="957263" rtl="0" fontAlgn="base">
              <a:spcBef>
                <a:spcPct val="0"/>
              </a:spcBef>
              <a:spcAft>
                <a:spcPct val="0"/>
              </a:spcAft>
              <a:defRPr sz="2900" b="1">
                <a:solidFill>
                  <a:schemeClr val="bg1"/>
                </a:solidFill>
                <a:latin typeface="Arial" charset="0"/>
              </a:defRPr>
            </a:lvl2pPr>
            <a:lvl3pPr algn="ctr" defTabSz="957263" rtl="0" fontAlgn="base">
              <a:spcBef>
                <a:spcPct val="0"/>
              </a:spcBef>
              <a:spcAft>
                <a:spcPct val="0"/>
              </a:spcAft>
              <a:defRPr sz="2900" b="1">
                <a:solidFill>
                  <a:schemeClr val="bg1"/>
                </a:solidFill>
                <a:latin typeface="Arial" charset="0"/>
              </a:defRPr>
            </a:lvl3pPr>
            <a:lvl4pPr algn="ctr" defTabSz="957263" rtl="0" fontAlgn="base">
              <a:spcBef>
                <a:spcPct val="0"/>
              </a:spcBef>
              <a:spcAft>
                <a:spcPct val="0"/>
              </a:spcAft>
              <a:defRPr sz="2900" b="1">
                <a:solidFill>
                  <a:schemeClr val="bg1"/>
                </a:solidFill>
                <a:latin typeface="Arial" charset="0"/>
              </a:defRPr>
            </a:lvl4pPr>
            <a:lvl5pPr algn="ctr" defTabSz="957263" rtl="0" fontAlgn="base">
              <a:spcBef>
                <a:spcPct val="0"/>
              </a:spcBef>
              <a:spcAft>
                <a:spcPct val="0"/>
              </a:spcAft>
              <a:defRPr sz="2900" b="1">
                <a:solidFill>
                  <a:schemeClr val="bg1"/>
                </a:solidFill>
                <a:latin typeface="Arial" charset="0"/>
              </a:defRPr>
            </a:lvl5pPr>
            <a:lvl6pPr marL="457200" algn="ctr" defTabSz="957263" rtl="0" eaLnBrk="1" fontAlgn="base" hangingPunct="1">
              <a:spcBef>
                <a:spcPct val="0"/>
              </a:spcBef>
              <a:spcAft>
                <a:spcPct val="0"/>
              </a:spcAft>
              <a:defRPr sz="2900" b="1">
                <a:solidFill>
                  <a:schemeClr val="bg1"/>
                </a:solidFill>
                <a:latin typeface="Arial" charset="0"/>
              </a:defRPr>
            </a:lvl6pPr>
            <a:lvl7pPr marL="914400" algn="ctr" defTabSz="957263" rtl="0" eaLnBrk="1" fontAlgn="base" hangingPunct="1">
              <a:spcBef>
                <a:spcPct val="0"/>
              </a:spcBef>
              <a:spcAft>
                <a:spcPct val="0"/>
              </a:spcAft>
              <a:defRPr sz="2900" b="1">
                <a:solidFill>
                  <a:schemeClr val="bg1"/>
                </a:solidFill>
                <a:latin typeface="Arial" charset="0"/>
              </a:defRPr>
            </a:lvl7pPr>
            <a:lvl8pPr marL="1371600" algn="ctr" defTabSz="957263" rtl="0" eaLnBrk="1" fontAlgn="base" hangingPunct="1">
              <a:spcBef>
                <a:spcPct val="0"/>
              </a:spcBef>
              <a:spcAft>
                <a:spcPct val="0"/>
              </a:spcAft>
              <a:defRPr sz="2900" b="1">
                <a:solidFill>
                  <a:schemeClr val="bg1"/>
                </a:solidFill>
                <a:latin typeface="Arial" charset="0"/>
              </a:defRPr>
            </a:lvl8pPr>
            <a:lvl9pPr marL="1828800" algn="ctr" defTabSz="957263" rtl="0" eaLnBrk="1" fontAlgn="base" hangingPunct="1">
              <a:spcBef>
                <a:spcPct val="0"/>
              </a:spcBef>
              <a:spcAft>
                <a:spcPct val="0"/>
              </a:spcAft>
              <a:defRPr sz="2900" b="1">
                <a:solidFill>
                  <a:schemeClr val="bg1"/>
                </a:solidFill>
                <a:latin typeface="Arial" charset="0"/>
              </a:defRPr>
            </a:lvl9pPr>
          </a:lstStyle>
          <a:p>
            <a:r>
              <a:rPr lang="es-ES" sz="1800" b="0" i="1" dirty="0" err="1">
                <a:solidFill>
                  <a:srgbClr val="0070C0"/>
                </a:solidFill>
                <a:latin typeface="+mn-lt"/>
              </a:rPr>
              <a:t>Persona.Saludadora</a:t>
            </a:r>
            <a:endParaRPr lang="es-ES" sz="1800" b="0" i="1" dirty="0">
              <a:solidFill>
                <a:srgbClr val="0070C0"/>
              </a:solidFill>
              <a:latin typeface="+mn-lt"/>
            </a:endParaRPr>
          </a:p>
        </p:txBody>
      </p:sp>
      <p:sp>
        <p:nvSpPr>
          <p:cNvPr id="17" name="23 Multiplicar"/>
          <p:cNvSpPr/>
          <p:nvPr/>
        </p:nvSpPr>
        <p:spPr bwMode="auto">
          <a:xfrm>
            <a:off x="1547664" y="2907123"/>
            <a:ext cx="622672" cy="540097"/>
          </a:xfrm>
          <a:prstGeom prst="mathMultiply">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3086664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xEl>
                                              <p:pRg st="12" end="1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xEl>
                                              <p:pRg st="16" end="1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7">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7">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7">
                                            <p:txEl>
                                              <p:pRg st="6" end="6"/>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53" presetClass="entr" presetSubtype="16"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anim calcmode="lin" valueType="num">
                                      <p:cBhvr>
                                        <p:cTn id="39" dur="500" fill="hold"/>
                                        <p:tgtEl>
                                          <p:spTgt spid="17"/>
                                        </p:tgtEl>
                                        <p:attrNameLst>
                                          <p:attrName>ppt_w</p:attrName>
                                        </p:attrNameLst>
                                      </p:cBhvr>
                                      <p:tavLst>
                                        <p:tav tm="0">
                                          <p:val>
                                            <p:fltVal val="0"/>
                                          </p:val>
                                        </p:tav>
                                        <p:tav tm="100000">
                                          <p:val>
                                            <p:strVal val="#ppt_w"/>
                                          </p:val>
                                        </p:tav>
                                      </p:tavLst>
                                    </p:anim>
                                    <p:anim calcmode="lin" valueType="num">
                                      <p:cBhvr>
                                        <p:cTn id="40" dur="500" fill="hold"/>
                                        <p:tgtEl>
                                          <p:spTgt spid="17"/>
                                        </p:tgtEl>
                                        <p:attrNameLst>
                                          <p:attrName>ppt_h</p:attrName>
                                        </p:attrNameLst>
                                      </p:cBhvr>
                                      <p:tavLst>
                                        <p:tav tm="0">
                                          <p:val>
                                            <p:fltVal val="0"/>
                                          </p:val>
                                        </p:tav>
                                        <p:tav tm="100000">
                                          <p:val>
                                            <p:strVal val="#ppt_h"/>
                                          </p:val>
                                        </p:tav>
                                      </p:tavLst>
                                    </p:anim>
                                    <p:animEffect transition="in" filter="fade">
                                      <p:cBhvr>
                                        <p:cTn id="41" dur="500"/>
                                        <p:tgtEl>
                                          <p:spTgt spid="17"/>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27">
                                            <p:txEl>
                                              <p:pRg st="9" end="9"/>
                                            </p:txEl>
                                          </p:spTgt>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2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uiExpand="1" build="p"/>
      <p:bldP spid="14" grpId="0" uiExpand="1"/>
      <p:bldP spid="15" grpId="0" uiExpand="1"/>
      <p:bldP spid="17" grpId="0" uiExpand="1"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Rectángulo"/>
          <p:cNvSpPr/>
          <p:nvPr/>
        </p:nvSpPr>
        <p:spPr bwMode="auto">
          <a:xfrm>
            <a:off x="1331640" y="764704"/>
            <a:ext cx="6552728" cy="5785228"/>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 name="1 Título"/>
          <p:cNvSpPr>
            <a:spLocks noGrp="1"/>
          </p:cNvSpPr>
          <p:nvPr>
            <p:ph type="title"/>
          </p:nvPr>
        </p:nvSpPr>
        <p:spPr>
          <a:xfrm>
            <a:off x="542924" y="53975"/>
            <a:ext cx="7989515" cy="563563"/>
          </a:xfrm>
        </p:spPr>
        <p:txBody>
          <a:bodyPr/>
          <a:lstStyle/>
          <a:p>
            <a:r>
              <a:rPr lang="es-ES" dirty="0"/>
              <a:t>Clases internas locales</a:t>
            </a:r>
          </a:p>
        </p:txBody>
      </p:sp>
      <p:sp>
        <p:nvSpPr>
          <p:cNvPr id="27" name="Rectangle 3"/>
          <p:cNvSpPr txBox="1">
            <a:spLocks noChangeArrowheads="1"/>
          </p:cNvSpPr>
          <p:nvPr/>
        </p:nvSpPr>
        <p:spPr bwMode="auto">
          <a:xfrm>
            <a:off x="1619672" y="861300"/>
            <a:ext cx="5184576" cy="543227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300" kern="0" dirty="0">
                <a:solidFill>
                  <a:schemeClr val="bg1">
                    <a:lumMod val="50000"/>
                  </a:schemeClr>
                </a:solidFill>
                <a:latin typeface="+mj-lt"/>
                <a:ea typeface="Adobe Fan Heiti Std B" pitchFamily="34" charset="-128"/>
              </a:rPr>
              <a:t>public class </a:t>
            </a:r>
            <a:r>
              <a:rPr lang="en-US" sz="1300" kern="0" dirty="0">
                <a:solidFill>
                  <a:srgbClr val="0070C0"/>
                </a:solidFill>
                <a:latin typeface="+mj-lt"/>
                <a:ea typeface="Adobe Fan Heiti Std B" pitchFamily="34" charset="-128"/>
              </a:rPr>
              <a:t>Persona {</a:t>
            </a:r>
          </a:p>
          <a:p>
            <a:pPr marL="0" indent="0">
              <a:buNone/>
            </a:pPr>
            <a:r>
              <a:rPr lang="en-US" sz="1300" b="0" kern="0" dirty="0">
                <a:solidFill>
                  <a:srgbClr val="0070C0"/>
                </a:solidFill>
                <a:latin typeface="+mj-lt"/>
                <a:ea typeface="Adobe Fan Heiti Std B" pitchFamily="34" charset="-128"/>
              </a:rPr>
              <a:t>    String </a:t>
            </a:r>
            <a:r>
              <a:rPr lang="en-US" sz="1300" b="0" kern="0" dirty="0" err="1">
                <a:solidFill>
                  <a:srgbClr val="000000"/>
                </a:solidFill>
                <a:latin typeface="+mj-lt"/>
                <a:ea typeface="Adobe Fan Heiti Std B" pitchFamily="34" charset="-128"/>
              </a:rPr>
              <a:t>nombre</a:t>
            </a:r>
            <a:r>
              <a:rPr lang="en-US" sz="1300" b="0" kern="0" dirty="0">
                <a:solidFill>
                  <a:srgbClr val="000000"/>
                </a:solidFill>
                <a:latin typeface="+mj-lt"/>
                <a:ea typeface="Adobe Fan Heiti Std B" pitchFamily="34" charset="-128"/>
              </a:rPr>
              <a:t>; </a:t>
            </a:r>
          </a:p>
          <a:p>
            <a:pPr marL="0" indent="0">
              <a:buNone/>
            </a:pPr>
            <a:endParaRPr lang="en-US" sz="1300" kern="0" dirty="0">
              <a:solidFill>
                <a:schemeClr val="bg1">
                  <a:lumMod val="50000"/>
                </a:schemeClr>
              </a:solidFill>
              <a:latin typeface="+mj-lt"/>
              <a:ea typeface="Adobe Fan Heiti Std B" pitchFamily="34" charset="-128"/>
            </a:endParaRPr>
          </a:p>
          <a:p>
            <a:pPr marL="0" indent="0">
              <a:buNone/>
            </a:pPr>
            <a:r>
              <a:rPr lang="en-US" sz="1300" kern="0" dirty="0">
                <a:solidFill>
                  <a:schemeClr val="bg1">
                    <a:lumMod val="50000"/>
                  </a:schemeClr>
                </a:solidFill>
                <a:latin typeface="+mj-lt"/>
                <a:ea typeface="Adobe Fan Heiti Std B" pitchFamily="34" charset="-128"/>
              </a:rPr>
              <a:t>    </a:t>
            </a:r>
            <a:r>
              <a:rPr lang="en-US" sz="1300" b="0" kern="0" dirty="0">
                <a:solidFill>
                  <a:schemeClr val="bg1">
                    <a:lumMod val="50000"/>
                  </a:schemeClr>
                </a:solidFill>
                <a:latin typeface="+mj-lt"/>
                <a:ea typeface="Adobe Fan Heiti Std B" pitchFamily="34" charset="-128"/>
              </a:rPr>
              <a:t>public </a:t>
            </a:r>
            <a:r>
              <a:rPr lang="en-US" sz="1300" b="0" kern="0" dirty="0">
                <a:solidFill>
                  <a:srgbClr val="FF0000"/>
                </a:solidFill>
                <a:latin typeface="+mj-lt"/>
                <a:ea typeface="Adobe Fan Heiti Std B" pitchFamily="34" charset="-128"/>
              </a:rPr>
              <a:t>Persona(</a:t>
            </a:r>
            <a:r>
              <a:rPr lang="en-US" sz="1300" b="0" kern="0" dirty="0">
                <a:solidFill>
                  <a:srgbClr val="0070C0"/>
                </a:solidFill>
                <a:latin typeface="+mj-lt"/>
                <a:ea typeface="Adobe Fan Heiti Std B" pitchFamily="34" charset="-128"/>
              </a:rPr>
              <a:t>String </a:t>
            </a:r>
            <a:r>
              <a:rPr lang="en-US" sz="1300" b="0" kern="0" dirty="0">
                <a:solidFill>
                  <a:srgbClr val="000000"/>
                </a:solidFill>
                <a:latin typeface="+mj-lt"/>
                <a:ea typeface="Adobe Fan Heiti Std B" pitchFamily="34" charset="-128"/>
              </a:rPr>
              <a:t>nom</a:t>
            </a:r>
            <a:r>
              <a:rPr lang="en-US" sz="1300" b="0" kern="0" dirty="0">
                <a:solidFill>
                  <a:srgbClr val="FF0000"/>
                </a:solidFill>
                <a:latin typeface="+mj-lt"/>
                <a:ea typeface="Adobe Fan Heiti Std B" pitchFamily="34" charset="-128"/>
              </a:rPr>
              <a:t>)</a:t>
            </a:r>
            <a:r>
              <a:rPr lang="en-US" sz="1300" b="0" kern="0" dirty="0">
                <a:solidFill>
                  <a:schemeClr val="bg1">
                    <a:lumMod val="50000"/>
                  </a:schemeClr>
                </a:solidFill>
                <a:latin typeface="+mj-lt"/>
                <a:ea typeface="Adobe Fan Heiti Std B" pitchFamily="34" charset="-128"/>
              </a:rPr>
              <a:t> {</a:t>
            </a:r>
          </a:p>
          <a:p>
            <a:pPr marL="0" indent="0">
              <a:buNone/>
            </a:pPr>
            <a:r>
              <a:rPr lang="en-US" sz="1300" b="0" kern="0" dirty="0">
                <a:solidFill>
                  <a:srgbClr val="000000"/>
                </a:solidFill>
                <a:latin typeface="+mj-lt"/>
                <a:ea typeface="Adobe Fan Heiti Std B" pitchFamily="34" charset="-128"/>
              </a:rPr>
              <a:t>          </a:t>
            </a:r>
            <a:r>
              <a:rPr lang="en-US" sz="1300" b="0" kern="0" dirty="0" err="1">
                <a:solidFill>
                  <a:srgbClr val="000000"/>
                </a:solidFill>
                <a:latin typeface="+mj-lt"/>
                <a:ea typeface="Adobe Fan Heiti Std B" pitchFamily="34" charset="-128"/>
              </a:rPr>
              <a:t>nombre</a:t>
            </a:r>
            <a:r>
              <a:rPr lang="en-US" sz="1300" b="0" kern="0" dirty="0">
                <a:solidFill>
                  <a:srgbClr val="000000"/>
                </a:solidFill>
                <a:latin typeface="+mj-lt"/>
                <a:ea typeface="Adobe Fan Heiti Std B" pitchFamily="34" charset="-128"/>
              </a:rPr>
              <a:t> = nom; </a:t>
            </a:r>
            <a:r>
              <a:rPr lang="en-US" sz="1300" kern="0" dirty="0">
                <a:solidFill>
                  <a:schemeClr val="bg1">
                    <a:lumMod val="50000"/>
                  </a:schemeClr>
                </a:solidFill>
                <a:latin typeface="+mj-lt"/>
                <a:ea typeface="Adobe Fan Heiti Std B" pitchFamily="34" charset="-128"/>
              </a:rPr>
              <a:t>    </a:t>
            </a:r>
          </a:p>
          <a:p>
            <a:pPr marL="0" indent="0">
              <a:buNone/>
            </a:pPr>
            <a:r>
              <a:rPr lang="en-US" sz="1300" kern="0" dirty="0">
                <a:solidFill>
                  <a:schemeClr val="bg1">
                    <a:lumMod val="50000"/>
                  </a:schemeClr>
                </a:solidFill>
                <a:latin typeface="+mj-lt"/>
                <a:ea typeface="Adobe Fan Heiti Std B" pitchFamily="34" charset="-128"/>
              </a:rPr>
              <a:t>    </a:t>
            </a:r>
            <a:r>
              <a:rPr lang="en-US" sz="1300" b="0" kern="0" dirty="0">
                <a:solidFill>
                  <a:schemeClr val="bg1">
                    <a:lumMod val="50000"/>
                  </a:schemeClr>
                </a:solidFill>
                <a:latin typeface="+mj-lt"/>
                <a:ea typeface="Adobe Fan Heiti Std B" pitchFamily="34" charset="-128"/>
              </a:rPr>
              <a:t>}</a:t>
            </a:r>
          </a:p>
          <a:p>
            <a:pPr marL="0" indent="0">
              <a:buNone/>
            </a:pPr>
            <a:endParaRPr lang="en-US" sz="1300" kern="0" dirty="0">
              <a:solidFill>
                <a:schemeClr val="bg1">
                  <a:lumMod val="50000"/>
                </a:schemeClr>
              </a:solidFill>
              <a:latin typeface="+mj-lt"/>
              <a:ea typeface="Adobe Fan Heiti Std B" pitchFamily="34" charset="-128"/>
            </a:endParaRPr>
          </a:p>
          <a:p>
            <a:pPr marL="0" indent="0">
              <a:buNone/>
            </a:pPr>
            <a:r>
              <a:rPr lang="en-US" sz="1300" kern="0" dirty="0">
                <a:solidFill>
                  <a:schemeClr val="bg1">
                    <a:lumMod val="50000"/>
                  </a:schemeClr>
                </a:solidFill>
                <a:ea typeface="Adobe Fan Heiti Std B" pitchFamily="34" charset="-128"/>
              </a:rPr>
              <a:t>   </a:t>
            </a:r>
            <a:r>
              <a:rPr lang="en-US" sz="1300" b="0" kern="0" dirty="0">
                <a:solidFill>
                  <a:schemeClr val="bg1">
                    <a:lumMod val="50000"/>
                  </a:schemeClr>
                </a:solidFill>
                <a:ea typeface="Adobe Fan Heiti Std B" pitchFamily="34" charset="-128"/>
              </a:rPr>
              <a:t>public </a:t>
            </a:r>
            <a:r>
              <a:rPr lang="en-US" sz="1300" b="0" kern="0" dirty="0">
                <a:solidFill>
                  <a:srgbClr val="0070C0"/>
                </a:solidFill>
                <a:ea typeface="Adobe Fan Heiti Std B" pitchFamily="34" charset="-128"/>
              </a:rPr>
              <a:t>void</a:t>
            </a:r>
            <a:r>
              <a:rPr lang="en-US" sz="1300" b="0" kern="0" dirty="0">
                <a:solidFill>
                  <a:schemeClr val="bg1">
                    <a:lumMod val="50000"/>
                  </a:schemeClr>
                </a:solidFill>
                <a:ea typeface="Adobe Fan Heiti Std B" pitchFamily="34" charset="-128"/>
              </a:rPr>
              <a:t> </a:t>
            </a:r>
            <a:r>
              <a:rPr lang="en-US" sz="1300" b="0" kern="0" dirty="0" err="1">
                <a:solidFill>
                  <a:srgbClr val="FF0000"/>
                </a:solidFill>
                <a:ea typeface="Adobe Fan Heiti Std B" pitchFamily="34" charset="-128"/>
              </a:rPr>
              <a:t>diHola</a:t>
            </a:r>
            <a:r>
              <a:rPr lang="en-US" sz="1300" b="0" kern="0" dirty="0">
                <a:solidFill>
                  <a:srgbClr val="FF0000"/>
                </a:solidFill>
                <a:ea typeface="Adobe Fan Heiti Std B" pitchFamily="34" charset="-128"/>
              </a:rPr>
              <a:t>()</a:t>
            </a:r>
            <a:r>
              <a:rPr lang="en-US" sz="1300" b="0" kern="0" dirty="0">
                <a:solidFill>
                  <a:schemeClr val="bg1">
                    <a:lumMod val="50000"/>
                  </a:schemeClr>
                </a:solidFill>
                <a:ea typeface="Adobe Fan Heiti Std B" pitchFamily="34" charset="-128"/>
              </a:rPr>
              <a:t> {</a:t>
            </a:r>
          </a:p>
          <a:p>
            <a:pPr marL="0" indent="0">
              <a:buNone/>
            </a:pPr>
            <a:endParaRPr lang="en-US" sz="1300" kern="0" dirty="0">
              <a:solidFill>
                <a:schemeClr val="bg1">
                  <a:lumMod val="50000"/>
                </a:schemeClr>
              </a:solidFill>
              <a:latin typeface="+mj-lt"/>
              <a:ea typeface="Adobe Fan Heiti Std B" pitchFamily="34" charset="-128"/>
            </a:endParaRPr>
          </a:p>
          <a:p>
            <a:pPr marL="0" indent="0">
              <a:buNone/>
            </a:pPr>
            <a:endParaRPr lang="en-US" sz="1300" kern="0" dirty="0">
              <a:solidFill>
                <a:schemeClr val="bg1">
                  <a:lumMod val="50000"/>
                </a:schemeClr>
              </a:solidFill>
              <a:latin typeface="+mj-lt"/>
              <a:ea typeface="Adobe Fan Heiti Std B" pitchFamily="34" charset="-128"/>
            </a:endParaRPr>
          </a:p>
          <a:p>
            <a:pPr marL="0" indent="0">
              <a:buNone/>
            </a:pPr>
            <a:endParaRPr lang="en-US" sz="1300" kern="0" dirty="0">
              <a:solidFill>
                <a:schemeClr val="bg1">
                  <a:lumMod val="50000"/>
                </a:schemeClr>
              </a:solidFill>
              <a:latin typeface="+mj-lt"/>
              <a:ea typeface="Adobe Fan Heiti Std B" pitchFamily="34" charset="-128"/>
            </a:endParaRPr>
          </a:p>
          <a:p>
            <a:pPr marL="0" indent="0">
              <a:buNone/>
            </a:pPr>
            <a:endParaRPr lang="en-US" sz="1300" kern="0" dirty="0">
              <a:solidFill>
                <a:schemeClr val="bg1">
                  <a:lumMod val="50000"/>
                </a:schemeClr>
              </a:solidFill>
              <a:latin typeface="+mj-lt"/>
              <a:ea typeface="Adobe Fan Heiti Std B" pitchFamily="34" charset="-128"/>
            </a:endParaRPr>
          </a:p>
          <a:p>
            <a:pPr marL="0" indent="0">
              <a:buNone/>
            </a:pPr>
            <a:endParaRPr lang="en-US" sz="1300" kern="0" dirty="0">
              <a:solidFill>
                <a:schemeClr val="bg1">
                  <a:lumMod val="50000"/>
                </a:schemeClr>
              </a:solidFill>
              <a:latin typeface="+mj-lt"/>
              <a:ea typeface="Adobe Fan Heiti Std B" pitchFamily="34" charset="-128"/>
            </a:endParaRPr>
          </a:p>
          <a:p>
            <a:pPr marL="0" indent="0">
              <a:buNone/>
            </a:pPr>
            <a:endParaRPr lang="en-US" sz="1300" kern="0" dirty="0">
              <a:solidFill>
                <a:schemeClr val="bg1">
                  <a:lumMod val="50000"/>
                </a:schemeClr>
              </a:solidFill>
              <a:latin typeface="+mj-lt"/>
              <a:ea typeface="Adobe Fan Heiti Std B" pitchFamily="34" charset="-128"/>
            </a:endParaRPr>
          </a:p>
          <a:p>
            <a:pPr marL="0" indent="0">
              <a:buNone/>
            </a:pPr>
            <a:endParaRPr lang="en-US" sz="1300" kern="0" dirty="0">
              <a:solidFill>
                <a:schemeClr val="bg1">
                  <a:lumMod val="50000"/>
                </a:schemeClr>
              </a:solidFill>
              <a:latin typeface="+mj-lt"/>
              <a:ea typeface="Adobe Fan Heiti Std B" pitchFamily="34" charset="-128"/>
            </a:endParaRPr>
          </a:p>
          <a:p>
            <a:pPr marL="0" indent="0">
              <a:buNone/>
            </a:pPr>
            <a:r>
              <a:rPr lang="en-US" sz="1300" kern="0" dirty="0">
                <a:solidFill>
                  <a:schemeClr val="bg1">
                    <a:lumMod val="50000"/>
                  </a:schemeClr>
                </a:solidFill>
                <a:latin typeface="+mj-lt"/>
                <a:ea typeface="Adobe Fan Heiti Std B" pitchFamily="34" charset="-128"/>
              </a:rPr>
              <a:t>    </a:t>
            </a:r>
          </a:p>
          <a:p>
            <a:pPr marL="0" indent="0">
              <a:buNone/>
            </a:pPr>
            <a:endParaRPr lang="en-US" sz="1300" kern="0" dirty="0">
              <a:solidFill>
                <a:srgbClr val="0070C0"/>
              </a:solidFill>
              <a:latin typeface="+mj-lt"/>
              <a:ea typeface="Adobe Fan Heiti Std B" pitchFamily="34" charset="-128"/>
            </a:endParaRPr>
          </a:p>
          <a:p>
            <a:pPr marL="0" indent="0">
              <a:buNone/>
            </a:pPr>
            <a:endParaRPr lang="en-US" sz="1300" kern="0" dirty="0">
              <a:solidFill>
                <a:srgbClr val="0070C0"/>
              </a:solidFill>
              <a:latin typeface="+mj-lt"/>
              <a:ea typeface="Adobe Fan Heiti Std B" pitchFamily="34" charset="-128"/>
            </a:endParaRPr>
          </a:p>
          <a:p>
            <a:pPr marL="0" indent="0">
              <a:buNone/>
            </a:pPr>
            <a:endParaRPr lang="en-US" sz="1300" kern="0" dirty="0">
              <a:solidFill>
                <a:srgbClr val="0070C0"/>
              </a:solidFill>
              <a:latin typeface="+mj-lt"/>
              <a:ea typeface="Adobe Fan Heiti Std B" pitchFamily="34" charset="-128"/>
            </a:endParaRPr>
          </a:p>
          <a:p>
            <a:pPr marL="0" indent="0">
              <a:buNone/>
            </a:pPr>
            <a:endParaRPr lang="en-US" sz="1300" kern="0" dirty="0">
              <a:solidFill>
                <a:srgbClr val="0070C0"/>
              </a:solidFill>
              <a:latin typeface="+mj-lt"/>
              <a:ea typeface="Adobe Fan Heiti Std B" pitchFamily="34" charset="-128"/>
            </a:endParaRPr>
          </a:p>
          <a:p>
            <a:pPr marL="0" indent="0">
              <a:buNone/>
            </a:pPr>
            <a:endParaRPr lang="en-US" sz="1300" kern="0" dirty="0">
              <a:solidFill>
                <a:srgbClr val="0070C0"/>
              </a:solidFill>
              <a:latin typeface="+mj-lt"/>
              <a:ea typeface="Adobe Fan Heiti Std B" pitchFamily="34" charset="-128"/>
            </a:endParaRPr>
          </a:p>
          <a:p>
            <a:pPr marL="0" indent="0">
              <a:buNone/>
            </a:pPr>
            <a:endParaRPr lang="en-US" sz="1300" kern="0" dirty="0">
              <a:solidFill>
                <a:srgbClr val="0070C0"/>
              </a:solidFill>
              <a:latin typeface="+mj-lt"/>
              <a:ea typeface="Adobe Fan Heiti Std B" pitchFamily="34" charset="-128"/>
            </a:endParaRPr>
          </a:p>
          <a:p>
            <a:pPr marL="0" indent="0">
              <a:buNone/>
            </a:pPr>
            <a:r>
              <a:rPr lang="en-US" sz="1300" kern="0" dirty="0">
                <a:solidFill>
                  <a:srgbClr val="0070C0"/>
                </a:solidFill>
                <a:latin typeface="+mj-lt"/>
                <a:ea typeface="Adobe Fan Heiti Std B" pitchFamily="34" charset="-128"/>
              </a:rPr>
              <a:t>}</a:t>
            </a:r>
          </a:p>
        </p:txBody>
      </p:sp>
      <p:sp>
        <p:nvSpPr>
          <p:cNvPr id="13" name="1 Título"/>
          <p:cNvSpPr txBox="1">
            <a:spLocks/>
          </p:cNvSpPr>
          <p:nvPr/>
        </p:nvSpPr>
        <p:spPr bwMode="white">
          <a:xfrm>
            <a:off x="5357839" y="861300"/>
            <a:ext cx="2166489"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ctr" anchorCtr="0" compatLnSpc="1">
            <a:prstTxWarp prst="textNoShape">
              <a:avLst/>
            </a:prstTxWarp>
          </a:bodyPr>
          <a:lstStyle>
            <a:lvl1pPr algn="ctr" defTabSz="957263" rtl="0" fontAlgn="base">
              <a:spcBef>
                <a:spcPct val="0"/>
              </a:spcBef>
              <a:spcAft>
                <a:spcPct val="0"/>
              </a:spcAft>
              <a:defRPr sz="2900" b="1">
                <a:solidFill>
                  <a:schemeClr val="bg1"/>
                </a:solidFill>
                <a:latin typeface="+mj-lt"/>
                <a:ea typeface="+mj-ea"/>
                <a:cs typeface="+mj-cs"/>
              </a:defRPr>
            </a:lvl1pPr>
            <a:lvl2pPr algn="ctr" defTabSz="957263" rtl="0" fontAlgn="base">
              <a:spcBef>
                <a:spcPct val="0"/>
              </a:spcBef>
              <a:spcAft>
                <a:spcPct val="0"/>
              </a:spcAft>
              <a:defRPr sz="2900" b="1">
                <a:solidFill>
                  <a:schemeClr val="bg1"/>
                </a:solidFill>
                <a:latin typeface="Arial" charset="0"/>
              </a:defRPr>
            </a:lvl2pPr>
            <a:lvl3pPr algn="ctr" defTabSz="957263" rtl="0" fontAlgn="base">
              <a:spcBef>
                <a:spcPct val="0"/>
              </a:spcBef>
              <a:spcAft>
                <a:spcPct val="0"/>
              </a:spcAft>
              <a:defRPr sz="2900" b="1">
                <a:solidFill>
                  <a:schemeClr val="bg1"/>
                </a:solidFill>
                <a:latin typeface="Arial" charset="0"/>
              </a:defRPr>
            </a:lvl3pPr>
            <a:lvl4pPr algn="ctr" defTabSz="957263" rtl="0" fontAlgn="base">
              <a:spcBef>
                <a:spcPct val="0"/>
              </a:spcBef>
              <a:spcAft>
                <a:spcPct val="0"/>
              </a:spcAft>
              <a:defRPr sz="2900" b="1">
                <a:solidFill>
                  <a:schemeClr val="bg1"/>
                </a:solidFill>
                <a:latin typeface="Arial" charset="0"/>
              </a:defRPr>
            </a:lvl4pPr>
            <a:lvl5pPr algn="ctr" defTabSz="957263" rtl="0" fontAlgn="base">
              <a:spcBef>
                <a:spcPct val="0"/>
              </a:spcBef>
              <a:spcAft>
                <a:spcPct val="0"/>
              </a:spcAft>
              <a:defRPr sz="2900" b="1">
                <a:solidFill>
                  <a:schemeClr val="bg1"/>
                </a:solidFill>
                <a:latin typeface="Arial" charset="0"/>
              </a:defRPr>
            </a:lvl5pPr>
            <a:lvl6pPr marL="457200" algn="ctr" defTabSz="957263" rtl="0" eaLnBrk="1" fontAlgn="base" hangingPunct="1">
              <a:spcBef>
                <a:spcPct val="0"/>
              </a:spcBef>
              <a:spcAft>
                <a:spcPct val="0"/>
              </a:spcAft>
              <a:defRPr sz="2900" b="1">
                <a:solidFill>
                  <a:schemeClr val="bg1"/>
                </a:solidFill>
                <a:latin typeface="Arial" charset="0"/>
              </a:defRPr>
            </a:lvl6pPr>
            <a:lvl7pPr marL="914400" algn="ctr" defTabSz="957263" rtl="0" eaLnBrk="1" fontAlgn="base" hangingPunct="1">
              <a:spcBef>
                <a:spcPct val="0"/>
              </a:spcBef>
              <a:spcAft>
                <a:spcPct val="0"/>
              </a:spcAft>
              <a:defRPr sz="2900" b="1">
                <a:solidFill>
                  <a:schemeClr val="bg1"/>
                </a:solidFill>
                <a:latin typeface="Arial" charset="0"/>
              </a:defRPr>
            </a:lvl7pPr>
            <a:lvl8pPr marL="1371600" algn="ctr" defTabSz="957263" rtl="0" eaLnBrk="1" fontAlgn="base" hangingPunct="1">
              <a:spcBef>
                <a:spcPct val="0"/>
              </a:spcBef>
              <a:spcAft>
                <a:spcPct val="0"/>
              </a:spcAft>
              <a:defRPr sz="2900" b="1">
                <a:solidFill>
                  <a:schemeClr val="bg1"/>
                </a:solidFill>
                <a:latin typeface="Arial" charset="0"/>
              </a:defRPr>
            </a:lvl8pPr>
            <a:lvl9pPr marL="1828800" algn="ctr" defTabSz="957263" rtl="0" eaLnBrk="1" fontAlgn="base" hangingPunct="1">
              <a:spcBef>
                <a:spcPct val="0"/>
              </a:spcBef>
              <a:spcAft>
                <a:spcPct val="0"/>
              </a:spcAft>
              <a:defRPr sz="2900" b="1">
                <a:solidFill>
                  <a:schemeClr val="bg1"/>
                </a:solidFill>
                <a:latin typeface="Arial" charset="0"/>
              </a:defRPr>
            </a:lvl9pPr>
          </a:lstStyle>
          <a:p>
            <a:r>
              <a:rPr lang="es-ES" sz="1800" dirty="0">
                <a:solidFill>
                  <a:srgbClr val="00B050"/>
                </a:solidFill>
              </a:rPr>
              <a:t>Clase Contenedora</a:t>
            </a:r>
          </a:p>
        </p:txBody>
      </p:sp>
      <p:grpSp>
        <p:nvGrpSpPr>
          <p:cNvPr id="8" name="7 Grupo"/>
          <p:cNvGrpSpPr/>
          <p:nvPr/>
        </p:nvGrpSpPr>
        <p:grpSpPr>
          <a:xfrm>
            <a:off x="1839640" y="3840404"/>
            <a:ext cx="5540672" cy="1822298"/>
            <a:chOff x="1839640" y="3840404"/>
            <a:chExt cx="5540672" cy="1822298"/>
          </a:xfrm>
        </p:grpSpPr>
        <p:sp>
          <p:nvSpPr>
            <p:cNvPr id="3" name="2 Rectángulo"/>
            <p:cNvSpPr/>
            <p:nvPr/>
          </p:nvSpPr>
          <p:spPr bwMode="auto">
            <a:xfrm>
              <a:off x="1852340" y="3840404"/>
              <a:ext cx="5527972" cy="1820844"/>
            </a:xfrm>
            <a:prstGeom prst="rect">
              <a:avLst/>
            </a:prstGeom>
            <a:solidFill>
              <a:srgbClr val="FFE79B"/>
            </a:solidFill>
            <a:ln w="9525" cap="flat" cmpd="sng" algn="ctr">
              <a:solidFill>
                <a:srgbClr val="FFC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4" name="1 Título"/>
            <p:cNvSpPr txBox="1">
              <a:spLocks/>
            </p:cNvSpPr>
            <p:nvPr/>
          </p:nvSpPr>
          <p:spPr bwMode="white">
            <a:xfrm>
              <a:off x="6260256" y="3900324"/>
              <a:ext cx="1048048"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ctr" anchorCtr="0" compatLnSpc="1">
              <a:prstTxWarp prst="textNoShape">
                <a:avLst/>
              </a:prstTxWarp>
            </a:bodyPr>
            <a:lstStyle>
              <a:lvl1pPr algn="ctr" defTabSz="957263" rtl="0" fontAlgn="base">
                <a:spcBef>
                  <a:spcPct val="0"/>
                </a:spcBef>
                <a:spcAft>
                  <a:spcPct val="0"/>
                </a:spcAft>
                <a:defRPr sz="2900" b="1">
                  <a:solidFill>
                    <a:schemeClr val="bg1"/>
                  </a:solidFill>
                  <a:latin typeface="+mj-lt"/>
                  <a:ea typeface="+mj-ea"/>
                  <a:cs typeface="+mj-cs"/>
                </a:defRPr>
              </a:lvl1pPr>
              <a:lvl2pPr algn="ctr" defTabSz="957263" rtl="0" fontAlgn="base">
                <a:spcBef>
                  <a:spcPct val="0"/>
                </a:spcBef>
                <a:spcAft>
                  <a:spcPct val="0"/>
                </a:spcAft>
                <a:defRPr sz="2900" b="1">
                  <a:solidFill>
                    <a:schemeClr val="bg1"/>
                  </a:solidFill>
                  <a:latin typeface="Arial" charset="0"/>
                </a:defRPr>
              </a:lvl2pPr>
              <a:lvl3pPr algn="ctr" defTabSz="957263" rtl="0" fontAlgn="base">
                <a:spcBef>
                  <a:spcPct val="0"/>
                </a:spcBef>
                <a:spcAft>
                  <a:spcPct val="0"/>
                </a:spcAft>
                <a:defRPr sz="2900" b="1">
                  <a:solidFill>
                    <a:schemeClr val="bg1"/>
                  </a:solidFill>
                  <a:latin typeface="Arial" charset="0"/>
                </a:defRPr>
              </a:lvl3pPr>
              <a:lvl4pPr algn="ctr" defTabSz="957263" rtl="0" fontAlgn="base">
                <a:spcBef>
                  <a:spcPct val="0"/>
                </a:spcBef>
                <a:spcAft>
                  <a:spcPct val="0"/>
                </a:spcAft>
                <a:defRPr sz="2900" b="1">
                  <a:solidFill>
                    <a:schemeClr val="bg1"/>
                  </a:solidFill>
                  <a:latin typeface="Arial" charset="0"/>
                </a:defRPr>
              </a:lvl4pPr>
              <a:lvl5pPr algn="ctr" defTabSz="957263" rtl="0" fontAlgn="base">
                <a:spcBef>
                  <a:spcPct val="0"/>
                </a:spcBef>
                <a:spcAft>
                  <a:spcPct val="0"/>
                </a:spcAft>
                <a:defRPr sz="2900" b="1">
                  <a:solidFill>
                    <a:schemeClr val="bg1"/>
                  </a:solidFill>
                  <a:latin typeface="Arial" charset="0"/>
                </a:defRPr>
              </a:lvl5pPr>
              <a:lvl6pPr marL="457200" algn="ctr" defTabSz="957263" rtl="0" eaLnBrk="1" fontAlgn="base" hangingPunct="1">
                <a:spcBef>
                  <a:spcPct val="0"/>
                </a:spcBef>
                <a:spcAft>
                  <a:spcPct val="0"/>
                </a:spcAft>
                <a:defRPr sz="2900" b="1">
                  <a:solidFill>
                    <a:schemeClr val="bg1"/>
                  </a:solidFill>
                  <a:latin typeface="Arial" charset="0"/>
                </a:defRPr>
              </a:lvl6pPr>
              <a:lvl7pPr marL="914400" algn="ctr" defTabSz="957263" rtl="0" eaLnBrk="1" fontAlgn="base" hangingPunct="1">
                <a:spcBef>
                  <a:spcPct val="0"/>
                </a:spcBef>
                <a:spcAft>
                  <a:spcPct val="0"/>
                </a:spcAft>
                <a:defRPr sz="2900" b="1">
                  <a:solidFill>
                    <a:schemeClr val="bg1"/>
                  </a:solidFill>
                  <a:latin typeface="Arial" charset="0"/>
                </a:defRPr>
              </a:lvl7pPr>
              <a:lvl8pPr marL="1371600" algn="ctr" defTabSz="957263" rtl="0" eaLnBrk="1" fontAlgn="base" hangingPunct="1">
                <a:spcBef>
                  <a:spcPct val="0"/>
                </a:spcBef>
                <a:spcAft>
                  <a:spcPct val="0"/>
                </a:spcAft>
                <a:defRPr sz="2900" b="1">
                  <a:solidFill>
                    <a:schemeClr val="bg1"/>
                  </a:solidFill>
                  <a:latin typeface="Arial" charset="0"/>
                </a:defRPr>
              </a:lvl8pPr>
              <a:lvl9pPr marL="1828800" algn="ctr" defTabSz="957263" rtl="0" eaLnBrk="1" fontAlgn="base" hangingPunct="1">
                <a:spcBef>
                  <a:spcPct val="0"/>
                </a:spcBef>
                <a:spcAft>
                  <a:spcPct val="0"/>
                </a:spcAft>
                <a:defRPr sz="2900" b="1">
                  <a:solidFill>
                    <a:schemeClr val="bg1"/>
                  </a:solidFill>
                  <a:latin typeface="Arial" charset="0"/>
                </a:defRPr>
              </a:lvl9pPr>
            </a:lstStyle>
            <a:p>
              <a:r>
                <a:rPr lang="es-ES" sz="1800" dirty="0">
                  <a:solidFill>
                    <a:srgbClr val="00B050"/>
                  </a:solidFill>
                </a:rPr>
                <a:t>Clase</a:t>
              </a:r>
            </a:p>
            <a:p>
              <a:r>
                <a:rPr lang="es-ES" sz="1800" dirty="0">
                  <a:solidFill>
                    <a:srgbClr val="00B050"/>
                  </a:solidFill>
                </a:rPr>
                <a:t>Interna</a:t>
              </a:r>
            </a:p>
          </p:txBody>
        </p:sp>
        <p:sp>
          <p:nvSpPr>
            <p:cNvPr id="16" name="Rectangle 3"/>
            <p:cNvSpPr txBox="1">
              <a:spLocks noChangeArrowheads="1"/>
            </p:cNvSpPr>
            <p:nvPr/>
          </p:nvSpPr>
          <p:spPr bwMode="auto">
            <a:xfrm>
              <a:off x="1839640" y="3841858"/>
              <a:ext cx="4829344" cy="1820844"/>
            </a:xfrm>
            <a:prstGeom prst="rect">
              <a:avLst/>
            </a:prstGeom>
            <a:noFill/>
            <a:ln>
              <a:noFill/>
            </a:ln>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endParaRPr lang="en-US" sz="1300" kern="0" dirty="0">
                <a:solidFill>
                  <a:srgbClr val="0070C0"/>
                </a:solidFill>
                <a:latin typeface="+mj-lt"/>
                <a:ea typeface="Adobe Fan Heiti Std B" pitchFamily="34" charset="-128"/>
              </a:endParaRPr>
            </a:p>
            <a:p>
              <a:pPr marL="0" indent="0">
                <a:buNone/>
              </a:pPr>
              <a:endParaRPr lang="en-US" sz="1300" kern="0" dirty="0">
                <a:solidFill>
                  <a:schemeClr val="bg1">
                    <a:lumMod val="50000"/>
                  </a:schemeClr>
                </a:solidFill>
                <a:latin typeface="+mj-lt"/>
                <a:ea typeface="Adobe Fan Heiti Std B" pitchFamily="34" charset="-128"/>
              </a:endParaRPr>
            </a:p>
            <a:p>
              <a:pPr marL="0" indent="0">
                <a:buNone/>
              </a:pPr>
              <a:r>
                <a:rPr lang="en-US" sz="1300" kern="0" dirty="0">
                  <a:solidFill>
                    <a:schemeClr val="bg1">
                      <a:lumMod val="50000"/>
                    </a:schemeClr>
                  </a:solidFill>
                  <a:latin typeface="+mj-lt"/>
                  <a:ea typeface="Adobe Fan Heiti Std B" pitchFamily="34" charset="-128"/>
                </a:rPr>
                <a:t>    public </a:t>
              </a:r>
              <a:r>
                <a:rPr lang="en-US" sz="1300" kern="0" dirty="0">
                  <a:solidFill>
                    <a:srgbClr val="00B0F0"/>
                  </a:solidFill>
                  <a:latin typeface="+mj-lt"/>
                  <a:ea typeface="Adobe Fan Heiti Std B" pitchFamily="34" charset="-128"/>
                </a:rPr>
                <a:t>void </a:t>
              </a:r>
              <a:r>
                <a:rPr lang="en-US" sz="1300" kern="0" dirty="0" err="1">
                  <a:solidFill>
                    <a:srgbClr val="FF0000"/>
                  </a:solidFill>
                  <a:latin typeface="+mj-lt"/>
                  <a:ea typeface="Adobe Fan Heiti Std B" pitchFamily="34" charset="-128"/>
                </a:rPr>
                <a:t>saluda</a:t>
              </a:r>
              <a:r>
                <a:rPr lang="en-US" sz="1300" kern="0" dirty="0">
                  <a:solidFill>
                    <a:srgbClr val="FF0000"/>
                  </a:solidFill>
                  <a:latin typeface="+mj-lt"/>
                  <a:ea typeface="Adobe Fan Heiti Std B" pitchFamily="34" charset="-128"/>
                </a:rPr>
                <a:t> (</a:t>
              </a:r>
              <a:r>
                <a:rPr lang="en-US" sz="1300" b="0" kern="0" dirty="0">
                  <a:solidFill>
                    <a:srgbClr val="0070C0"/>
                  </a:solidFill>
                  <a:latin typeface="+mj-lt"/>
                  <a:ea typeface="Adobe Fan Heiti Std B" pitchFamily="34" charset="-128"/>
                </a:rPr>
                <a:t>String </a:t>
              </a:r>
              <a:r>
                <a:rPr lang="en-US" sz="1300" b="0" kern="0" dirty="0" err="1">
                  <a:solidFill>
                    <a:srgbClr val="000000"/>
                  </a:solidFill>
                  <a:latin typeface="+mj-lt"/>
                  <a:ea typeface="Adobe Fan Heiti Std B" pitchFamily="34" charset="-128"/>
                </a:rPr>
                <a:t>saludo</a:t>
              </a:r>
              <a:r>
                <a:rPr lang="en-US" sz="1300" kern="0" dirty="0">
                  <a:solidFill>
                    <a:srgbClr val="FF0000"/>
                  </a:solidFill>
                  <a:latin typeface="+mj-lt"/>
                  <a:ea typeface="Adobe Fan Heiti Std B" pitchFamily="34" charset="-128"/>
                </a:rPr>
                <a:t>)</a:t>
              </a:r>
              <a:r>
                <a:rPr lang="en-US" sz="1300" kern="0" dirty="0">
                  <a:solidFill>
                    <a:schemeClr val="bg1">
                      <a:lumMod val="50000"/>
                    </a:schemeClr>
                  </a:solidFill>
                  <a:latin typeface="+mj-lt"/>
                  <a:ea typeface="Adobe Fan Heiti Std B" pitchFamily="34" charset="-128"/>
                </a:rPr>
                <a:t> {</a:t>
              </a:r>
            </a:p>
            <a:p>
              <a:pPr marL="0" indent="0">
                <a:buNone/>
              </a:pPr>
              <a:r>
                <a:rPr lang="en-US" sz="1300" b="0" kern="0" dirty="0">
                  <a:solidFill>
                    <a:srgbClr val="0070C0"/>
                  </a:solidFill>
                  <a:latin typeface="+mj-lt"/>
                  <a:ea typeface="Adobe Fan Heiti Std B" pitchFamily="34" charset="-128"/>
                </a:rPr>
                <a:t>            </a:t>
              </a:r>
              <a:r>
                <a:rPr lang="en-US" sz="1300" b="0" kern="0" dirty="0" err="1">
                  <a:solidFill>
                    <a:srgbClr val="000000"/>
                  </a:solidFill>
                  <a:ea typeface="Adobe Fan Heiti Std B" pitchFamily="34" charset="-128"/>
                </a:rPr>
                <a:t>System.out.</a:t>
              </a:r>
              <a:r>
                <a:rPr lang="en-US" sz="1300" b="0" kern="0" dirty="0" err="1">
                  <a:solidFill>
                    <a:srgbClr val="FF0000"/>
                  </a:solidFill>
                  <a:ea typeface="Adobe Fan Heiti Std B" pitchFamily="34" charset="-128"/>
                </a:rPr>
                <a:t>println</a:t>
              </a:r>
              <a:r>
                <a:rPr lang="en-US" sz="1300" b="0" kern="0" dirty="0">
                  <a:solidFill>
                    <a:srgbClr val="FF0000"/>
                  </a:solidFill>
                  <a:ea typeface="Adobe Fan Heiti Std B" pitchFamily="34" charset="-128"/>
                </a:rPr>
                <a:t>(</a:t>
              </a:r>
              <a:r>
                <a:rPr lang="en-US" sz="1300" b="0" kern="0" dirty="0" err="1">
                  <a:solidFill>
                    <a:srgbClr val="000000"/>
                  </a:solidFill>
                  <a:ea typeface="Adobe Fan Heiti Std B" pitchFamily="34" charset="-128"/>
                </a:rPr>
                <a:t>saludo</a:t>
              </a:r>
              <a:r>
                <a:rPr lang="en-US" sz="1300" b="0" kern="0" dirty="0">
                  <a:solidFill>
                    <a:srgbClr val="000000"/>
                  </a:solidFill>
                  <a:ea typeface="Adobe Fan Heiti Std B" pitchFamily="34" charset="-128"/>
                </a:rPr>
                <a:t> + " " + </a:t>
              </a:r>
              <a:r>
                <a:rPr lang="en-US" sz="1300" b="0" kern="0" dirty="0" err="1">
                  <a:solidFill>
                    <a:srgbClr val="000000"/>
                  </a:solidFill>
                  <a:ea typeface="Adobe Fan Heiti Std B" pitchFamily="34" charset="-128"/>
                </a:rPr>
                <a:t>nombre</a:t>
              </a:r>
              <a:r>
                <a:rPr lang="en-US" sz="1300" b="0" kern="0" dirty="0">
                  <a:solidFill>
                    <a:srgbClr val="FF0000"/>
                  </a:solidFill>
                  <a:ea typeface="Adobe Fan Heiti Std B" pitchFamily="34" charset="-128"/>
                </a:rPr>
                <a:t>)</a:t>
              </a:r>
              <a:r>
                <a:rPr lang="en-US" sz="1300" b="0" kern="0" dirty="0">
                  <a:solidFill>
                    <a:srgbClr val="000000"/>
                  </a:solidFill>
                  <a:latin typeface="+mj-lt"/>
                  <a:ea typeface="Adobe Fan Heiti Std B" pitchFamily="34" charset="-128"/>
                </a:rPr>
                <a:t>;</a:t>
              </a:r>
            </a:p>
            <a:p>
              <a:pPr marL="0" indent="0">
                <a:buNone/>
              </a:pPr>
              <a:r>
                <a:rPr lang="en-US" sz="1300" b="0" kern="0" dirty="0">
                  <a:solidFill>
                    <a:srgbClr val="000000"/>
                  </a:solidFill>
                  <a:latin typeface="+mj-lt"/>
                  <a:ea typeface="Adobe Fan Heiti Std B" pitchFamily="34" charset="-128"/>
                </a:rPr>
                <a:t>    </a:t>
              </a:r>
              <a:r>
                <a:rPr lang="en-US" sz="1300" kern="0" dirty="0">
                  <a:solidFill>
                    <a:schemeClr val="bg1">
                      <a:lumMod val="50000"/>
                    </a:schemeClr>
                  </a:solidFill>
                  <a:latin typeface="+mj-lt"/>
                  <a:ea typeface="Adobe Fan Heiti Std B" pitchFamily="34" charset="-128"/>
                </a:rPr>
                <a:t>}</a:t>
              </a:r>
            </a:p>
            <a:p>
              <a:pPr marL="0" indent="0">
                <a:buNone/>
              </a:pPr>
              <a:r>
                <a:rPr lang="en-US" sz="1300" kern="0" dirty="0">
                  <a:solidFill>
                    <a:schemeClr val="bg1">
                      <a:lumMod val="50000"/>
                    </a:schemeClr>
                  </a:solidFill>
                  <a:latin typeface="+mj-lt"/>
                  <a:ea typeface="Adobe Fan Heiti Std B" pitchFamily="34" charset="-128"/>
                </a:rPr>
                <a:t> </a:t>
              </a:r>
            </a:p>
            <a:p>
              <a:pPr marL="0" indent="0">
                <a:buNone/>
              </a:pPr>
              <a:r>
                <a:rPr lang="en-US" sz="1300" kern="0" dirty="0">
                  <a:solidFill>
                    <a:srgbClr val="0070C0"/>
                  </a:solidFill>
                  <a:latin typeface="+mj-lt"/>
                  <a:ea typeface="Adobe Fan Heiti Std B" pitchFamily="34" charset="-128"/>
                </a:rPr>
                <a:t>}</a:t>
              </a:r>
            </a:p>
          </p:txBody>
        </p:sp>
      </p:grpSp>
      <p:grpSp>
        <p:nvGrpSpPr>
          <p:cNvPr id="7" name="6 Grupo"/>
          <p:cNvGrpSpPr/>
          <p:nvPr/>
        </p:nvGrpSpPr>
        <p:grpSpPr>
          <a:xfrm>
            <a:off x="1829624" y="2766357"/>
            <a:ext cx="3767028" cy="876909"/>
            <a:chOff x="1829624" y="2766357"/>
            <a:chExt cx="3767028" cy="876909"/>
          </a:xfrm>
        </p:grpSpPr>
        <p:grpSp>
          <p:nvGrpSpPr>
            <p:cNvPr id="4" name="3 Grupo"/>
            <p:cNvGrpSpPr/>
            <p:nvPr/>
          </p:nvGrpSpPr>
          <p:grpSpPr>
            <a:xfrm>
              <a:off x="2077120" y="2766357"/>
              <a:ext cx="3519532" cy="662072"/>
              <a:chOff x="2077120" y="2766357"/>
              <a:chExt cx="3519532" cy="662072"/>
            </a:xfrm>
          </p:grpSpPr>
          <p:sp>
            <p:nvSpPr>
              <p:cNvPr id="12" name="Rectangle 3"/>
              <p:cNvSpPr txBox="1">
                <a:spLocks noChangeArrowheads="1"/>
              </p:cNvSpPr>
              <p:nvPr/>
            </p:nvSpPr>
            <p:spPr bwMode="auto">
              <a:xfrm>
                <a:off x="2077120" y="2766357"/>
                <a:ext cx="3519532" cy="662072"/>
              </a:xfrm>
              <a:prstGeom prst="rect">
                <a:avLst/>
              </a:prstGeom>
              <a:noFill/>
              <a:ln>
                <a:noFill/>
              </a:ln>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300" b="0" kern="0" dirty="0" err="1">
                    <a:solidFill>
                      <a:srgbClr val="0070C0"/>
                    </a:solidFill>
                    <a:latin typeface="+mj-lt"/>
                    <a:ea typeface="Adobe Fan Heiti Std B" pitchFamily="34" charset="-128"/>
                  </a:rPr>
                  <a:t>Saludadora</a:t>
                </a:r>
                <a:r>
                  <a:rPr lang="en-US" sz="1300" b="0" kern="0" dirty="0">
                    <a:solidFill>
                      <a:srgbClr val="000000"/>
                    </a:solidFill>
                    <a:latin typeface="+mj-lt"/>
                    <a:ea typeface="Adobe Fan Heiti Std B" pitchFamily="34" charset="-128"/>
                  </a:rPr>
                  <a:t> </a:t>
                </a:r>
                <a:r>
                  <a:rPr lang="en-US" sz="1300" b="0" kern="0" dirty="0" err="1">
                    <a:solidFill>
                      <a:srgbClr val="000000"/>
                    </a:solidFill>
                    <a:latin typeface="+mj-lt"/>
                    <a:ea typeface="Adobe Fan Heiti Std B" pitchFamily="34" charset="-128"/>
                  </a:rPr>
                  <a:t>saludador</a:t>
                </a:r>
                <a:r>
                  <a:rPr lang="en-US" sz="1300" b="0" kern="0" dirty="0">
                    <a:solidFill>
                      <a:srgbClr val="000000"/>
                    </a:solidFill>
                    <a:latin typeface="+mj-lt"/>
                    <a:ea typeface="Adobe Fan Heiti Std B" pitchFamily="34" charset="-128"/>
                  </a:rPr>
                  <a:t> = new </a:t>
                </a:r>
                <a:r>
                  <a:rPr lang="en-US" sz="1300" b="0" kern="0" dirty="0" err="1">
                    <a:solidFill>
                      <a:srgbClr val="FF6600"/>
                    </a:solidFill>
                    <a:latin typeface="+mj-lt"/>
                    <a:ea typeface="Adobe Fan Heiti Std B" pitchFamily="34" charset="-128"/>
                  </a:rPr>
                  <a:t>Saludadora</a:t>
                </a:r>
                <a:r>
                  <a:rPr lang="en-US" sz="1300" b="0" kern="0" dirty="0">
                    <a:solidFill>
                      <a:srgbClr val="FF6600"/>
                    </a:solidFill>
                    <a:latin typeface="+mj-lt"/>
                    <a:ea typeface="Adobe Fan Heiti Std B" pitchFamily="34" charset="-128"/>
                  </a:rPr>
                  <a:t>()</a:t>
                </a:r>
                <a:r>
                  <a:rPr lang="en-US" sz="1300" b="0" kern="0" dirty="0">
                    <a:solidFill>
                      <a:srgbClr val="000000"/>
                    </a:solidFill>
                    <a:latin typeface="+mj-lt"/>
                    <a:ea typeface="Adobe Fan Heiti Std B" pitchFamily="34" charset="-128"/>
                  </a:rPr>
                  <a:t>;</a:t>
                </a:r>
              </a:p>
              <a:p>
                <a:pPr marL="0" indent="0">
                  <a:buNone/>
                </a:pPr>
                <a:r>
                  <a:rPr lang="en-US" sz="1300" b="0" kern="0" dirty="0" err="1">
                    <a:solidFill>
                      <a:srgbClr val="000000"/>
                    </a:solidFill>
                    <a:ea typeface="Adobe Fan Heiti Std B" pitchFamily="34" charset="-128"/>
                  </a:rPr>
                  <a:t>saludador.</a:t>
                </a:r>
                <a:r>
                  <a:rPr lang="en-US" sz="1300" b="0" kern="0" dirty="0" err="1">
                    <a:solidFill>
                      <a:srgbClr val="FF0000"/>
                    </a:solidFill>
                    <a:ea typeface="Adobe Fan Heiti Std B" pitchFamily="34" charset="-128"/>
                  </a:rPr>
                  <a:t>saluda</a:t>
                </a:r>
                <a:r>
                  <a:rPr lang="en-US" sz="1300" b="0" kern="0" dirty="0">
                    <a:solidFill>
                      <a:srgbClr val="FF0000"/>
                    </a:solidFill>
                    <a:ea typeface="Adobe Fan Heiti Std B" pitchFamily="34" charset="-128"/>
                  </a:rPr>
                  <a:t>(</a:t>
                </a:r>
                <a:r>
                  <a:rPr lang="en-US" sz="1300" b="0" kern="0" dirty="0">
                    <a:solidFill>
                      <a:srgbClr val="00B050"/>
                    </a:solidFill>
                    <a:ea typeface="Adobe Fan Heiti Std B" pitchFamily="34" charset="-128"/>
                  </a:rPr>
                  <a:t>"</a:t>
                </a:r>
                <a:r>
                  <a:rPr lang="en-US" sz="1300" b="0" kern="0" dirty="0" err="1">
                    <a:solidFill>
                      <a:srgbClr val="00B050"/>
                    </a:solidFill>
                    <a:ea typeface="Adobe Fan Heiti Std B" pitchFamily="34" charset="-128"/>
                  </a:rPr>
                  <a:t>Hola</a:t>
                </a:r>
                <a:r>
                  <a:rPr lang="en-US" sz="1300" b="0" kern="0" dirty="0">
                    <a:solidFill>
                      <a:srgbClr val="00B050"/>
                    </a:solidFill>
                    <a:ea typeface="Adobe Fan Heiti Std B" pitchFamily="34" charset="-128"/>
                  </a:rPr>
                  <a:t>"</a:t>
                </a:r>
                <a:r>
                  <a:rPr lang="en-US" sz="1300" b="0" kern="0" dirty="0">
                    <a:solidFill>
                      <a:srgbClr val="FF0000"/>
                    </a:solidFill>
                    <a:ea typeface="Adobe Fan Heiti Std B" pitchFamily="34" charset="-128"/>
                  </a:rPr>
                  <a:t>)</a:t>
                </a:r>
                <a:r>
                  <a:rPr lang="en-US" sz="1300" b="0" kern="0" dirty="0">
                    <a:solidFill>
                      <a:srgbClr val="000000"/>
                    </a:solidFill>
                    <a:ea typeface="Adobe Fan Heiti Std B" pitchFamily="34" charset="-128"/>
                  </a:rPr>
                  <a:t>;</a:t>
                </a:r>
                <a:endParaRPr lang="en-US" sz="1300" b="0" kern="0" dirty="0">
                  <a:solidFill>
                    <a:srgbClr val="000000"/>
                  </a:solidFill>
                  <a:latin typeface="+mj-lt"/>
                  <a:ea typeface="Adobe Fan Heiti Std B" pitchFamily="34" charset="-128"/>
                </a:endParaRPr>
              </a:p>
            </p:txBody>
          </p:sp>
          <p:sp>
            <p:nvSpPr>
              <p:cNvPr id="15" name="Rectangle 3"/>
              <p:cNvSpPr txBox="1">
                <a:spLocks noChangeArrowheads="1"/>
              </p:cNvSpPr>
              <p:nvPr/>
            </p:nvSpPr>
            <p:spPr bwMode="auto">
              <a:xfrm>
                <a:off x="2216944" y="2939801"/>
                <a:ext cx="2139032" cy="315185"/>
              </a:xfrm>
              <a:prstGeom prst="rect">
                <a:avLst/>
              </a:prstGeom>
              <a:noFill/>
              <a:ln>
                <a:noFill/>
              </a:ln>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endParaRPr lang="en-US" sz="1300" kern="0" dirty="0">
                  <a:solidFill>
                    <a:srgbClr val="0070C0"/>
                  </a:solidFill>
                  <a:latin typeface="+mj-lt"/>
                  <a:ea typeface="Adobe Fan Heiti Std B" pitchFamily="34" charset="-128"/>
                </a:endParaRPr>
              </a:p>
            </p:txBody>
          </p:sp>
        </p:grpSp>
        <p:sp>
          <p:nvSpPr>
            <p:cNvPr id="19" name="Rectangle 3"/>
            <p:cNvSpPr txBox="1">
              <a:spLocks noChangeArrowheads="1"/>
            </p:cNvSpPr>
            <p:nvPr/>
          </p:nvSpPr>
          <p:spPr bwMode="auto">
            <a:xfrm>
              <a:off x="1829624" y="3238991"/>
              <a:ext cx="494992" cy="404275"/>
            </a:xfrm>
            <a:prstGeom prst="rect">
              <a:avLst/>
            </a:prstGeom>
            <a:noFill/>
            <a:ln>
              <a:noFill/>
            </a:ln>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300" kern="0" dirty="0">
                  <a:solidFill>
                    <a:schemeClr val="bg1">
                      <a:lumMod val="50000"/>
                    </a:schemeClr>
                  </a:solidFill>
                  <a:latin typeface="+mj-lt"/>
                  <a:ea typeface="Adobe Fan Heiti Std B" pitchFamily="34" charset="-128"/>
                </a:rPr>
                <a:t>}</a:t>
              </a:r>
              <a:endParaRPr lang="en-US" sz="1300" kern="0" dirty="0">
                <a:solidFill>
                  <a:srgbClr val="0070C0"/>
                </a:solidFill>
                <a:latin typeface="+mj-lt"/>
                <a:ea typeface="Adobe Fan Heiti Std B" pitchFamily="34" charset="-128"/>
              </a:endParaRPr>
            </a:p>
          </p:txBody>
        </p:sp>
      </p:grpSp>
      <p:sp>
        <p:nvSpPr>
          <p:cNvPr id="22" name="Rectangle 3"/>
          <p:cNvSpPr txBox="1">
            <a:spLocks noChangeArrowheads="1"/>
          </p:cNvSpPr>
          <p:nvPr/>
        </p:nvSpPr>
        <p:spPr bwMode="auto">
          <a:xfrm>
            <a:off x="1848520" y="3953945"/>
            <a:ext cx="4829344" cy="329320"/>
          </a:xfrm>
          <a:prstGeom prst="rect">
            <a:avLst/>
          </a:prstGeom>
          <a:noFill/>
          <a:ln>
            <a:noFill/>
          </a:ln>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300" kern="0" dirty="0">
                <a:solidFill>
                  <a:schemeClr val="bg1">
                    <a:lumMod val="50000"/>
                  </a:schemeClr>
                </a:solidFill>
                <a:latin typeface="+mj-lt"/>
                <a:ea typeface="Adobe Fan Heiti Std B" pitchFamily="34" charset="-128"/>
              </a:rPr>
              <a:t>public class </a:t>
            </a:r>
            <a:r>
              <a:rPr lang="en-US" sz="1300" kern="0" dirty="0" err="1">
                <a:solidFill>
                  <a:srgbClr val="0070C0"/>
                </a:solidFill>
                <a:latin typeface="+mj-lt"/>
                <a:ea typeface="Adobe Fan Heiti Std B" pitchFamily="34" charset="-128"/>
              </a:rPr>
              <a:t>Saludadora</a:t>
            </a:r>
            <a:r>
              <a:rPr lang="en-US" sz="1300" kern="0" dirty="0">
                <a:solidFill>
                  <a:srgbClr val="0070C0"/>
                </a:solidFill>
                <a:latin typeface="+mj-lt"/>
                <a:ea typeface="Adobe Fan Heiti Std B" pitchFamily="34" charset="-128"/>
              </a:rPr>
              <a:t> {</a:t>
            </a:r>
          </a:p>
        </p:txBody>
      </p:sp>
      <p:sp>
        <p:nvSpPr>
          <p:cNvPr id="23" name="Rectangle 3"/>
          <p:cNvSpPr txBox="1">
            <a:spLocks noChangeArrowheads="1"/>
          </p:cNvSpPr>
          <p:nvPr/>
        </p:nvSpPr>
        <p:spPr bwMode="auto">
          <a:xfrm>
            <a:off x="2086248" y="3040372"/>
            <a:ext cx="1778372" cy="329320"/>
          </a:xfrm>
          <a:prstGeom prst="rect">
            <a:avLst/>
          </a:prstGeom>
          <a:noFill/>
          <a:ln>
            <a:noFill/>
          </a:ln>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300" kern="0" dirty="0">
                <a:solidFill>
                  <a:schemeClr val="bg1">
                    <a:lumMod val="50000"/>
                  </a:schemeClr>
                </a:solidFill>
                <a:latin typeface="+mj-lt"/>
                <a:ea typeface="Adobe Fan Heiti Std B" pitchFamily="34" charset="-128"/>
              </a:rPr>
              <a:t>class </a:t>
            </a:r>
            <a:r>
              <a:rPr lang="en-US" sz="1300" kern="0" dirty="0" err="1">
                <a:solidFill>
                  <a:srgbClr val="0070C0"/>
                </a:solidFill>
                <a:latin typeface="+mj-lt"/>
                <a:ea typeface="Adobe Fan Heiti Std B" pitchFamily="34" charset="-128"/>
              </a:rPr>
              <a:t>Saludadora</a:t>
            </a:r>
            <a:r>
              <a:rPr lang="en-US" sz="1300" kern="0" dirty="0">
                <a:solidFill>
                  <a:srgbClr val="0070C0"/>
                </a:solidFill>
                <a:latin typeface="+mj-lt"/>
                <a:ea typeface="Adobe Fan Heiti Std B" pitchFamily="34" charset="-128"/>
              </a:rPr>
              <a:t> {</a:t>
            </a:r>
          </a:p>
        </p:txBody>
      </p:sp>
    </p:spTree>
    <p:extLst>
      <p:ext uri="{BB962C8B-B14F-4D97-AF65-F5344CB8AC3E}">
        <p14:creationId xmlns:p14="http://schemas.microsoft.com/office/powerpoint/2010/main" val="2254767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3.61111E-6 -1.11111E-6 L -0.00052 0.30556 " pathEditMode="relative" rAng="0" ptsTypes="AA">
                                      <p:cBhvr>
                                        <p:cTn id="6" dur="2000" fill="hold"/>
                                        <p:tgtEl>
                                          <p:spTgt spid="7"/>
                                        </p:tgtEl>
                                        <p:attrNameLst>
                                          <p:attrName>ppt_x</p:attrName>
                                          <p:attrName>ppt_y</p:attrName>
                                        </p:attrNameLst>
                                      </p:cBhvr>
                                      <p:rCtr x="-35" y="15278"/>
                                    </p:animMotion>
                                  </p:childTnLst>
                                </p:cTn>
                              </p:par>
                              <p:par>
                                <p:cTn id="7" presetID="42" presetClass="path" presetSubtype="0" accel="50000" decel="50000" fill="hold" nodeType="withEffect">
                                  <p:stCondLst>
                                    <p:cond delay="0"/>
                                  </p:stCondLst>
                                  <p:childTnLst>
                                    <p:animMotion origin="layout" path="M 3.33333E-6 -4.07407E-6 L 0.02725 -0.12986 " pathEditMode="relative" rAng="0" ptsTypes="AA">
                                      <p:cBhvr>
                                        <p:cTn id="8" dur="2000" fill="hold"/>
                                        <p:tgtEl>
                                          <p:spTgt spid="8"/>
                                        </p:tgtEl>
                                        <p:attrNameLst>
                                          <p:attrName>ppt_x</p:attrName>
                                          <p:attrName>ppt_y</p:attrName>
                                        </p:attrNameLst>
                                      </p:cBhvr>
                                      <p:rCtr x="1354" y="-6505"/>
                                    </p:animMotion>
                                  </p:childTnLst>
                                </p:cTn>
                              </p:par>
                              <p:par>
                                <p:cTn id="9" presetID="42" presetClass="path" presetSubtype="0" accel="50000" decel="50000" fill="hold" grpId="0" nodeType="withEffect">
                                  <p:stCondLst>
                                    <p:cond delay="0"/>
                                  </p:stCondLst>
                                  <p:childTnLst>
                                    <p:animMotion origin="layout" path="M 4.16667E-6 -2.96296E-6 L 0.02604 -0.13194 " pathEditMode="relative" rAng="0" ptsTypes="AA">
                                      <p:cBhvr>
                                        <p:cTn id="10" dur="2000" fill="hold"/>
                                        <p:tgtEl>
                                          <p:spTgt spid="22"/>
                                        </p:tgtEl>
                                        <p:attrNameLst>
                                          <p:attrName>ppt_x</p:attrName>
                                          <p:attrName>ppt_y</p:attrName>
                                        </p:attrNameLst>
                                      </p:cBhvr>
                                      <p:rCtr x="1302" y="-6597"/>
                                    </p:animMotion>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22"/>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2" grpId="1"/>
      <p:bldP spid="2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Rectángulo"/>
          <p:cNvSpPr/>
          <p:nvPr/>
        </p:nvSpPr>
        <p:spPr bwMode="auto">
          <a:xfrm>
            <a:off x="1403648" y="1196752"/>
            <a:ext cx="6048672" cy="4320481"/>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 name="1 Título"/>
          <p:cNvSpPr>
            <a:spLocks noGrp="1"/>
          </p:cNvSpPr>
          <p:nvPr>
            <p:ph type="title"/>
          </p:nvPr>
        </p:nvSpPr>
        <p:spPr>
          <a:xfrm>
            <a:off x="542924" y="53975"/>
            <a:ext cx="7989515" cy="563563"/>
          </a:xfrm>
        </p:spPr>
        <p:txBody>
          <a:bodyPr/>
          <a:lstStyle/>
          <a:p>
            <a:r>
              <a:rPr lang="es-ES" dirty="0"/>
              <a:t>Clases internas locales</a:t>
            </a:r>
          </a:p>
        </p:txBody>
      </p:sp>
      <p:sp>
        <p:nvSpPr>
          <p:cNvPr id="27" name="Rectangle 3"/>
          <p:cNvSpPr txBox="1">
            <a:spLocks noChangeArrowheads="1"/>
          </p:cNvSpPr>
          <p:nvPr/>
        </p:nvSpPr>
        <p:spPr bwMode="auto">
          <a:xfrm>
            <a:off x="1691680" y="1365357"/>
            <a:ext cx="5760640" cy="4151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chemeClr val="bg1">
                    <a:lumMod val="50000"/>
                  </a:schemeClr>
                </a:solidFill>
                <a:latin typeface="+mj-lt"/>
                <a:ea typeface="Adobe Fan Heiti Std B" pitchFamily="34" charset="-128"/>
              </a:rPr>
              <a:t>public class </a:t>
            </a:r>
            <a:r>
              <a:rPr lang="en-US" sz="1400" kern="0" dirty="0">
                <a:solidFill>
                  <a:srgbClr val="0070C0"/>
                </a:solidFill>
                <a:latin typeface="+mj-lt"/>
                <a:ea typeface="Adobe Fan Heiti Std B" pitchFamily="34" charset="-128"/>
              </a:rPr>
              <a:t>Principal {</a:t>
            </a:r>
          </a:p>
          <a:p>
            <a:pPr marL="0" indent="0">
              <a:buNone/>
            </a:pPr>
            <a:endParaRPr lang="en-US" sz="1400" kern="0" dirty="0">
              <a:solidFill>
                <a:schemeClr val="bg1">
                  <a:lumMod val="50000"/>
                </a:schemeClr>
              </a:solidFill>
              <a:latin typeface="+mj-lt"/>
              <a:ea typeface="Adobe Fan Heiti Std B" pitchFamily="34" charset="-128"/>
            </a:endParaRPr>
          </a:p>
          <a:p>
            <a:pPr marL="0" indent="0">
              <a:buNone/>
            </a:pPr>
            <a:r>
              <a:rPr lang="en-US" sz="1400" kern="0" dirty="0">
                <a:solidFill>
                  <a:schemeClr val="bg1">
                    <a:lumMod val="50000"/>
                  </a:schemeClr>
                </a:solidFill>
                <a:latin typeface="+mj-lt"/>
                <a:ea typeface="Adobe Fan Heiti Std B" pitchFamily="34" charset="-128"/>
              </a:rPr>
              <a:t>    public </a:t>
            </a:r>
            <a:r>
              <a:rPr lang="en-US" sz="1400" kern="0" dirty="0">
                <a:solidFill>
                  <a:srgbClr val="0070C0"/>
                </a:solidFill>
                <a:latin typeface="+mj-lt"/>
                <a:ea typeface="Adobe Fan Heiti Std B" pitchFamily="34" charset="-128"/>
              </a:rPr>
              <a:t>void</a:t>
            </a:r>
            <a:r>
              <a:rPr lang="en-US" sz="1400" kern="0" dirty="0">
                <a:solidFill>
                  <a:schemeClr val="bg1">
                    <a:lumMod val="50000"/>
                  </a:schemeClr>
                </a:solidFill>
                <a:latin typeface="+mj-lt"/>
                <a:ea typeface="Adobe Fan Heiti Std B" pitchFamily="34" charset="-128"/>
              </a:rPr>
              <a:t> </a:t>
            </a:r>
            <a:r>
              <a:rPr lang="en-US" sz="1400" kern="0" dirty="0">
                <a:solidFill>
                  <a:srgbClr val="FF0000"/>
                </a:solidFill>
                <a:latin typeface="+mj-lt"/>
                <a:ea typeface="Adobe Fan Heiti Std B" pitchFamily="34" charset="-128"/>
              </a:rPr>
              <a:t>main(</a:t>
            </a:r>
            <a:r>
              <a:rPr lang="en-US" sz="1400" b="0" kern="0" dirty="0">
                <a:solidFill>
                  <a:srgbClr val="0070C0"/>
                </a:solidFill>
                <a:latin typeface="+mj-lt"/>
                <a:ea typeface="Adobe Fan Heiti Std B" pitchFamily="34" charset="-128"/>
              </a:rPr>
              <a:t>String[] </a:t>
            </a:r>
            <a:r>
              <a:rPr lang="en-US" sz="1400" b="0" kern="0" dirty="0" err="1">
                <a:solidFill>
                  <a:srgbClr val="000000"/>
                </a:solidFill>
                <a:latin typeface="+mj-lt"/>
                <a:ea typeface="Adobe Fan Heiti Std B" pitchFamily="34" charset="-128"/>
              </a:rPr>
              <a:t>args</a:t>
            </a:r>
            <a:r>
              <a:rPr lang="en-US" sz="1400" kern="0" dirty="0">
                <a:solidFill>
                  <a:srgbClr val="FF0000"/>
                </a:solidFill>
                <a:latin typeface="+mj-lt"/>
                <a:ea typeface="Adobe Fan Heiti Std B" pitchFamily="34" charset="-128"/>
              </a:rPr>
              <a:t>)</a:t>
            </a:r>
            <a:r>
              <a:rPr lang="en-US" sz="1400" kern="0" dirty="0">
                <a:solidFill>
                  <a:schemeClr val="bg1">
                    <a:lumMod val="50000"/>
                  </a:schemeClr>
                </a:solidFill>
                <a:latin typeface="+mj-lt"/>
                <a:ea typeface="Adobe Fan Heiti Std B" pitchFamily="34" charset="-128"/>
              </a:rPr>
              <a:t> {</a:t>
            </a:r>
          </a:p>
          <a:p>
            <a:pPr marL="0" indent="0">
              <a:buNone/>
            </a:pPr>
            <a:endParaRPr lang="en-US" sz="1400" kern="0" dirty="0">
              <a:solidFill>
                <a:schemeClr val="bg1">
                  <a:lumMod val="50000"/>
                </a:schemeClr>
              </a:solidFill>
              <a:latin typeface="+mj-lt"/>
              <a:ea typeface="Adobe Fan Heiti Std B" pitchFamily="34" charset="-128"/>
            </a:endParaRPr>
          </a:p>
          <a:p>
            <a:pPr marL="0" indent="0">
              <a:buNone/>
            </a:pPr>
            <a:r>
              <a:rPr lang="es-ES" sz="1400" b="0" kern="0" dirty="0">
                <a:solidFill>
                  <a:srgbClr val="0070C0"/>
                </a:solidFill>
                <a:latin typeface="+mj-lt"/>
                <a:ea typeface="Adobe Fan Heiti Std B" pitchFamily="34" charset="-128"/>
              </a:rPr>
              <a:t>        Persona</a:t>
            </a:r>
            <a:r>
              <a:rPr lang="es-ES" sz="1400" b="0" kern="0" dirty="0">
                <a:solidFill>
                  <a:srgbClr val="000000"/>
                </a:solidFill>
                <a:latin typeface="+mj-lt"/>
                <a:ea typeface="Adobe Fan Heiti Std B" pitchFamily="34" charset="-128"/>
              </a:rPr>
              <a:t> </a:t>
            </a:r>
            <a:r>
              <a:rPr lang="es-ES" sz="1400" kern="0" dirty="0" err="1">
                <a:solidFill>
                  <a:srgbClr val="000000"/>
                </a:solidFill>
                <a:latin typeface="+mj-lt"/>
                <a:ea typeface="Adobe Fan Heiti Std B" pitchFamily="34" charset="-128"/>
              </a:rPr>
              <a:t>persona</a:t>
            </a:r>
            <a:r>
              <a:rPr lang="es-ES" sz="1400" b="0" kern="0" dirty="0">
                <a:solidFill>
                  <a:srgbClr val="000000"/>
                </a:solidFill>
                <a:latin typeface="+mj-lt"/>
                <a:ea typeface="Adobe Fan Heiti Std B" pitchFamily="34" charset="-128"/>
              </a:rPr>
              <a:t> = new </a:t>
            </a:r>
            <a:r>
              <a:rPr lang="es-ES" sz="1400" b="0" kern="0" dirty="0">
                <a:solidFill>
                  <a:srgbClr val="FF0000"/>
                </a:solidFill>
                <a:latin typeface="+mj-lt"/>
                <a:ea typeface="Adobe Fan Heiti Std B" pitchFamily="34" charset="-128"/>
              </a:rPr>
              <a:t>Persona(</a:t>
            </a:r>
            <a:r>
              <a:rPr lang="es-ES" sz="1400" b="0" kern="0" dirty="0">
                <a:solidFill>
                  <a:srgbClr val="00B050"/>
                </a:solidFill>
                <a:latin typeface="+mj-lt"/>
                <a:ea typeface="Adobe Fan Heiti Std B" pitchFamily="34" charset="-128"/>
              </a:rPr>
              <a:t>"Alfredo"</a:t>
            </a:r>
            <a:r>
              <a:rPr lang="es-ES" sz="1400" b="0" kern="0" dirty="0">
                <a:solidFill>
                  <a:srgbClr val="FF0000"/>
                </a:solidFill>
                <a:latin typeface="+mj-lt"/>
                <a:ea typeface="Adobe Fan Heiti Std B" pitchFamily="34" charset="-128"/>
              </a:rPr>
              <a:t>)</a:t>
            </a:r>
            <a:r>
              <a:rPr lang="es-ES" sz="1400" b="0" kern="0" dirty="0">
                <a:solidFill>
                  <a:srgbClr val="000000"/>
                </a:solidFill>
                <a:latin typeface="+mj-lt"/>
                <a:ea typeface="Adobe Fan Heiti Std B" pitchFamily="34" charset="-128"/>
              </a:rPr>
              <a:t>;</a:t>
            </a:r>
          </a:p>
          <a:p>
            <a:pPr marL="0" indent="0">
              <a:buNone/>
            </a:pPr>
            <a:r>
              <a:rPr lang="en-US" sz="1400" kern="0" dirty="0">
                <a:solidFill>
                  <a:schemeClr val="bg1">
                    <a:lumMod val="50000"/>
                  </a:schemeClr>
                </a:solidFill>
                <a:latin typeface="+mj-lt"/>
                <a:ea typeface="Adobe Fan Heiti Std B" pitchFamily="34" charset="-128"/>
              </a:rPr>
              <a:t>        </a:t>
            </a:r>
            <a:r>
              <a:rPr lang="en-US" sz="1400" kern="0" dirty="0" err="1">
                <a:solidFill>
                  <a:srgbClr val="000000"/>
                </a:solidFill>
                <a:latin typeface="+mj-lt"/>
                <a:ea typeface="Adobe Fan Heiti Std B" pitchFamily="34" charset="-128"/>
              </a:rPr>
              <a:t>persona</a:t>
            </a:r>
            <a:r>
              <a:rPr lang="en-US" sz="1400" kern="0" dirty="0" err="1">
                <a:solidFill>
                  <a:srgbClr val="FF0000"/>
                </a:solidFill>
                <a:latin typeface="+mj-lt"/>
                <a:ea typeface="Adobe Fan Heiti Std B" pitchFamily="34" charset="-128"/>
              </a:rPr>
              <a:t>.diHola</a:t>
            </a:r>
            <a:r>
              <a:rPr lang="en-US" sz="1400" kern="0" dirty="0">
                <a:solidFill>
                  <a:srgbClr val="FF0000"/>
                </a:solidFill>
                <a:latin typeface="+mj-lt"/>
                <a:ea typeface="Adobe Fan Heiti Std B" pitchFamily="34" charset="-128"/>
              </a:rPr>
              <a:t>()</a:t>
            </a:r>
            <a:r>
              <a:rPr lang="en-US" sz="1400" kern="0" dirty="0">
                <a:solidFill>
                  <a:schemeClr val="bg1">
                    <a:lumMod val="50000"/>
                  </a:schemeClr>
                </a:solidFill>
                <a:latin typeface="+mj-lt"/>
                <a:ea typeface="Adobe Fan Heiti Std B" pitchFamily="34" charset="-128"/>
              </a:rPr>
              <a:t>;</a:t>
            </a:r>
          </a:p>
          <a:p>
            <a:pPr marL="0" indent="0">
              <a:buNone/>
            </a:pPr>
            <a:endParaRPr lang="es-ES" sz="1400" b="0" kern="0" dirty="0">
              <a:solidFill>
                <a:srgbClr val="0070C0"/>
              </a:solidFill>
              <a:latin typeface="+mj-lt"/>
              <a:ea typeface="Adobe Fan Heiti Std B" pitchFamily="34" charset="-128"/>
            </a:endParaRPr>
          </a:p>
          <a:p>
            <a:pPr marL="0" indent="0">
              <a:buNone/>
            </a:pPr>
            <a:r>
              <a:rPr lang="es-ES" sz="1400" b="0" kern="0" dirty="0">
                <a:solidFill>
                  <a:srgbClr val="0070C0"/>
                </a:solidFill>
                <a:latin typeface="+mj-lt"/>
                <a:ea typeface="Adobe Fan Heiti Std B" pitchFamily="34" charset="-128"/>
              </a:rPr>
              <a:t>        </a:t>
            </a:r>
            <a:r>
              <a:rPr lang="es-ES" sz="1400" b="0" kern="0" dirty="0" err="1">
                <a:solidFill>
                  <a:srgbClr val="0070C0"/>
                </a:solidFill>
                <a:latin typeface="+mj-lt"/>
                <a:ea typeface="Adobe Fan Heiti Std B" pitchFamily="34" charset="-128"/>
              </a:rPr>
              <a:t>Persona.Saludadora</a:t>
            </a:r>
            <a:r>
              <a:rPr lang="es-ES" sz="1400" b="0" kern="0" dirty="0">
                <a:solidFill>
                  <a:srgbClr val="00B0F0"/>
                </a:solidFill>
                <a:latin typeface="+mj-lt"/>
                <a:ea typeface="Adobe Fan Heiti Std B" pitchFamily="34" charset="-128"/>
              </a:rPr>
              <a:t> </a:t>
            </a:r>
            <a:r>
              <a:rPr lang="es-ES" sz="1400" kern="0" dirty="0">
                <a:solidFill>
                  <a:srgbClr val="000000"/>
                </a:solidFill>
                <a:latin typeface="+mj-lt"/>
                <a:ea typeface="Adobe Fan Heiti Std B" pitchFamily="34" charset="-128"/>
              </a:rPr>
              <a:t>saludador</a:t>
            </a:r>
            <a:r>
              <a:rPr lang="es-ES" sz="1400" b="0" kern="0" dirty="0">
                <a:solidFill>
                  <a:srgbClr val="000000"/>
                </a:solidFill>
                <a:latin typeface="+mj-lt"/>
                <a:ea typeface="Adobe Fan Heiti Std B" pitchFamily="34" charset="-128"/>
              </a:rPr>
              <a:t> = </a:t>
            </a:r>
            <a:r>
              <a:rPr lang="es-ES" sz="1400" kern="0" dirty="0" err="1">
                <a:solidFill>
                  <a:srgbClr val="000000"/>
                </a:solidFill>
                <a:latin typeface="+mj-lt"/>
                <a:ea typeface="Adobe Fan Heiti Std B" pitchFamily="34" charset="-128"/>
              </a:rPr>
              <a:t>persona</a:t>
            </a:r>
            <a:r>
              <a:rPr lang="es-ES" sz="1400" b="0" kern="0" dirty="0" err="1">
                <a:solidFill>
                  <a:srgbClr val="000000"/>
                </a:solidFill>
                <a:latin typeface="+mj-lt"/>
                <a:ea typeface="Adobe Fan Heiti Std B" pitchFamily="34" charset="-128"/>
              </a:rPr>
              <a:t>.new</a:t>
            </a:r>
            <a:r>
              <a:rPr lang="es-ES" sz="1400" b="0" kern="0" dirty="0">
                <a:solidFill>
                  <a:srgbClr val="000000"/>
                </a:solidFill>
                <a:latin typeface="+mj-lt"/>
                <a:ea typeface="Adobe Fan Heiti Std B" pitchFamily="34" charset="-128"/>
              </a:rPr>
              <a:t> </a:t>
            </a:r>
            <a:r>
              <a:rPr lang="es-ES" sz="1400" b="0" kern="0" dirty="0">
                <a:solidFill>
                  <a:srgbClr val="FF0000"/>
                </a:solidFill>
                <a:latin typeface="+mj-lt"/>
                <a:ea typeface="Adobe Fan Heiti Std B" pitchFamily="34" charset="-128"/>
              </a:rPr>
              <a:t>Saludadora()</a:t>
            </a:r>
            <a:r>
              <a:rPr lang="es-ES" sz="1400" b="0" kern="0" dirty="0">
                <a:solidFill>
                  <a:srgbClr val="000000"/>
                </a:solidFill>
                <a:latin typeface="+mj-lt"/>
                <a:ea typeface="Adobe Fan Heiti Std B" pitchFamily="34" charset="-128"/>
              </a:rPr>
              <a:t>;</a:t>
            </a:r>
          </a:p>
          <a:p>
            <a:pPr marL="0" indent="0">
              <a:buNone/>
            </a:pPr>
            <a:r>
              <a:rPr lang="es-ES" sz="1400" b="0" kern="0" dirty="0">
                <a:solidFill>
                  <a:srgbClr val="000000"/>
                </a:solidFill>
                <a:latin typeface="+mj-lt"/>
                <a:ea typeface="Adobe Fan Heiti Std B" pitchFamily="34" charset="-128"/>
              </a:rPr>
              <a:t>        </a:t>
            </a:r>
            <a:r>
              <a:rPr lang="es-ES" sz="1400" kern="0" dirty="0" err="1">
                <a:solidFill>
                  <a:srgbClr val="000000"/>
                </a:solidFill>
                <a:latin typeface="+mj-lt"/>
                <a:ea typeface="Adobe Fan Heiti Std B" pitchFamily="34" charset="-128"/>
              </a:rPr>
              <a:t>saludador</a:t>
            </a:r>
            <a:r>
              <a:rPr lang="es-ES" sz="1400" b="0" kern="0" dirty="0" err="1">
                <a:solidFill>
                  <a:srgbClr val="000000"/>
                </a:solidFill>
                <a:latin typeface="+mj-lt"/>
                <a:ea typeface="Adobe Fan Heiti Std B" pitchFamily="34" charset="-128"/>
              </a:rPr>
              <a:t>.</a:t>
            </a:r>
            <a:r>
              <a:rPr lang="es-ES" sz="1400" b="0" kern="0" dirty="0" err="1">
                <a:solidFill>
                  <a:srgbClr val="FF0000"/>
                </a:solidFill>
                <a:latin typeface="+mj-lt"/>
                <a:ea typeface="Adobe Fan Heiti Std B" pitchFamily="34" charset="-128"/>
              </a:rPr>
              <a:t>saluda</a:t>
            </a:r>
            <a:r>
              <a:rPr lang="es-ES" sz="1400" b="0" kern="0" dirty="0">
                <a:solidFill>
                  <a:srgbClr val="FF0000"/>
                </a:solidFill>
                <a:latin typeface="+mj-lt"/>
                <a:ea typeface="Adobe Fan Heiti Std B" pitchFamily="34" charset="-128"/>
              </a:rPr>
              <a:t>(</a:t>
            </a:r>
            <a:r>
              <a:rPr lang="es-ES" sz="1400" b="0" kern="0" dirty="0">
                <a:solidFill>
                  <a:srgbClr val="00B050"/>
                </a:solidFill>
                <a:latin typeface="+mj-lt"/>
                <a:ea typeface="Adobe Fan Heiti Std B" pitchFamily="34" charset="-128"/>
              </a:rPr>
              <a:t>"Buenos días"</a:t>
            </a:r>
            <a:r>
              <a:rPr lang="es-ES" sz="1400" b="0" kern="0" dirty="0">
                <a:solidFill>
                  <a:srgbClr val="FF0000"/>
                </a:solidFill>
                <a:latin typeface="+mj-lt"/>
                <a:ea typeface="Adobe Fan Heiti Std B" pitchFamily="34" charset="-128"/>
              </a:rPr>
              <a:t>)</a:t>
            </a:r>
            <a:r>
              <a:rPr lang="es-ES" sz="1400" b="0" kern="0" dirty="0">
                <a:solidFill>
                  <a:srgbClr val="000000"/>
                </a:solidFill>
                <a:latin typeface="+mj-lt"/>
                <a:ea typeface="Adobe Fan Heiti Std B" pitchFamily="34" charset="-128"/>
              </a:rPr>
              <a:t>;</a:t>
            </a:r>
            <a:r>
              <a:rPr lang="en-US" sz="1400" b="0" kern="0" dirty="0">
                <a:solidFill>
                  <a:srgbClr val="000000"/>
                </a:solidFill>
                <a:latin typeface="+mj-lt"/>
                <a:ea typeface="Adobe Fan Heiti Std B" pitchFamily="34" charset="-128"/>
              </a:rPr>
              <a:t> </a:t>
            </a:r>
            <a:endParaRPr lang="en-US" sz="1400" kern="0" dirty="0">
              <a:solidFill>
                <a:schemeClr val="bg1">
                  <a:lumMod val="50000"/>
                </a:schemeClr>
              </a:solidFill>
              <a:latin typeface="+mj-lt"/>
              <a:ea typeface="Adobe Fan Heiti Std B" pitchFamily="34" charset="-128"/>
            </a:endParaRPr>
          </a:p>
          <a:p>
            <a:pPr marL="0" indent="0">
              <a:buNone/>
            </a:pPr>
            <a:endParaRPr lang="en-US" sz="1400" kern="0" dirty="0">
              <a:solidFill>
                <a:schemeClr val="bg1">
                  <a:lumMod val="50000"/>
                </a:schemeClr>
              </a:solidFill>
              <a:latin typeface="+mj-lt"/>
              <a:ea typeface="Adobe Fan Heiti Std B" pitchFamily="34" charset="-128"/>
            </a:endParaRPr>
          </a:p>
          <a:p>
            <a:pPr marL="0" indent="0">
              <a:buNone/>
            </a:pPr>
            <a:r>
              <a:rPr lang="en-US" sz="1400" kern="0" dirty="0">
                <a:solidFill>
                  <a:schemeClr val="bg1">
                    <a:lumMod val="50000"/>
                  </a:schemeClr>
                </a:solidFill>
                <a:latin typeface="+mj-lt"/>
                <a:ea typeface="Adobe Fan Heiti Std B" pitchFamily="34" charset="-128"/>
              </a:rPr>
              <a:t>    }</a:t>
            </a:r>
          </a:p>
          <a:p>
            <a:pPr marL="0" indent="0">
              <a:buNone/>
            </a:pPr>
            <a:endParaRPr lang="en-US" sz="1400" kern="0" dirty="0">
              <a:solidFill>
                <a:schemeClr val="bg1">
                  <a:lumMod val="50000"/>
                </a:schemeClr>
              </a:solidFill>
              <a:latin typeface="+mj-lt"/>
              <a:ea typeface="Adobe Fan Heiti Std B" pitchFamily="34" charset="-128"/>
            </a:endParaRPr>
          </a:p>
          <a:p>
            <a:pPr marL="0" indent="0">
              <a:buNone/>
            </a:pPr>
            <a:r>
              <a:rPr lang="en-US" sz="1400" kern="0" dirty="0">
                <a:solidFill>
                  <a:schemeClr val="bg1">
                    <a:lumMod val="50000"/>
                  </a:schemeClr>
                </a:solidFill>
                <a:latin typeface="+mj-lt"/>
                <a:ea typeface="Adobe Fan Heiti Std B" pitchFamily="34" charset="-128"/>
              </a:rPr>
              <a:t>    </a:t>
            </a:r>
          </a:p>
          <a:p>
            <a:pPr marL="0" indent="0">
              <a:buNone/>
            </a:pPr>
            <a:r>
              <a:rPr lang="en-US" sz="1400" kern="0" dirty="0">
                <a:solidFill>
                  <a:srgbClr val="0070C0"/>
                </a:solidFill>
                <a:latin typeface="+mj-lt"/>
                <a:ea typeface="Adobe Fan Heiti Std B" pitchFamily="34" charset="-128"/>
              </a:rPr>
              <a:t>}</a:t>
            </a:r>
          </a:p>
        </p:txBody>
      </p:sp>
      <p:sp>
        <p:nvSpPr>
          <p:cNvPr id="13" name="1 Título"/>
          <p:cNvSpPr txBox="1">
            <a:spLocks/>
          </p:cNvSpPr>
          <p:nvPr/>
        </p:nvSpPr>
        <p:spPr bwMode="white">
          <a:xfrm>
            <a:off x="2195735" y="572158"/>
            <a:ext cx="4680521"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ctr" anchorCtr="0" compatLnSpc="1">
            <a:prstTxWarp prst="textNoShape">
              <a:avLst/>
            </a:prstTxWarp>
          </a:bodyPr>
          <a:lstStyle>
            <a:lvl1pPr algn="ctr" defTabSz="957263" rtl="0" fontAlgn="base">
              <a:spcBef>
                <a:spcPct val="0"/>
              </a:spcBef>
              <a:spcAft>
                <a:spcPct val="0"/>
              </a:spcAft>
              <a:defRPr sz="2900" b="1">
                <a:solidFill>
                  <a:schemeClr val="bg1"/>
                </a:solidFill>
                <a:latin typeface="+mj-lt"/>
                <a:ea typeface="+mj-ea"/>
                <a:cs typeface="+mj-cs"/>
              </a:defRPr>
            </a:lvl1pPr>
            <a:lvl2pPr algn="ctr" defTabSz="957263" rtl="0" fontAlgn="base">
              <a:spcBef>
                <a:spcPct val="0"/>
              </a:spcBef>
              <a:spcAft>
                <a:spcPct val="0"/>
              </a:spcAft>
              <a:defRPr sz="2900" b="1">
                <a:solidFill>
                  <a:schemeClr val="bg1"/>
                </a:solidFill>
                <a:latin typeface="Arial" charset="0"/>
              </a:defRPr>
            </a:lvl2pPr>
            <a:lvl3pPr algn="ctr" defTabSz="957263" rtl="0" fontAlgn="base">
              <a:spcBef>
                <a:spcPct val="0"/>
              </a:spcBef>
              <a:spcAft>
                <a:spcPct val="0"/>
              </a:spcAft>
              <a:defRPr sz="2900" b="1">
                <a:solidFill>
                  <a:schemeClr val="bg1"/>
                </a:solidFill>
                <a:latin typeface="Arial" charset="0"/>
              </a:defRPr>
            </a:lvl3pPr>
            <a:lvl4pPr algn="ctr" defTabSz="957263" rtl="0" fontAlgn="base">
              <a:spcBef>
                <a:spcPct val="0"/>
              </a:spcBef>
              <a:spcAft>
                <a:spcPct val="0"/>
              </a:spcAft>
              <a:defRPr sz="2900" b="1">
                <a:solidFill>
                  <a:schemeClr val="bg1"/>
                </a:solidFill>
                <a:latin typeface="Arial" charset="0"/>
              </a:defRPr>
            </a:lvl4pPr>
            <a:lvl5pPr algn="ctr" defTabSz="957263" rtl="0" fontAlgn="base">
              <a:spcBef>
                <a:spcPct val="0"/>
              </a:spcBef>
              <a:spcAft>
                <a:spcPct val="0"/>
              </a:spcAft>
              <a:defRPr sz="2900" b="1">
                <a:solidFill>
                  <a:schemeClr val="bg1"/>
                </a:solidFill>
                <a:latin typeface="Arial" charset="0"/>
              </a:defRPr>
            </a:lvl5pPr>
            <a:lvl6pPr marL="457200" algn="ctr" defTabSz="957263" rtl="0" eaLnBrk="1" fontAlgn="base" hangingPunct="1">
              <a:spcBef>
                <a:spcPct val="0"/>
              </a:spcBef>
              <a:spcAft>
                <a:spcPct val="0"/>
              </a:spcAft>
              <a:defRPr sz="2900" b="1">
                <a:solidFill>
                  <a:schemeClr val="bg1"/>
                </a:solidFill>
                <a:latin typeface="Arial" charset="0"/>
              </a:defRPr>
            </a:lvl6pPr>
            <a:lvl7pPr marL="914400" algn="ctr" defTabSz="957263" rtl="0" eaLnBrk="1" fontAlgn="base" hangingPunct="1">
              <a:spcBef>
                <a:spcPct val="0"/>
              </a:spcBef>
              <a:spcAft>
                <a:spcPct val="0"/>
              </a:spcAft>
              <a:defRPr sz="2900" b="1">
                <a:solidFill>
                  <a:schemeClr val="bg1"/>
                </a:solidFill>
                <a:latin typeface="Arial" charset="0"/>
              </a:defRPr>
            </a:lvl7pPr>
            <a:lvl8pPr marL="1371600" algn="ctr" defTabSz="957263" rtl="0" eaLnBrk="1" fontAlgn="base" hangingPunct="1">
              <a:spcBef>
                <a:spcPct val="0"/>
              </a:spcBef>
              <a:spcAft>
                <a:spcPct val="0"/>
              </a:spcAft>
              <a:defRPr sz="2900" b="1">
                <a:solidFill>
                  <a:schemeClr val="bg1"/>
                </a:solidFill>
                <a:latin typeface="Arial" charset="0"/>
              </a:defRPr>
            </a:lvl8pPr>
            <a:lvl9pPr marL="1828800" algn="ctr" defTabSz="957263" rtl="0" eaLnBrk="1" fontAlgn="base" hangingPunct="1">
              <a:spcBef>
                <a:spcPct val="0"/>
              </a:spcBef>
              <a:spcAft>
                <a:spcPct val="0"/>
              </a:spcAft>
              <a:defRPr sz="2900" b="1">
                <a:solidFill>
                  <a:schemeClr val="bg1"/>
                </a:solidFill>
                <a:latin typeface="Arial" charset="0"/>
              </a:defRPr>
            </a:lvl9pPr>
          </a:lstStyle>
          <a:p>
            <a:r>
              <a:rPr lang="es-ES" sz="1800" dirty="0">
                <a:solidFill>
                  <a:schemeClr val="bg2">
                    <a:lumMod val="50000"/>
                  </a:schemeClr>
                </a:solidFill>
              </a:rPr>
              <a:t>Uso</a:t>
            </a:r>
          </a:p>
        </p:txBody>
      </p:sp>
      <p:sp>
        <p:nvSpPr>
          <p:cNvPr id="17" name="23 Multiplicar"/>
          <p:cNvSpPr/>
          <p:nvPr/>
        </p:nvSpPr>
        <p:spPr bwMode="auto">
          <a:xfrm>
            <a:off x="1573063" y="3145256"/>
            <a:ext cx="622672" cy="540097"/>
          </a:xfrm>
          <a:prstGeom prst="mathMultiply">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3753926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7">
                                            <p:txEl>
                                              <p:pRg st="10" end="1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xEl>
                                              <p:pRg st="13" end="1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7">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7">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7">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7">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anim calcmode="lin" valueType="num">
                                      <p:cBhvr>
                                        <p:cTn id="33" dur="500" fill="hold"/>
                                        <p:tgtEl>
                                          <p:spTgt spid="17"/>
                                        </p:tgtEl>
                                        <p:attrNameLst>
                                          <p:attrName>ppt_w</p:attrName>
                                        </p:attrNameLst>
                                      </p:cBhvr>
                                      <p:tavLst>
                                        <p:tav tm="0">
                                          <p:val>
                                            <p:fltVal val="0"/>
                                          </p:val>
                                        </p:tav>
                                        <p:tav tm="100000">
                                          <p:val>
                                            <p:strVal val="#ppt_w"/>
                                          </p:val>
                                        </p:tav>
                                      </p:tavLst>
                                    </p:anim>
                                    <p:anim calcmode="lin" valueType="num">
                                      <p:cBhvr>
                                        <p:cTn id="34" dur="500" fill="hold"/>
                                        <p:tgtEl>
                                          <p:spTgt spid="17"/>
                                        </p:tgtEl>
                                        <p:attrNameLst>
                                          <p:attrName>ppt_h</p:attrName>
                                        </p:attrNameLst>
                                      </p:cBhvr>
                                      <p:tavLst>
                                        <p:tav tm="0">
                                          <p:val>
                                            <p:fltVal val="0"/>
                                          </p:val>
                                        </p:tav>
                                        <p:tav tm="100000">
                                          <p:val>
                                            <p:strVal val="#ppt_h"/>
                                          </p:val>
                                        </p:tav>
                                      </p:tavLst>
                                    </p:anim>
                                    <p:animEffect transition="in" filter="fade">
                                      <p:cBhvr>
                                        <p:cTn id="3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uiExpand="1" build="p"/>
      <p:bldP spid="17" grpId="0" uiExpand="1"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42924" y="53975"/>
            <a:ext cx="7989515" cy="563563"/>
          </a:xfrm>
        </p:spPr>
        <p:txBody>
          <a:bodyPr/>
          <a:lstStyle/>
          <a:p>
            <a:r>
              <a:rPr lang="es-ES" dirty="0"/>
              <a:t>Clases internas anónimas</a:t>
            </a:r>
          </a:p>
        </p:txBody>
      </p:sp>
      <p:grpSp>
        <p:nvGrpSpPr>
          <p:cNvPr id="7" name="6 Grupo"/>
          <p:cNvGrpSpPr/>
          <p:nvPr/>
        </p:nvGrpSpPr>
        <p:grpSpPr>
          <a:xfrm>
            <a:off x="1475656" y="3645024"/>
            <a:ext cx="6048672" cy="3168352"/>
            <a:chOff x="1403648" y="3645024"/>
            <a:chExt cx="6048672" cy="3168352"/>
          </a:xfrm>
        </p:grpSpPr>
        <p:sp>
          <p:nvSpPr>
            <p:cNvPr id="5" name="4 Rectángulo"/>
            <p:cNvSpPr/>
            <p:nvPr/>
          </p:nvSpPr>
          <p:spPr bwMode="auto">
            <a:xfrm>
              <a:off x="1403648" y="3645024"/>
              <a:ext cx="6048672" cy="3024335"/>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7" name="Rectangle 3"/>
            <p:cNvSpPr txBox="1">
              <a:spLocks noChangeArrowheads="1"/>
            </p:cNvSpPr>
            <p:nvPr/>
          </p:nvSpPr>
          <p:spPr bwMode="auto">
            <a:xfrm>
              <a:off x="1691680" y="3669613"/>
              <a:ext cx="5760640" cy="314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chemeClr val="bg1">
                      <a:lumMod val="50000"/>
                    </a:schemeClr>
                  </a:solidFill>
                  <a:latin typeface="+mj-lt"/>
                  <a:ea typeface="Adobe Fan Heiti Std B" pitchFamily="34" charset="-128"/>
                </a:rPr>
                <a:t>public class </a:t>
              </a:r>
              <a:r>
                <a:rPr lang="en-US" sz="1400" kern="0" dirty="0">
                  <a:solidFill>
                    <a:srgbClr val="0070C0"/>
                  </a:solidFill>
                  <a:latin typeface="+mj-lt"/>
                  <a:ea typeface="Adobe Fan Heiti Std B" pitchFamily="34" charset="-128"/>
                </a:rPr>
                <a:t>Principal {</a:t>
              </a:r>
            </a:p>
            <a:p>
              <a:pPr marL="0" indent="0">
                <a:buNone/>
              </a:pPr>
              <a:r>
                <a:rPr lang="en-US" sz="1400" kern="0" dirty="0">
                  <a:solidFill>
                    <a:schemeClr val="bg1">
                      <a:lumMod val="50000"/>
                    </a:schemeClr>
                  </a:solidFill>
                  <a:latin typeface="+mj-lt"/>
                  <a:ea typeface="Adobe Fan Heiti Std B" pitchFamily="34" charset="-128"/>
                </a:rPr>
                <a:t>    public </a:t>
              </a:r>
              <a:r>
                <a:rPr lang="en-US" sz="1400" kern="0" dirty="0">
                  <a:solidFill>
                    <a:srgbClr val="0070C0"/>
                  </a:solidFill>
                  <a:latin typeface="+mj-lt"/>
                  <a:ea typeface="Adobe Fan Heiti Std B" pitchFamily="34" charset="-128"/>
                </a:rPr>
                <a:t>void</a:t>
              </a:r>
              <a:r>
                <a:rPr lang="en-US" sz="1400" kern="0" dirty="0">
                  <a:solidFill>
                    <a:schemeClr val="bg1">
                      <a:lumMod val="50000"/>
                    </a:schemeClr>
                  </a:solidFill>
                  <a:latin typeface="+mj-lt"/>
                  <a:ea typeface="Adobe Fan Heiti Std B" pitchFamily="34" charset="-128"/>
                </a:rPr>
                <a:t> </a:t>
              </a:r>
              <a:r>
                <a:rPr lang="en-US" sz="1400" kern="0" dirty="0">
                  <a:solidFill>
                    <a:srgbClr val="FF0000"/>
                  </a:solidFill>
                  <a:latin typeface="+mj-lt"/>
                  <a:ea typeface="Adobe Fan Heiti Std B" pitchFamily="34" charset="-128"/>
                </a:rPr>
                <a:t>main(</a:t>
              </a:r>
              <a:r>
                <a:rPr lang="en-US" sz="1400" b="0" kern="0" dirty="0">
                  <a:solidFill>
                    <a:srgbClr val="0070C0"/>
                  </a:solidFill>
                  <a:latin typeface="+mj-lt"/>
                  <a:ea typeface="Adobe Fan Heiti Std B" pitchFamily="34" charset="-128"/>
                </a:rPr>
                <a:t>String[] </a:t>
              </a:r>
              <a:r>
                <a:rPr lang="en-US" sz="1400" b="0" kern="0" dirty="0" err="1">
                  <a:solidFill>
                    <a:srgbClr val="000000"/>
                  </a:solidFill>
                  <a:latin typeface="+mj-lt"/>
                  <a:ea typeface="Adobe Fan Heiti Std B" pitchFamily="34" charset="-128"/>
                </a:rPr>
                <a:t>args</a:t>
              </a:r>
              <a:r>
                <a:rPr lang="en-US" sz="1400" kern="0" dirty="0">
                  <a:solidFill>
                    <a:srgbClr val="FF0000"/>
                  </a:solidFill>
                  <a:latin typeface="+mj-lt"/>
                  <a:ea typeface="Adobe Fan Heiti Std B" pitchFamily="34" charset="-128"/>
                </a:rPr>
                <a:t>)</a:t>
              </a:r>
              <a:r>
                <a:rPr lang="en-US" sz="1400" kern="0" dirty="0">
                  <a:solidFill>
                    <a:schemeClr val="bg1">
                      <a:lumMod val="50000"/>
                    </a:schemeClr>
                  </a:solidFill>
                  <a:latin typeface="+mj-lt"/>
                  <a:ea typeface="Adobe Fan Heiti Std B" pitchFamily="34" charset="-128"/>
                </a:rPr>
                <a:t> {</a:t>
              </a:r>
            </a:p>
            <a:p>
              <a:pPr marL="0" indent="0">
                <a:buNone/>
              </a:pPr>
              <a:endParaRPr lang="en-US" sz="1400" kern="0" dirty="0">
                <a:solidFill>
                  <a:schemeClr val="bg1">
                    <a:lumMod val="50000"/>
                  </a:schemeClr>
                </a:solidFill>
                <a:latin typeface="+mj-lt"/>
                <a:ea typeface="Adobe Fan Heiti Std B" pitchFamily="34" charset="-128"/>
              </a:endParaRPr>
            </a:p>
            <a:p>
              <a:pPr marL="0" indent="0">
                <a:buNone/>
              </a:pPr>
              <a:endParaRPr lang="en-US" sz="1400" kern="0" dirty="0">
                <a:solidFill>
                  <a:schemeClr val="bg1">
                    <a:lumMod val="50000"/>
                  </a:schemeClr>
                </a:solidFill>
                <a:latin typeface="+mj-lt"/>
                <a:ea typeface="Adobe Fan Heiti Std B" pitchFamily="34" charset="-128"/>
              </a:endParaRPr>
            </a:p>
            <a:p>
              <a:pPr marL="0" indent="0">
                <a:buNone/>
              </a:pPr>
              <a:endParaRPr lang="en-US" sz="1400" kern="0" dirty="0">
                <a:solidFill>
                  <a:schemeClr val="bg1">
                    <a:lumMod val="50000"/>
                  </a:schemeClr>
                </a:solidFill>
                <a:latin typeface="+mj-lt"/>
                <a:ea typeface="Adobe Fan Heiti Std B" pitchFamily="34" charset="-128"/>
              </a:endParaRPr>
            </a:p>
            <a:p>
              <a:pPr marL="0" indent="0">
                <a:buNone/>
              </a:pPr>
              <a:endParaRPr lang="en-US" sz="1400" kern="0" dirty="0">
                <a:solidFill>
                  <a:schemeClr val="bg1">
                    <a:lumMod val="50000"/>
                  </a:schemeClr>
                </a:solidFill>
                <a:latin typeface="+mj-lt"/>
                <a:ea typeface="Adobe Fan Heiti Std B" pitchFamily="34" charset="-128"/>
              </a:endParaRPr>
            </a:p>
            <a:p>
              <a:pPr marL="0" indent="0">
                <a:buNone/>
              </a:pPr>
              <a:endParaRPr lang="en-US" sz="1400" kern="0" dirty="0">
                <a:solidFill>
                  <a:schemeClr val="bg1">
                    <a:lumMod val="50000"/>
                  </a:schemeClr>
                </a:solidFill>
                <a:latin typeface="+mj-lt"/>
                <a:ea typeface="Adobe Fan Heiti Std B" pitchFamily="34" charset="-128"/>
              </a:endParaRPr>
            </a:p>
            <a:p>
              <a:pPr marL="0" indent="0">
                <a:buNone/>
              </a:pPr>
              <a:endParaRPr lang="en-US" sz="1400" kern="0" dirty="0">
                <a:solidFill>
                  <a:schemeClr val="bg1">
                    <a:lumMod val="50000"/>
                  </a:schemeClr>
                </a:solidFill>
                <a:latin typeface="+mj-lt"/>
                <a:ea typeface="Adobe Fan Heiti Std B" pitchFamily="34" charset="-128"/>
              </a:endParaRPr>
            </a:p>
            <a:p>
              <a:pPr marL="0" indent="0">
                <a:buNone/>
              </a:pPr>
              <a:endParaRPr lang="en-US" sz="1400" kern="0" dirty="0">
                <a:solidFill>
                  <a:schemeClr val="bg1">
                    <a:lumMod val="50000"/>
                  </a:schemeClr>
                </a:solidFill>
                <a:latin typeface="+mj-lt"/>
                <a:ea typeface="Adobe Fan Heiti Std B" pitchFamily="34" charset="-128"/>
              </a:endParaRPr>
            </a:p>
            <a:p>
              <a:pPr marL="0" indent="0">
                <a:buNone/>
              </a:pPr>
              <a:r>
                <a:rPr lang="en-US" sz="1400" kern="0" dirty="0">
                  <a:solidFill>
                    <a:schemeClr val="bg1">
                      <a:lumMod val="50000"/>
                    </a:schemeClr>
                  </a:solidFill>
                  <a:latin typeface="+mj-lt"/>
                  <a:ea typeface="Adobe Fan Heiti Std B" pitchFamily="34" charset="-128"/>
                </a:rPr>
                <a:t>     }</a:t>
              </a:r>
            </a:p>
            <a:p>
              <a:pPr marL="0" indent="0">
                <a:buNone/>
              </a:pPr>
              <a:r>
                <a:rPr lang="en-US" sz="1400" kern="0" dirty="0">
                  <a:solidFill>
                    <a:srgbClr val="0070C0"/>
                  </a:solidFill>
                  <a:latin typeface="+mj-lt"/>
                  <a:ea typeface="Adobe Fan Heiti Std B" pitchFamily="34" charset="-128"/>
                </a:rPr>
                <a:t>}</a:t>
              </a:r>
            </a:p>
          </p:txBody>
        </p:sp>
      </p:grpSp>
      <p:grpSp>
        <p:nvGrpSpPr>
          <p:cNvPr id="4" name="3 Grupo"/>
          <p:cNvGrpSpPr/>
          <p:nvPr/>
        </p:nvGrpSpPr>
        <p:grpSpPr>
          <a:xfrm>
            <a:off x="1470844" y="800416"/>
            <a:ext cx="6048672" cy="938808"/>
            <a:chOff x="1398836" y="800416"/>
            <a:chExt cx="6048672" cy="938808"/>
          </a:xfrm>
        </p:grpSpPr>
        <p:sp>
          <p:nvSpPr>
            <p:cNvPr id="18" name="17 Rectángulo"/>
            <p:cNvSpPr/>
            <p:nvPr/>
          </p:nvSpPr>
          <p:spPr bwMode="auto">
            <a:xfrm>
              <a:off x="1398836" y="800416"/>
              <a:ext cx="6048672" cy="938808"/>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19" name="Rectangle 3"/>
            <p:cNvSpPr txBox="1">
              <a:spLocks noChangeArrowheads="1"/>
            </p:cNvSpPr>
            <p:nvPr/>
          </p:nvSpPr>
          <p:spPr bwMode="auto">
            <a:xfrm>
              <a:off x="1686868" y="859724"/>
              <a:ext cx="5760640" cy="8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chemeClr val="bg1">
                      <a:lumMod val="50000"/>
                    </a:schemeClr>
                  </a:solidFill>
                  <a:latin typeface="+mj-lt"/>
                  <a:ea typeface="Adobe Fan Heiti Std B" pitchFamily="34" charset="-128"/>
                </a:rPr>
                <a:t>public abstract class </a:t>
              </a:r>
              <a:r>
                <a:rPr lang="en-US" sz="1400" kern="0" dirty="0">
                  <a:solidFill>
                    <a:srgbClr val="0070C0"/>
                  </a:solidFill>
                  <a:latin typeface="+mj-lt"/>
                  <a:ea typeface="Adobe Fan Heiti Std B" pitchFamily="34" charset="-128"/>
                </a:rPr>
                <a:t>Ave {</a:t>
              </a:r>
              <a:endParaRPr lang="en-US" sz="1400" kern="0" dirty="0">
                <a:solidFill>
                  <a:schemeClr val="bg1">
                    <a:lumMod val="50000"/>
                  </a:schemeClr>
                </a:solidFill>
                <a:latin typeface="+mj-lt"/>
                <a:ea typeface="Adobe Fan Heiti Std B" pitchFamily="34" charset="-128"/>
              </a:endParaRPr>
            </a:p>
            <a:p>
              <a:pPr marL="0" indent="0">
                <a:buNone/>
              </a:pPr>
              <a:r>
                <a:rPr lang="en-US" sz="1400" kern="0" dirty="0">
                  <a:solidFill>
                    <a:schemeClr val="bg1">
                      <a:lumMod val="50000"/>
                    </a:schemeClr>
                  </a:solidFill>
                  <a:latin typeface="+mj-lt"/>
                  <a:ea typeface="Adobe Fan Heiti Std B" pitchFamily="34" charset="-128"/>
                </a:rPr>
                <a:t>    </a:t>
              </a:r>
              <a:r>
                <a:rPr lang="en-US" sz="1400" b="0" kern="0" dirty="0">
                  <a:solidFill>
                    <a:schemeClr val="bg1">
                      <a:lumMod val="50000"/>
                    </a:schemeClr>
                  </a:solidFill>
                  <a:latin typeface="+mj-lt"/>
                  <a:ea typeface="Adobe Fan Heiti Std B" pitchFamily="34" charset="-128"/>
                </a:rPr>
                <a:t>abstract </a:t>
              </a:r>
              <a:r>
                <a:rPr lang="en-US" sz="1400" b="0" kern="0" dirty="0">
                  <a:solidFill>
                    <a:srgbClr val="0070C0"/>
                  </a:solidFill>
                  <a:latin typeface="+mj-lt"/>
                  <a:ea typeface="Adobe Fan Heiti Std B" pitchFamily="34" charset="-128"/>
                </a:rPr>
                <a:t>void</a:t>
              </a:r>
              <a:r>
                <a:rPr lang="en-US" sz="1400" b="0" kern="0" dirty="0">
                  <a:solidFill>
                    <a:schemeClr val="bg1">
                      <a:lumMod val="50000"/>
                    </a:schemeClr>
                  </a:solidFill>
                  <a:latin typeface="+mj-lt"/>
                  <a:ea typeface="Adobe Fan Heiti Std B" pitchFamily="34" charset="-128"/>
                </a:rPr>
                <a:t> </a:t>
              </a:r>
              <a:r>
                <a:rPr lang="en-US" sz="1400" b="0" kern="0" dirty="0" err="1">
                  <a:solidFill>
                    <a:srgbClr val="FF0000"/>
                  </a:solidFill>
                  <a:latin typeface="+mj-lt"/>
                  <a:ea typeface="Adobe Fan Heiti Std B" pitchFamily="34" charset="-128"/>
                </a:rPr>
                <a:t>hablar</a:t>
              </a:r>
              <a:r>
                <a:rPr lang="en-US" sz="1400" b="0" kern="0" dirty="0">
                  <a:solidFill>
                    <a:srgbClr val="FF0000"/>
                  </a:solidFill>
                  <a:latin typeface="+mj-lt"/>
                  <a:ea typeface="Adobe Fan Heiti Std B" pitchFamily="34" charset="-128"/>
                </a:rPr>
                <a:t>()</a:t>
              </a:r>
              <a:r>
                <a:rPr lang="en-US" sz="1400" b="0" kern="0" dirty="0">
                  <a:solidFill>
                    <a:schemeClr val="bg1">
                      <a:lumMod val="50000"/>
                    </a:schemeClr>
                  </a:solidFill>
                  <a:latin typeface="+mj-lt"/>
                  <a:ea typeface="Adobe Fan Heiti Std B" pitchFamily="34" charset="-128"/>
                </a:rPr>
                <a:t>;</a:t>
              </a:r>
            </a:p>
            <a:p>
              <a:pPr marL="0" indent="0">
                <a:buNone/>
              </a:pPr>
              <a:r>
                <a:rPr lang="en-US" sz="1400" kern="0" dirty="0">
                  <a:solidFill>
                    <a:srgbClr val="0070C0"/>
                  </a:solidFill>
                  <a:latin typeface="+mj-lt"/>
                  <a:ea typeface="Adobe Fan Heiti Std B" pitchFamily="34" charset="-128"/>
                </a:rPr>
                <a:t>}</a:t>
              </a:r>
            </a:p>
          </p:txBody>
        </p:sp>
      </p:grpSp>
      <p:grpSp>
        <p:nvGrpSpPr>
          <p:cNvPr id="6" name="5 Grupo"/>
          <p:cNvGrpSpPr/>
          <p:nvPr/>
        </p:nvGrpSpPr>
        <p:grpSpPr>
          <a:xfrm>
            <a:off x="1475656" y="1844824"/>
            <a:ext cx="6048672" cy="1656184"/>
            <a:chOff x="1403648" y="1844824"/>
            <a:chExt cx="6048672" cy="1656184"/>
          </a:xfrm>
        </p:grpSpPr>
        <p:sp>
          <p:nvSpPr>
            <p:cNvPr id="20" name="19 Rectángulo"/>
            <p:cNvSpPr/>
            <p:nvPr/>
          </p:nvSpPr>
          <p:spPr bwMode="auto">
            <a:xfrm>
              <a:off x="1403648" y="1844824"/>
              <a:ext cx="6048672" cy="1656184"/>
            </a:xfrm>
            <a:prstGeom prst="rect">
              <a:avLst/>
            </a:prstGeom>
            <a:ln>
              <a:headEnd type="none" w="med" len="med"/>
              <a:tailEnd type="none" w="med" len="med"/>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1" name="Rectangle 3"/>
            <p:cNvSpPr txBox="1">
              <a:spLocks noChangeArrowheads="1"/>
            </p:cNvSpPr>
            <p:nvPr/>
          </p:nvSpPr>
          <p:spPr bwMode="auto">
            <a:xfrm>
              <a:off x="1691680" y="1878732"/>
              <a:ext cx="5760640" cy="1596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n-US" sz="1400" kern="0" dirty="0">
                  <a:solidFill>
                    <a:schemeClr val="bg1">
                      <a:lumMod val="50000"/>
                    </a:schemeClr>
                  </a:solidFill>
                  <a:latin typeface="+mj-lt"/>
                  <a:ea typeface="Adobe Fan Heiti Std B" pitchFamily="34" charset="-128"/>
                </a:rPr>
                <a:t>public class </a:t>
              </a:r>
              <a:r>
                <a:rPr lang="en-US" sz="1400" kern="0" dirty="0" err="1">
                  <a:solidFill>
                    <a:srgbClr val="0070C0"/>
                  </a:solidFill>
                  <a:ea typeface="Adobe Fan Heiti Std B" pitchFamily="34" charset="-128"/>
                </a:rPr>
                <a:t>Pollito</a:t>
              </a:r>
              <a:r>
                <a:rPr lang="en-US" sz="1400" kern="0" dirty="0">
                  <a:solidFill>
                    <a:srgbClr val="0070C0"/>
                  </a:solidFill>
                  <a:ea typeface="Adobe Fan Heiti Std B" pitchFamily="34" charset="-128"/>
                </a:rPr>
                <a:t> </a:t>
              </a:r>
              <a:r>
                <a:rPr lang="en-US" sz="1400" kern="0" dirty="0">
                  <a:solidFill>
                    <a:schemeClr val="bg2">
                      <a:lumMod val="75000"/>
                    </a:schemeClr>
                  </a:solidFill>
                  <a:ea typeface="Adobe Fan Heiti Std B" pitchFamily="34" charset="-128"/>
                </a:rPr>
                <a:t>extends</a:t>
              </a:r>
              <a:r>
                <a:rPr lang="en-US" sz="1400" kern="0" dirty="0">
                  <a:solidFill>
                    <a:srgbClr val="0070C0"/>
                  </a:solidFill>
                  <a:ea typeface="Adobe Fan Heiti Std B" pitchFamily="34" charset="-128"/>
                </a:rPr>
                <a:t> </a:t>
              </a:r>
              <a:r>
                <a:rPr lang="en-US" sz="1400" kern="0" dirty="0">
                  <a:solidFill>
                    <a:srgbClr val="0070C0"/>
                  </a:solidFill>
                  <a:latin typeface="+mj-lt"/>
                  <a:ea typeface="Adobe Fan Heiti Std B" pitchFamily="34" charset="-128"/>
                </a:rPr>
                <a:t>Ave {</a:t>
              </a:r>
              <a:endParaRPr lang="en-US" sz="1400" kern="0" dirty="0">
                <a:solidFill>
                  <a:schemeClr val="bg1">
                    <a:lumMod val="50000"/>
                  </a:schemeClr>
                </a:solidFill>
                <a:latin typeface="+mj-lt"/>
                <a:ea typeface="Adobe Fan Heiti Std B" pitchFamily="34" charset="-128"/>
              </a:endParaRPr>
            </a:p>
            <a:p>
              <a:pPr marL="0" indent="0">
                <a:buNone/>
              </a:pPr>
              <a:r>
                <a:rPr lang="en-US" sz="1400" kern="0" dirty="0">
                  <a:solidFill>
                    <a:schemeClr val="bg1">
                      <a:lumMod val="50000"/>
                    </a:schemeClr>
                  </a:solidFill>
                  <a:latin typeface="+mj-lt"/>
                  <a:ea typeface="Adobe Fan Heiti Std B" pitchFamily="34" charset="-128"/>
                </a:rPr>
                <a:t>      </a:t>
              </a:r>
              <a:r>
                <a:rPr lang="en-US" sz="1400" b="0" kern="0" dirty="0">
                  <a:solidFill>
                    <a:schemeClr val="bg1">
                      <a:lumMod val="50000"/>
                    </a:schemeClr>
                  </a:solidFill>
                  <a:latin typeface="+mj-lt"/>
                  <a:ea typeface="Adobe Fan Heiti Std B" pitchFamily="34" charset="-128"/>
                </a:rPr>
                <a:t>@Override;</a:t>
              </a:r>
            </a:p>
            <a:p>
              <a:pPr marL="0" indent="0">
                <a:buNone/>
              </a:pPr>
              <a:r>
                <a:rPr lang="en-US" sz="1400" b="0" kern="0" dirty="0">
                  <a:solidFill>
                    <a:schemeClr val="bg1">
                      <a:lumMod val="50000"/>
                    </a:schemeClr>
                  </a:solidFill>
                  <a:latin typeface="+mj-lt"/>
                  <a:ea typeface="Adobe Fan Heiti Std B" pitchFamily="34" charset="-128"/>
                </a:rPr>
                <a:t>      public </a:t>
              </a:r>
              <a:r>
                <a:rPr lang="en-US" sz="1400" b="0" kern="0" dirty="0">
                  <a:solidFill>
                    <a:srgbClr val="0070C0"/>
                  </a:solidFill>
                  <a:latin typeface="+mj-lt"/>
                  <a:ea typeface="Adobe Fan Heiti Std B" pitchFamily="34" charset="-128"/>
                </a:rPr>
                <a:t>void</a:t>
              </a:r>
              <a:r>
                <a:rPr lang="en-US" sz="1400" b="0" kern="0" dirty="0">
                  <a:solidFill>
                    <a:schemeClr val="bg1">
                      <a:lumMod val="50000"/>
                    </a:schemeClr>
                  </a:solidFill>
                  <a:latin typeface="+mj-lt"/>
                  <a:ea typeface="Adobe Fan Heiti Std B" pitchFamily="34" charset="-128"/>
                </a:rPr>
                <a:t> </a:t>
              </a:r>
              <a:r>
                <a:rPr lang="en-US" sz="1400" b="0" kern="0" dirty="0" err="1">
                  <a:solidFill>
                    <a:srgbClr val="FF0000"/>
                  </a:solidFill>
                  <a:latin typeface="+mj-lt"/>
                  <a:ea typeface="Adobe Fan Heiti Std B" pitchFamily="34" charset="-128"/>
                </a:rPr>
                <a:t>hablar</a:t>
              </a:r>
              <a:r>
                <a:rPr lang="en-US" sz="1400" b="0" kern="0" dirty="0">
                  <a:solidFill>
                    <a:srgbClr val="FF0000"/>
                  </a:solidFill>
                  <a:latin typeface="+mj-lt"/>
                  <a:ea typeface="Adobe Fan Heiti Std B" pitchFamily="34" charset="-128"/>
                </a:rPr>
                <a:t>()</a:t>
              </a:r>
              <a:r>
                <a:rPr lang="en-US" sz="1400" b="0" kern="0" dirty="0">
                  <a:solidFill>
                    <a:schemeClr val="bg1">
                      <a:lumMod val="50000"/>
                    </a:schemeClr>
                  </a:solidFill>
                  <a:latin typeface="+mj-lt"/>
                  <a:ea typeface="Adobe Fan Heiti Std B" pitchFamily="34" charset="-128"/>
                </a:rPr>
                <a:t> </a:t>
              </a:r>
              <a:r>
                <a:rPr lang="en-US" sz="1400" b="0" kern="0" dirty="0">
                  <a:solidFill>
                    <a:srgbClr val="FF0000"/>
                  </a:solidFill>
                  <a:latin typeface="+mj-lt"/>
                  <a:ea typeface="Adobe Fan Heiti Std B" pitchFamily="34" charset="-128"/>
                </a:rPr>
                <a:t>{</a:t>
              </a:r>
            </a:p>
            <a:p>
              <a:pPr marL="0" indent="0">
                <a:buNone/>
              </a:pPr>
              <a:r>
                <a:rPr lang="en-US" sz="1400" b="0" kern="0" dirty="0">
                  <a:solidFill>
                    <a:srgbClr val="FF0000"/>
                  </a:solidFill>
                  <a:latin typeface="+mj-lt"/>
                  <a:ea typeface="Adobe Fan Heiti Std B" pitchFamily="34" charset="-128"/>
                </a:rPr>
                <a:t>            </a:t>
              </a:r>
              <a:r>
                <a:rPr lang="en-US" sz="1400" b="0" kern="0" dirty="0" err="1">
                  <a:latin typeface="+mj-lt"/>
                  <a:ea typeface="Adobe Fan Heiti Std B" pitchFamily="34" charset="-128"/>
                </a:rPr>
                <a:t>System.out.</a:t>
              </a:r>
              <a:r>
                <a:rPr lang="en-US" sz="1400" b="0" kern="0" dirty="0" err="1">
                  <a:solidFill>
                    <a:srgbClr val="FF0000"/>
                  </a:solidFill>
                  <a:latin typeface="+mj-lt"/>
                  <a:ea typeface="Adobe Fan Heiti Std B" pitchFamily="34" charset="-128"/>
                </a:rPr>
                <a:t>println</a:t>
              </a:r>
              <a:r>
                <a:rPr lang="en-US" sz="1400" b="0" kern="0" dirty="0">
                  <a:solidFill>
                    <a:srgbClr val="FF0000"/>
                  </a:solidFill>
                  <a:latin typeface="+mj-lt"/>
                  <a:ea typeface="Adobe Fan Heiti Std B" pitchFamily="34" charset="-128"/>
                </a:rPr>
                <a:t>(</a:t>
              </a:r>
              <a:r>
                <a:rPr lang="en-US" sz="1400" b="0" kern="0" dirty="0">
                  <a:solidFill>
                    <a:srgbClr val="00B050"/>
                  </a:solidFill>
                  <a:latin typeface="+mj-lt"/>
                  <a:ea typeface="Adobe Fan Heiti Std B" pitchFamily="34" charset="-128"/>
                </a:rPr>
                <a:t>"</a:t>
              </a:r>
              <a:r>
                <a:rPr lang="en-US" sz="1400" b="0" kern="0" dirty="0" err="1">
                  <a:solidFill>
                    <a:srgbClr val="00B050"/>
                  </a:solidFill>
                  <a:latin typeface="+mj-lt"/>
                  <a:ea typeface="Adobe Fan Heiti Std B" pitchFamily="34" charset="-128"/>
                </a:rPr>
                <a:t>Pío</a:t>
              </a:r>
              <a:r>
                <a:rPr lang="en-US" sz="1400" b="0" kern="0" dirty="0">
                  <a:solidFill>
                    <a:srgbClr val="00B050"/>
                  </a:solidFill>
                  <a:latin typeface="+mj-lt"/>
                  <a:ea typeface="Adobe Fan Heiti Std B" pitchFamily="34" charset="-128"/>
                </a:rPr>
                <a:t>"</a:t>
              </a:r>
              <a:r>
                <a:rPr lang="en-US" sz="1400" b="0" kern="0" dirty="0">
                  <a:solidFill>
                    <a:srgbClr val="FF0000"/>
                  </a:solidFill>
                  <a:latin typeface="+mj-lt"/>
                  <a:ea typeface="Adobe Fan Heiti Std B" pitchFamily="34" charset="-128"/>
                </a:rPr>
                <a:t>)</a:t>
              </a:r>
              <a:r>
                <a:rPr lang="en-US" sz="1400" b="0" kern="0" dirty="0">
                  <a:latin typeface="+mj-lt"/>
                  <a:ea typeface="Adobe Fan Heiti Std B" pitchFamily="34" charset="-128"/>
                </a:rPr>
                <a:t>;</a:t>
              </a:r>
            </a:p>
            <a:p>
              <a:pPr marL="0" indent="0">
                <a:buNone/>
              </a:pPr>
              <a:r>
                <a:rPr lang="en-US" sz="1400" b="0" kern="0" dirty="0">
                  <a:solidFill>
                    <a:schemeClr val="bg1">
                      <a:lumMod val="50000"/>
                    </a:schemeClr>
                  </a:solidFill>
                  <a:latin typeface="+mj-lt"/>
                  <a:ea typeface="Adobe Fan Heiti Std B" pitchFamily="34" charset="-128"/>
                </a:rPr>
                <a:t>      </a:t>
              </a:r>
              <a:r>
                <a:rPr lang="en-US" sz="1400" b="0" kern="0" dirty="0">
                  <a:solidFill>
                    <a:srgbClr val="FF0000"/>
                  </a:solidFill>
                  <a:latin typeface="+mj-lt"/>
                  <a:ea typeface="Adobe Fan Heiti Std B" pitchFamily="34" charset="-128"/>
                </a:rPr>
                <a:t>}</a:t>
              </a:r>
            </a:p>
            <a:p>
              <a:pPr marL="0" indent="0">
                <a:buNone/>
              </a:pPr>
              <a:r>
                <a:rPr lang="en-US" sz="1400" kern="0" dirty="0">
                  <a:solidFill>
                    <a:srgbClr val="0070C0"/>
                  </a:solidFill>
                  <a:latin typeface="+mj-lt"/>
                  <a:ea typeface="Adobe Fan Heiti Std B" pitchFamily="34" charset="-128"/>
                </a:rPr>
                <a:t>}</a:t>
              </a:r>
            </a:p>
          </p:txBody>
        </p:sp>
      </p:grpSp>
      <p:sp>
        <p:nvSpPr>
          <p:cNvPr id="25" name="Rectangle 3"/>
          <p:cNvSpPr txBox="1">
            <a:spLocks noChangeArrowheads="1"/>
          </p:cNvSpPr>
          <p:nvPr/>
        </p:nvSpPr>
        <p:spPr bwMode="auto">
          <a:xfrm>
            <a:off x="2448496" y="4214301"/>
            <a:ext cx="4278932" cy="193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s-ES" sz="1400" b="0" kern="0" dirty="0">
                <a:solidFill>
                  <a:srgbClr val="0070C0"/>
                </a:solidFill>
                <a:latin typeface="+mj-lt"/>
                <a:ea typeface="Adobe Fan Heiti Std B" pitchFamily="34" charset="-128"/>
              </a:rPr>
              <a:t>Ave </a:t>
            </a:r>
            <a:r>
              <a:rPr lang="es-ES" sz="1400" kern="0" dirty="0" err="1">
                <a:solidFill>
                  <a:srgbClr val="000000"/>
                </a:solidFill>
                <a:latin typeface="+mj-lt"/>
                <a:ea typeface="Adobe Fan Heiti Std B" pitchFamily="34" charset="-128"/>
              </a:rPr>
              <a:t>ave</a:t>
            </a:r>
            <a:r>
              <a:rPr lang="es-ES" sz="1400" kern="0" dirty="0">
                <a:solidFill>
                  <a:srgbClr val="000000"/>
                </a:solidFill>
                <a:latin typeface="+mj-lt"/>
                <a:ea typeface="Adobe Fan Heiti Std B" pitchFamily="34" charset="-128"/>
              </a:rPr>
              <a:t> </a:t>
            </a:r>
            <a:r>
              <a:rPr lang="es-ES" sz="1400" b="0" kern="0" dirty="0">
                <a:solidFill>
                  <a:srgbClr val="0070C0"/>
                </a:solidFill>
                <a:latin typeface="+mj-lt"/>
                <a:ea typeface="Adobe Fan Heiti Std B" pitchFamily="34" charset="-128"/>
              </a:rPr>
              <a:t>= new </a:t>
            </a:r>
            <a:r>
              <a:rPr lang="es-ES" sz="1400" kern="0" dirty="0">
                <a:solidFill>
                  <a:srgbClr val="FF0000"/>
                </a:solidFill>
                <a:latin typeface="+mj-lt"/>
                <a:ea typeface="Adobe Fan Heiti Std B" pitchFamily="34" charset="-128"/>
              </a:rPr>
              <a:t>Ave() {</a:t>
            </a:r>
          </a:p>
          <a:p>
            <a:pPr marL="0" indent="0">
              <a:buNone/>
            </a:pPr>
            <a:r>
              <a:rPr lang="en-US" sz="1400" b="0" kern="0" dirty="0">
                <a:solidFill>
                  <a:schemeClr val="bg1">
                    <a:lumMod val="50000"/>
                  </a:schemeClr>
                </a:solidFill>
                <a:ea typeface="Adobe Fan Heiti Std B" pitchFamily="34" charset="-128"/>
              </a:rPr>
              <a:t>      @Override;</a:t>
            </a:r>
          </a:p>
          <a:p>
            <a:pPr marL="0" indent="0">
              <a:buNone/>
            </a:pPr>
            <a:r>
              <a:rPr lang="en-US" sz="1400" kern="0" dirty="0">
                <a:solidFill>
                  <a:schemeClr val="bg1">
                    <a:lumMod val="50000"/>
                  </a:schemeClr>
                </a:solidFill>
                <a:ea typeface="Adobe Fan Heiti Std B" pitchFamily="34" charset="-128"/>
              </a:rPr>
              <a:t>      </a:t>
            </a:r>
            <a:r>
              <a:rPr lang="en-US" sz="1400" b="0" kern="0" dirty="0">
                <a:solidFill>
                  <a:schemeClr val="bg1">
                    <a:lumMod val="50000"/>
                  </a:schemeClr>
                </a:solidFill>
                <a:ea typeface="Adobe Fan Heiti Std B" pitchFamily="34" charset="-128"/>
              </a:rPr>
              <a:t>public</a:t>
            </a:r>
            <a:r>
              <a:rPr lang="en-US" sz="1400" kern="0" dirty="0">
                <a:solidFill>
                  <a:schemeClr val="bg1">
                    <a:lumMod val="50000"/>
                  </a:schemeClr>
                </a:solidFill>
                <a:ea typeface="Adobe Fan Heiti Std B" pitchFamily="34" charset="-128"/>
              </a:rPr>
              <a:t> </a:t>
            </a:r>
            <a:r>
              <a:rPr lang="en-US" sz="1400" kern="0" dirty="0">
                <a:solidFill>
                  <a:srgbClr val="0070C0"/>
                </a:solidFill>
                <a:ea typeface="Adobe Fan Heiti Std B" pitchFamily="34" charset="-128"/>
              </a:rPr>
              <a:t>void</a:t>
            </a:r>
            <a:r>
              <a:rPr lang="en-US" sz="1400" kern="0" dirty="0">
                <a:solidFill>
                  <a:schemeClr val="bg1">
                    <a:lumMod val="50000"/>
                  </a:schemeClr>
                </a:solidFill>
                <a:ea typeface="Adobe Fan Heiti Std B" pitchFamily="34" charset="-128"/>
              </a:rPr>
              <a:t> </a:t>
            </a:r>
            <a:r>
              <a:rPr lang="en-US" sz="1400" b="0" kern="0" dirty="0" err="1">
                <a:solidFill>
                  <a:srgbClr val="FF0000"/>
                </a:solidFill>
                <a:ea typeface="Adobe Fan Heiti Std B" pitchFamily="34" charset="-128"/>
              </a:rPr>
              <a:t>hablar</a:t>
            </a:r>
            <a:r>
              <a:rPr lang="en-US" sz="1400" b="0" kern="0" dirty="0">
                <a:solidFill>
                  <a:srgbClr val="FF0000"/>
                </a:solidFill>
                <a:ea typeface="Adobe Fan Heiti Std B" pitchFamily="34" charset="-128"/>
              </a:rPr>
              <a:t>()</a:t>
            </a:r>
            <a:r>
              <a:rPr lang="en-US" sz="1400" b="0" kern="0" dirty="0">
                <a:solidFill>
                  <a:schemeClr val="bg1">
                    <a:lumMod val="50000"/>
                  </a:schemeClr>
                </a:solidFill>
                <a:ea typeface="Adobe Fan Heiti Std B" pitchFamily="34" charset="-128"/>
              </a:rPr>
              <a:t> </a:t>
            </a:r>
            <a:r>
              <a:rPr lang="en-US" sz="1400" b="0" kern="0" dirty="0">
                <a:solidFill>
                  <a:srgbClr val="FF0000"/>
                </a:solidFill>
                <a:ea typeface="Adobe Fan Heiti Std B" pitchFamily="34" charset="-128"/>
              </a:rPr>
              <a:t>{</a:t>
            </a:r>
          </a:p>
          <a:p>
            <a:pPr marL="0" indent="0">
              <a:buNone/>
            </a:pPr>
            <a:r>
              <a:rPr lang="en-US" sz="1400" b="0" kern="0" dirty="0">
                <a:solidFill>
                  <a:srgbClr val="FF0000"/>
                </a:solidFill>
                <a:ea typeface="Adobe Fan Heiti Std B" pitchFamily="34" charset="-128"/>
              </a:rPr>
              <a:t>            </a:t>
            </a:r>
            <a:r>
              <a:rPr lang="en-US" sz="1400" b="0" kern="0" dirty="0" err="1">
                <a:ea typeface="Adobe Fan Heiti Std B" pitchFamily="34" charset="-128"/>
              </a:rPr>
              <a:t>System.out.</a:t>
            </a:r>
            <a:r>
              <a:rPr lang="en-US" sz="1400" b="0" kern="0" dirty="0" err="1">
                <a:solidFill>
                  <a:srgbClr val="FF0000"/>
                </a:solidFill>
                <a:ea typeface="Adobe Fan Heiti Std B" pitchFamily="34" charset="-128"/>
              </a:rPr>
              <a:t>println</a:t>
            </a:r>
            <a:r>
              <a:rPr lang="en-US" sz="1400" b="0" kern="0" dirty="0">
                <a:solidFill>
                  <a:srgbClr val="FF0000"/>
                </a:solidFill>
                <a:ea typeface="Adobe Fan Heiti Std B" pitchFamily="34" charset="-128"/>
              </a:rPr>
              <a:t>(</a:t>
            </a:r>
            <a:r>
              <a:rPr lang="en-US" sz="1400" b="0" kern="0" dirty="0">
                <a:solidFill>
                  <a:srgbClr val="00B050"/>
                </a:solidFill>
                <a:ea typeface="Adobe Fan Heiti Std B" pitchFamily="34" charset="-128"/>
              </a:rPr>
              <a:t>"</a:t>
            </a:r>
            <a:r>
              <a:rPr lang="en-US" sz="1400" b="0" kern="0" dirty="0" err="1">
                <a:solidFill>
                  <a:srgbClr val="00B050"/>
                </a:solidFill>
                <a:ea typeface="Adobe Fan Heiti Std B" pitchFamily="34" charset="-128"/>
              </a:rPr>
              <a:t>Pío</a:t>
            </a:r>
            <a:r>
              <a:rPr lang="en-US" sz="1400" b="0" kern="0" dirty="0">
                <a:solidFill>
                  <a:srgbClr val="00B050"/>
                </a:solidFill>
                <a:ea typeface="Adobe Fan Heiti Std B" pitchFamily="34" charset="-128"/>
              </a:rPr>
              <a:t>"</a:t>
            </a:r>
            <a:r>
              <a:rPr lang="en-US" sz="1400" b="0" kern="0" dirty="0">
                <a:solidFill>
                  <a:srgbClr val="FF0000"/>
                </a:solidFill>
                <a:ea typeface="Adobe Fan Heiti Std B" pitchFamily="34" charset="-128"/>
              </a:rPr>
              <a:t>)</a:t>
            </a:r>
            <a:r>
              <a:rPr lang="en-US" sz="1400" b="0" kern="0" dirty="0">
                <a:ea typeface="Adobe Fan Heiti Std B" pitchFamily="34" charset="-128"/>
              </a:rPr>
              <a:t>;</a:t>
            </a:r>
          </a:p>
          <a:p>
            <a:pPr marL="0" indent="0">
              <a:buNone/>
            </a:pPr>
            <a:r>
              <a:rPr lang="en-US" sz="1400" b="0" kern="0" dirty="0">
                <a:solidFill>
                  <a:schemeClr val="bg1">
                    <a:lumMod val="50000"/>
                  </a:schemeClr>
                </a:solidFill>
                <a:ea typeface="Adobe Fan Heiti Std B" pitchFamily="34" charset="-128"/>
              </a:rPr>
              <a:t>      </a:t>
            </a:r>
            <a:r>
              <a:rPr lang="en-US" sz="1400" b="0" kern="0" dirty="0">
                <a:solidFill>
                  <a:srgbClr val="FF0000"/>
                </a:solidFill>
                <a:ea typeface="Adobe Fan Heiti Std B" pitchFamily="34" charset="-128"/>
              </a:rPr>
              <a:t>}</a:t>
            </a:r>
          </a:p>
          <a:p>
            <a:pPr marL="0" indent="0">
              <a:buNone/>
            </a:pPr>
            <a:r>
              <a:rPr lang="es-ES" sz="1400" b="0" kern="0" dirty="0">
                <a:solidFill>
                  <a:srgbClr val="FF0000"/>
                </a:solidFill>
                <a:latin typeface="+mj-lt"/>
                <a:ea typeface="Adobe Fan Heiti Std B" pitchFamily="34" charset="-128"/>
              </a:rPr>
              <a:t> }</a:t>
            </a:r>
            <a:r>
              <a:rPr lang="es-ES" sz="1400" kern="0" dirty="0">
                <a:solidFill>
                  <a:srgbClr val="000000"/>
                </a:solidFill>
                <a:latin typeface="+mj-lt"/>
                <a:ea typeface="Adobe Fan Heiti Std B" pitchFamily="34" charset="-128"/>
              </a:rPr>
              <a:t>;</a:t>
            </a:r>
          </a:p>
          <a:p>
            <a:pPr marL="0" indent="0">
              <a:buNone/>
            </a:pPr>
            <a:r>
              <a:rPr lang="es-ES" sz="1400" kern="0" dirty="0" err="1">
                <a:solidFill>
                  <a:srgbClr val="000000"/>
                </a:solidFill>
                <a:latin typeface="+mj-lt"/>
                <a:ea typeface="Adobe Fan Heiti Std B" pitchFamily="34" charset="-128"/>
              </a:rPr>
              <a:t>ave</a:t>
            </a:r>
            <a:r>
              <a:rPr lang="es-ES" sz="1400" b="0" kern="0" dirty="0" err="1">
                <a:solidFill>
                  <a:srgbClr val="000000"/>
                </a:solidFill>
                <a:latin typeface="+mj-lt"/>
                <a:ea typeface="Adobe Fan Heiti Std B" pitchFamily="34" charset="-128"/>
              </a:rPr>
              <a:t>.</a:t>
            </a:r>
            <a:r>
              <a:rPr lang="es-ES" sz="1400" b="0" kern="0" dirty="0" err="1">
                <a:solidFill>
                  <a:srgbClr val="FF0000"/>
                </a:solidFill>
                <a:latin typeface="+mj-lt"/>
                <a:ea typeface="Adobe Fan Heiti Std B" pitchFamily="34" charset="-128"/>
              </a:rPr>
              <a:t>hablar</a:t>
            </a:r>
            <a:r>
              <a:rPr lang="es-ES" sz="1400" b="0" kern="0" dirty="0">
                <a:solidFill>
                  <a:srgbClr val="FF0000"/>
                </a:solidFill>
                <a:latin typeface="+mj-lt"/>
                <a:ea typeface="Adobe Fan Heiti Std B" pitchFamily="34" charset="-128"/>
              </a:rPr>
              <a:t>()</a:t>
            </a:r>
            <a:r>
              <a:rPr lang="es-ES" sz="1400" b="0" kern="0" dirty="0">
                <a:solidFill>
                  <a:srgbClr val="000000"/>
                </a:solidFill>
                <a:latin typeface="+mj-lt"/>
                <a:ea typeface="Adobe Fan Heiti Std B" pitchFamily="34" charset="-128"/>
              </a:rPr>
              <a:t>;</a:t>
            </a:r>
            <a:endParaRPr lang="en-US" sz="1400" kern="0" dirty="0">
              <a:solidFill>
                <a:srgbClr val="000000"/>
              </a:solidFill>
              <a:latin typeface="+mj-lt"/>
              <a:ea typeface="Adobe Fan Heiti Std B" pitchFamily="34" charset="-128"/>
            </a:endParaRPr>
          </a:p>
        </p:txBody>
      </p:sp>
      <p:sp>
        <p:nvSpPr>
          <p:cNvPr id="24" name="Rectangle 3"/>
          <p:cNvSpPr txBox="1">
            <a:spLocks noChangeArrowheads="1"/>
          </p:cNvSpPr>
          <p:nvPr/>
        </p:nvSpPr>
        <p:spPr bwMode="auto">
          <a:xfrm>
            <a:off x="2448496" y="4214301"/>
            <a:ext cx="2736304" cy="570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s-ES" sz="1400" b="0" kern="0" dirty="0">
                <a:solidFill>
                  <a:srgbClr val="0070C0"/>
                </a:solidFill>
                <a:latin typeface="+mj-lt"/>
                <a:ea typeface="Adobe Fan Heiti Std B" pitchFamily="34" charset="-128"/>
              </a:rPr>
              <a:t>Ave </a:t>
            </a:r>
            <a:r>
              <a:rPr lang="es-ES" sz="1400" kern="0" dirty="0" err="1">
                <a:solidFill>
                  <a:srgbClr val="000000"/>
                </a:solidFill>
                <a:latin typeface="+mj-lt"/>
                <a:ea typeface="Adobe Fan Heiti Std B" pitchFamily="34" charset="-128"/>
              </a:rPr>
              <a:t>ave</a:t>
            </a:r>
            <a:r>
              <a:rPr lang="es-ES" sz="1400" kern="0" dirty="0">
                <a:solidFill>
                  <a:srgbClr val="000000"/>
                </a:solidFill>
                <a:latin typeface="+mj-lt"/>
                <a:ea typeface="Adobe Fan Heiti Std B" pitchFamily="34" charset="-128"/>
              </a:rPr>
              <a:t> </a:t>
            </a:r>
            <a:r>
              <a:rPr lang="es-ES" sz="1400" b="0" kern="0" dirty="0">
                <a:solidFill>
                  <a:srgbClr val="0070C0"/>
                </a:solidFill>
                <a:latin typeface="+mj-lt"/>
                <a:ea typeface="Adobe Fan Heiti Std B" pitchFamily="34" charset="-128"/>
              </a:rPr>
              <a:t>= new </a:t>
            </a:r>
            <a:r>
              <a:rPr lang="es-ES" sz="1400" b="0" kern="0" dirty="0">
                <a:solidFill>
                  <a:srgbClr val="FF0000"/>
                </a:solidFill>
                <a:latin typeface="+mj-lt"/>
                <a:ea typeface="Adobe Fan Heiti Std B" pitchFamily="34" charset="-128"/>
              </a:rPr>
              <a:t>Pollito()</a:t>
            </a:r>
            <a:r>
              <a:rPr lang="es-ES" sz="1400" b="0" kern="0" dirty="0">
                <a:solidFill>
                  <a:srgbClr val="000000"/>
                </a:solidFill>
                <a:latin typeface="+mj-lt"/>
                <a:ea typeface="Adobe Fan Heiti Std B" pitchFamily="34" charset="-128"/>
              </a:rPr>
              <a:t>;</a:t>
            </a:r>
          </a:p>
          <a:p>
            <a:pPr marL="0" indent="0">
              <a:buNone/>
            </a:pPr>
            <a:r>
              <a:rPr lang="es-ES" sz="1400" kern="0" dirty="0" err="1">
                <a:solidFill>
                  <a:srgbClr val="000000"/>
                </a:solidFill>
                <a:latin typeface="+mj-lt"/>
                <a:ea typeface="Adobe Fan Heiti Std B" pitchFamily="34" charset="-128"/>
              </a:rPr>
              <a:t>ave</a:t>
            </a:r>
            <a:r>
              <a:rPr lang="es-ES" sz="1400" b="0" kern="0" dirty="0" err="1">
                <a:solidFill>
                  <a:srgbClr val="000000"/>
                </a:solidFill>
                <a:latin typeface="+mj-lt"/>
                <a:ea typeface="Adobe Fan Heiti Std B" pitchFamily="34" charset="-128"/>
              </a:rPr>
              <a:t>.</a:t>
            </a:r>
            <a:r>
              <a:rPr lang="es-ES" sz="1400" b="0" kern="0" dirty="0" err="1">
                <a:solidFill>
                  <a:srgbClr val="FF0000"/>
                </a:solidFill>
                <a:latin typeface="+mj-lt"/>
                <a:ea typeface="Adobe Fan Heiti Std B" pitchFamily="34" charset="-128"/>
              </a:rPr>
              <a:t>hablar</a:t>
            </a:r>
            <a:r>
              <a:rPr lang="es-ES" sz="1400" b="0" kern="0" dirty="0">
                <a:solidFill>
                  <a:srgbClr val="FF0000"/>
                </a:solidFill>
                <a:latin typeface="+mj-lt"/>
                <a:ea typeface="Adobe Fan Heiti Std B" pitchFamily="34" charset="-128"/>
              </a:rPr>
              <a:t>()</a:t>
            </a:r>
            <a:r>
              <a:rPr lang="es-ES" sz="1400" b="0" kern="0" dirty="0">
                <a:solidFill>
                  <a:srgbClr val="000000"/>
                </a:solidFill>
                <a:latin typeface="+mj-lt"/>
                <a:ea typeface="Adobe Fan Heiti Std B" pitchFamily="34" charset="-128"/>
              </a:rPr>
              <a:t>;</a:t>
            </a:r>
            <a:endParaRPr lang="en-US" sz="1400" kern="0" dirty="0">
              <a:solidFill>
                <a:srgbClr val="000000"/>
              </a:solidFill>
              <a:latin typeface="+mj-lt"/>
              <a:ea typeface="Adobe Fan Heiti Std B" pitchFamily="34" charset="-128"/>
            </a:endParaRPr>
          </a:p>
        </p:txBody>
      </p:sp>
      <p:sp>
        <p:nvSpPr>
          <p:cNvPr id="22" name="Rectangle 3"/>
          <p:cNvSpPr txBox="1">
            <a:spLocks noChangeArrowheads="1"/>
          </p:cNvSpPr>
          <p:nvPr/>
        </p:nvSpPr>
        <p:spPr bwMode="auto">
          <a:xfrm>
            <a:off x="2448496" y="4214301"/>
            <a:ext cx="2051496" cy="420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s-ES" sz="1400" b="0" kern="0" dirty="0">
                <a:solidFill>
                  <a:srgbClr val="0070C0"/>
                </a:solidFill>
                <a:latin typeface="+mj-lt"/>
                <a:ea typeface="Adobe Fan Heiti Std B" pitchFamily="34" charset="-128"/>
              </a:rPr>
              <a:t>Ave </a:t>
            </a:r>
            <a:r>
              <a:rPr lang="es-ES" sz="1400" kern="0" dirty="0" err="1">
                <a:solidFill>
                  <a:srgbClr val="000000"/>
                </a:solidFill>
                <a:latin typeface="+mj-lt"/>
                <a:ea typeface="Adobe Fan Heiti Std B" pitchFamily="34" charset="-128"/>
              </a:rPr>
              <a:t>ave</a:t>
            </a:r>
            <a:r>
              <a:rPr lang="es-ES" sz="1400" kern="0" dirty="0">
                <a:solidFill>
                  <a:srgbClr val="000000"/>
                </a:solidFill>
                <a:latin typeface="+mj-lt"/>
                <a:ea typeface="Adobe Fan Heiti Std B" pitchFamily="34" charset="-128"/>
              </a:rPr>
              <a:t> </a:t>
            </a:r>
            <a:r>
              <a:rPr lang="es-ES" sz="1400" b="0" kern="0" dirty="0">
                <a:solidFill>
                  <a:srgbClr val="0070C0"/>
                </a:solidFill>
                <a:latin typeface="+mj-lt"/>
                <a:ea typeface="Adobe Fan Heiti Std B" pitchFamily="34" charset="-128"/>
              </a:rPr>
              <a:t>= new </a:t>
            </a:r>
            <a:r>
              <a:rPr lang="es-ES" sz="1400" kern="0" dirty="0">
                <a:solidFill>
                  <a:srgbClr val="FF0000"/>
                </a:solidFill>
                <a:latin typeface="+mj-lt"/>
                <a:ea typeface="Adobe Fan Heiti Std B" pitchFamily="34" charset="-128"/>
              </a:rPr>
              <a:t>Ave() </a:t>
            </a:r>
            <a:r>
              <a:rPr lang="es-ES" sz="1400" kern="0" dirty="0">
                <a:solidFill>
                  <a:srgbClr val="000000"/>
                </a:solidFill>
                <a:latin typeface="+mj-lt"/>
                <a:ea typeface="Adobe Fan Heiti Std B" pitchFamily="34" charset="-128"/>
              </a:rPr>
              <a:t>;</a:t>
            </a:r>
            <a:endParaRPr lang="en-US" sz="1400" kern="0" dirty="0">
              <a:solidFill>
                <a:srgbClr val="000000"/>
              </a:solidFill>
              <a:latin typeface="+mj-lt"/>
              <a:ea typeface="Adobe Fan Heiti Std B" pitchFamily="34" charset="-128"/>
            </a:endParaRPr>
          </a:p>
        </p:txBody>
      </p:sp>
      <p:sp>
        <p:nvSpPr>
          <p:cNvPr id="26" name="23 Multiplicar"/>
          <p:cNvSpPr/>
          <p:nvPr/>
        </p:nvSpPr>
        <p:spPr bwMode="auto">
          <a:xfrm>
            <a:off x="2206732" y="4236841"/>
            <a:ext cx="288032" cy="249835"/>
          </a:xfrm>
          <a:prstGeom prst="mathMultiply">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8" name="7 Flecha derecha"/>
          <p:cNvSpPr/>
          <p:nvPr/>
        </p:nvSpPr>
        <p:spPr bwMode="auto">
          <a:xfrm flipH="1">
            <a:off x="2771800" y="5542632"/>
            <a:ext cx="355228" cy="216024"/>
          </a:xfrm>
          <a:prstGeom prst="rightArrow">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8" name="27 Flecha derecha"/>
          <p:cNvSpPr/>
          <p:nvPr/>
        </p:nvSpPr>
        <p:spPr bwMode="auto">
          <a:xfrm rot="5400000" flipH="1">
            <a:off x="4057650" y="4543578"/>
            <a:ext cx="355228" cy="216024"/>
          </a:xfrm>
          <a:prstGeom prst="rightArrow">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57263" rtl="0" eaLnBrk="1" fontAlgn="base" latinLnBrk="0" hangingPunct="1">
              <a:lnSpc>
                <a:spcPct val="100000"/>
              </a:lnSpc>
              <a:spcBef>
                <a:spcPct val="0"/>
              </a:spcBef>
              <a:spcAft>
                <a:spcPct val="0"/>
              </a:spcAft>
              <a:buClrTx/>
              <a:buSzTx/>
              <a:buFontTx/>
              <a:buNone/>
              <a:tabLst/>
            </a:pPr>
            <a:endParaRPr kumimoji="0" lang="es-ES" sz="1900" b="0" i="0" u="none" strike="noStrike" cap="none" normalizeH="0" baseline="0">
              <a:ln>
                <a:noFill/>
              </a:ln>
              <a:solidFill>
                <a:schemeClr val="tx1"/>
              </a:solidFill>
              <a:effectLst/>
              <a:latin typeface="Arial" charset="0"/>
            </a:endParaRPr>
          </a:p>
        </p:txBody>
      </p:sp>
      <p:sp>
        <p:nvSpPr>
          <p:cNvPr id="29" name="Rectangle 3"/>
          <p:cNvSpPr txBox="1">
            <a:spLocks noChangeArrowheads="1"/>
          </p:cNvSpPr>
          <p:nvPr/>
        </p:nvSpPr>
        <p:spPr bwMode="auto">
          <a:xfrm>
            <a:off x="2448496" y="4214301"/>
            <a:ext cx="3822940" cy="420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5782" tIns="47891" rIns="95782" bIns="47891" numCol="1" anchor="t" anchorCtr="0" compatLnSpc="1">
            <a:prstTxWarp prst="textNoShape">
              <a:avLst/>
            </a:prstTxWarp>
          </a:bodyPr>
          <a:lstStyle>
            <a:lvl1pPr marL="358775" indent="-358775" algn="l" defTabSz="957263" rtl="0" fontAlgn="base">
              <a:spcBef>
                <a:spcPct val="20000"/>
              </a:spcBef>
              <a:spcAft>
                <a:spcPct val="0"/>
              </a:spcAft>
              <a:buClr>
                <a:schemeClr val="hlink"/>
              </a:buClr>
              <a:buFont typeface="Wingdings" pitchFamily="2" charset="2"/>
              <a:buChar char="v"/>
              <a:defRPr sz="2400" b="1">
                <a:solidFill>
                  <a:schemeClr val="tx1"/>
                </a:solidFill>
                <a:latin typeface="+mn-lt"/>
                <a:ea typeface="+mn-ea"/>
                <a:cs typeface="+mn-cs"/>
              </a:defRPr>
            </a:lvl1pPr>
            <a:lvl2pPr marL="777875" indent="-298450" algn="l" defTabSz="957263" rtl="0" fontAlgn="base">
              <a:spcBef>
                <a:spcPct val="20000"/>
              </a:spcBef>
              <a:spcAft>
                <a:spcPct val="0"/>
              </a:spcAft>
              <a:buClr>
                <a:schemeClr val="accent1"/>
              </a:buClr>
              <a:buFont typeface="Wingdings" pitchFamily="2" charset="2"/>
              <a:buChar char="§"/>
              <a:defRPr sz="2100">
                <a:solidFill>
                  <a:schemeClr val="tx1"/>
                </a:solidFill>
                <a:latin typeface="+mj-lt"/>
              </a:defRPr>
            </a:lvl2pPr>
            <a:lvl3pPr marL="1196975" indent="-239713" algn="l" defTabSz="957263" rtl="0" fontAlgn="base">
              <a:spcBef>
                <a:spcPct val="20000"/>
              </a:spcBef>
              <a:spcAft>
                <a:spcPct val="0"/>
              </a:spcAft>
              <a:buClr>
                <a:schemeClr val="tx1"/>
              </a:buClr>
              <a:buChar char="•"/>
              <a:defRPr sz="2100">
                <a:solidFill>
                  <a:schemeClr val="tx1"/>
                </a:solidFill>
                <a:latin typeface="+mj-lt"/>
              </a:defRPr>
            </a:lvl3pPr>
            <a:lvl4pPr marL="1676400" indent="-239713" algn="l" defTabSz="957263" rtl="0" fontAlgn="base">
              <a:spcBef>
                <a:spcPct val="20000"/>
              </a:spcBef>
              <a:spcAft>
                <a:spcPct val="0"/>
              </a:spcAft>
              <a:buChar char="–"/>
              <a:defRPr sz="2100">
                <a:solidFill>
                  <a:schemeClr val="tx1"/>
                </a:solidFill>
                <a:latin typeface="+mj-lt"/>
              </a:defRPr>
            </a:lvl4pPr>
            <a:lvl5pPr marL="2154238" indent="-238125" algn="l" defTabSz="957263" rtl="0" fontAlgn="base">
              <a:spcBef>
                <a:spcPct val="20000"/>
              </a:spcBef>
              <a:spcAft>
                <a:spcPct val="0"/>
              </a:spcAft>
              <a:buChar char="»"/>
              <a:defRPr sz="2100">
                <a:solidFill>
                  <a:schemeClr val="tx1"/>
                </a:solidFill>
                <a:latin typeface="+mj-lt"/>
              </a:defRPr>
            </a:lvl5pPr>
            <a:lvl6pPr marL="2611438" indent="-238125" algn="l" defTabSz="957263" rtl="0" eaLnBrk="1" fontAlgn="base" hangingPunct="1">
              <a:spcBef>
                <a:spcPct val="20000"/>
              </a:spcBef>
              <a:spcAft>
                <a:spcPct val="0"/>
              </a:spcAft>
              <a:buChar char="»"/>
              <a:defRPr sz="2100">
                <a:solidFill>
                  <a:schemeClr val="tx1"/>
                </a:solidFill>
                <a:latin typeface="+mj-lt"/>
              </a:defRPr>
            </a:lvl6pPr>
            <a:lvl7pPr marL="3068638" indent="-238125" algn="l" defTabSz="957263" rtl="0" eaLnBrk="1" fontAlgn="base" hangingPunct="1">
              <a:spcBef>
                <a:spcPct val="20000"/>
              </a:spcBef>
              <a:spcAft>
                <a:spcPct val="0"/>
              </a:spcAft>
              <a:buChar char="»"/>
              <a:defRPr sz="2100">
                <a:solidFill>
                  <a:schemeClr val="tx1"/>
                </a:solidFill>
                <a:latin typeface="+mj-lt"/>
              </a:defRPr>
            </a:lvl7pPr>
            <a:lvl8pPr marL="3525838" indent="-238125" algn="l" defTabSz="957263" rtl="0" eaLnBrk="1" fontAlgn="base" hangingPunct="1">
              <a:spcBef>
                <a:spcPct val="20000"/>
              </a:spcBef>
              <a:spcAft>
                <a:spcPct val="0"/>
              </a:spcAft>
              <a:buChar char="»"/>
              <a:defRPr sz="2100">
                <a:solidFill>
                  <a:schemeClr val="tx1"/>
                </a:solidFill>
                <a:latin typeface="+mj-lt"/>
              </a:defRPr>
            </a:lvl8pPr>
            <a:lvl9pPr marL="3983038" indent="-238125" algn="l" defTabSz="957263" rtl="0" eaLnBrk="1" fontAlgn="base" hangingPunct="1">
              <a:spcBef>
                <a:spcPct val="20000"/>
              </a:spcBef>
              <a:spcAft>
                <a:spcPct val="0"/>
              </a:spcAft>
              <a:buChar char="»"/>
              <a:defRPr sz="2100">
                <a:solidFill>
                  <a:schemeClr val="tx1"/>
                </a:solidFill>
                <a:latin typeface="+mj-lt"/>
              </a:defRPr>
            </a:lvl9pPr>
          </a:lstStyle>
          <a:p>
            <a:pPr marL="0" indent="0">
              <a:buNone/>
            </a:pPr>
            <a:r>
              <a:rPr lang="es-ES" sz="1400" b="0" kern="0" dirty="0">
                <a:solidFill>
                  <a:srgbClr val="0070C0"/>
                </a:solidFill>
                <a:latin typeface="+mj-lt"/>
                <a:ea typeface="Adobe Fan Heiti Std B" pitchFamily="34" charset="-128"/>
              </a:rPr>
              <a:t>Ave </a:t>
            </a:r>
            <a:r>
              <a:rPr lang="es-ES" sz="1400" kern="0" dirty="0" err="1">
                <a:solidFill>
                  <a:srgbClr val="000000"/>
                </a:solidFill>
                <a:latin typeface="+mj-lt"/>
                <a:ea typeface="Adobe Fan Heiti Std B" pitchFamily="34" charset="-128"/>
              </a:rPr>
              <a:t>ave</a:t>
            </a:r>
            <a:r>
              <a:rPr lang="es-ES" sz="1400" kern="0" dirty="0">
                <a:solidFill>
                  <a:srgbClr val="000000"/>
                </a:solidFill>
                <a:latin typeface="+mj-lt"/>
                <a:ea typeface="Adobe Fan Heiti Std B" pitchFamily="34" charset="-128"/>
              </a:rPr>
              <a:t> </a:t>
            </a:r>
            <a:r>
              <a:rPr lang="es-ES" sz="1400" b="0" kern="0" dirty="0">
                <a:solidFill>
                  <a:srgbClr val="0070C0"/>
                </a:solidFill>
                <a:latin typeface="+mj-lt"/>
                <a:ea typeface="Adobe Fan Heiti Std B" pitchFamily="34" charset="-128"/>
              </a:rPr>
              <a:t>= new </a:t>
            </a:r>
            <a:r>
              <a:rPr lang="es-ES" sz="1400" kern="0" dirty="0">
                <a:solidFill>
                  <a:srgbClr val="FF0000"/>
                </a:solidFill>
                <a:latin typeface="+mj-lt"/>
                <a:ea typeface="Adobe Fan Heiti Std B" pitchFamily="34" charset="-128"/>
              </a:rPr>
              <a:t>Ave() { … } </a:t>
            </a:r>
            <a:r>
              <a:rPr lang="es-ES" sz="1400" kern="0" dirty="0">
                <a:solidFill>
                  <a:srgbClr val="000000"/>
                </a:solidFill>
                <a:latin typeface="+mj-lt"/>
                <a:ea typeface="Adobe Fan Heiti Std B" pitchFamily="34" charset="-128"/>
              </a:rPr>
              <a:t>;</a:t>
            </a:r>
            <a:endParaRPr lang="en-US" sz="1400" kern="0" dirty="0">
              <a:solidFill>
                <a:srgbClr val="000000"/>
              </a:solidFill>
              <a:latin typeface="+mj-lt"/>
              <a:ea typeface="Adobe Fan Heiti Std B" pitchFamily="34" charset="-128"/>
            </a:endParaRPr>
          </a:p>
        </p:txBody>
      </p:sp>
    </p:spTree>
    <p:extLst>
      <p:ext uri="{BB962C8B-B14F-4D97-AF65-F5344CB8AC3E}">
        <p14:creationId xmlns:p14="http://schemas.microsoft.com/office/powerpoint/2010/main" val="3677435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grpId="0" nodeType="click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p:cTn id="11" dur="500" fill="hold"/>
                                        <p:tgtEl>
                                          <p:spTgt spid="22"/>
                                        </p:tgtEl>
                                        <p:attrNameLst>
                                          <p:attrName>ppt_w</p:attrName>
                                        </p:attrNameLst>
                                      </p:cBhvr>
                                      <p:tavLst>
                                        <p:tav tm="0">
                                          <p:val>
                                            <p:fltVal val="0"/>
                                          </p:val>
                                        </p:tav>
                                        <p:tav tm="100000">
                                          <p:val>
                                            <p:strVal val="#ppt_w"/>
                                          </p:val>
                                        </p:tav>
                                      </p:tavLst>
                                    </p:anim>
                                    <p:anim calcmode="lin" valueType="num">
                                      <p:cBhvr>
                                        <p:cTn id="12" dur="500" fill="hold"/>
                                        <p:tgtEl>
                                          <p:spTgt spid="22"/>
                                        </p:tgtEl>
                                        <p:attrNameLst>
                                          <p:attrName>ppt_h</p:attrName>
                                        </p:attrNameLst>
                                      </p:cBhvr>
                                      <p:tavLst>
                                        <p:tav tm="0">
                                          <p:val>
                                            <p:fltVal val="0"/>
                                          </p:val>
                                        </p:tav>
                                        <p:tav tm="100000">
                                          <p:val>
                                            <p:strVal val="#ppt_h"/>
                                          </p:val>
                                        </p:tav>
                                      </p:tavLst>
                                    </p:anim>
                                    <p:animEffect transition="in" filter="fade">
                                      <p:cBhvr>
                                        <p:cTn id="13" dur="500"/>
                                        <p:tgtEl>
                                          <p:spTgt spid="22"/>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26"/>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xit" presetSubtype="0" fill="hold" grpId="1" nodeType="clickEffect">
                                  <p:stCondLst>
                                    <p:cond delay="0"/>
                                  </p:stCondLst>
                                  <p:childTnLst>
                                    <p:set>
                                      <p:cBhvr>
                                        <p:cTn id="21" dur="1" fill="hold">
                                          <p:stCondLst>
                                            <p:cond delay="0"/>
                                          </p:stCondLst>
                                        </p:cTn>
                                        <p:tgtEl>
                                          <p:spTgt spid="22"/>
                                        </p:tgtEl>
                                        <p:attrNameLst>
                                          <p:attrName>style.visibility</p:attrName>
                                        </p:attrNameLst>
                                      </p:cBhvr>
                                      <p:to>
                                        <p:strVal val="hidden"/>
                                      </p:to>
                                    </p:set>
                                  </p:childTnLst>
                                </p:cTn>
                              </p:par>
                              <p:par>
                                <p:cTn id="22" presetID="1" presetClass="exit" presetSubtype="0" fill="hold" grpId="1" nodeType="withEffect">
                                  <p:stCondLst>
                                    <p:cond delay="0"/>
                                  </p:stCondLst>
                                  <p:childTnLst>
                                    <p:set>
                                      <p:cBhvr>
                                        <p:cTn id="23" dur="1" fill="hold">
                                          <p:stCondLst>
                                            <p:cond delay="0"/>
                                          </p:stCondLst>
                                        </p:cTn>
                                        <p:tgtEl>
                                          <p:spTgt spid="26"/>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4">
                                            <p:txEl>
                                              <p:pRg st="1" end="1"/>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grpId="1" nodeType="clickEffect">
                                  <p:stCondLst>
                                    <p:cond delay="0"/>
                                  </p:stCondLst>
                                  <p:childTnLst>
                                    <p:set>
                                      <p:cBhvr>
                                        <p:cTn id="39" dur="1" fill="hold">
                                          <p:stCondLst>
                                            <p:cond delay="0"/>
                                          </p:stCondLst>
                                        </p:cTn>
                                        <p:tgtEl>
                                          <p:spTgt spid="24">
                                            <p:txEl>
                                              <p:pRg st="0" end="0"/>
                                            </p:txEl>
                                          </p:spTgt>
                                        </p:tgtEl>
                                        <p:attrNameLst>
                                          <p:attrName>style.visibility</p:attrName>
                                        </p:attrNameLst>
                                      </p:cBhvr>
                                      <p:to>
                                        <p:strVal val="hidden"/>
                                      </p:to>
                                    </p:set>
                                  </p:childTnLst>
                                </p:cTn>
                              </p:par>
                              <p:par>
                                <p:cTn id="40" presetID="1" presetClass="exit" presetSubtype="0" fill="hold" grpId="1" nodeType="withEffect">
                                  <p:stCondLst>
                                    <p:cond delay="0"/>
                                  </p:stCondLst>
                                  <p:childTnLst>
                                    <p:set>
                                      <p:cBhvr>
                                        <p:cTn id="41" dur="1" fill="hold">
                                          <p:stCondLst>
                                            <p:cond delay="0"/>
                                          </p:stCondLst>
                                        </p:cTn>
                                        <p:tgtEl>
                                          <p:spTgt spid="24">
                                            <p:txEl>
                                              <p:pRg st="1" end="1"/>
                                            </p:txEl>
                                          </p:spTgt>
                                        </p:tgtEl>
                                        <p:attrNameLst>
                                          <p:attrName>style.visibility</p:attrName>
                                        </p:attrNameLst>
                                      </p:cBhvr>
                                      <p:to>
                                        <p:strVal val="hidden"/>
                                      </p:to>
                                    </p:set>
                                  </p:childTnLst>
                                </p:cTn>
                              </p:par>
                              <p:par>
                                <p:cTn id="42" presetID="1" presetClass="entr" presetSubtype="0" fill="hold" grpId="0" nodeType="withEffect">
                                  <p:stCondLst>
                                    <p:cond delay="0"/>
                                  </p:stCondLst>
                                  <p:childTnLst>
                                    <p:set>
                                      <p:cBhvr>
                                        <p:cTn id="43" dur="1" fill="hold">
                                          <p:stCondLst>
                                            <p:cond delay="0"/>
                                          </p:stCondLst>
                                        </p:cTn>
                                        <p:tgtEl>
                                          <p:spTgt spid="25"/>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 presetClass="entr" presetSubtype="2" fill="hold" grpId="0" nodeType="clickEffect">
                                  <p:stCondLst>
                                    <p:cond delay="0"/>
                                  </p:stCondLst>
                                  <p:childTnLst>
                                    <p:set>
                                      <p:cBhvr>
                                        <p:cTn id="47" dur="1" fill="hold">
                                          <p:stCondLst>
                                            <p:cond delay="0"/>
                                          </p:stCondLst>
                                        </p:cTn>
                                        <p:tgtEl>
                                          <p:spTgt spid="8"/>
                                        </p:tgtEl>
                                        <p:attrNameLst>
                                          <p:attrName>style.visibility</p:attrName>
                                        </p:attrNameLst>
                                      </p:cBhvr>
                                      <p:to>
                                        <p:strVal val="visible"/>
                                      </p:to>
                                    </p:set>
                                    <p:anim calcmode="lin" valueType="num">
                                      <p:cBhvr additive="base">
                                        <p:cTn id="48" dur="500" fill="hold"/>
                                        <p:tgtEl>
                                          <p:spTgt spid="8"/>
                                        </p:tgtEl>
                                        <p:attrNameLst>
                                          <p:attrName>ppt_x</p:attrName>
                                        </p:attrNameLst>
                                      </p:cBhvr>
                                      <p:tavLst>
                                        <p:tav tm="0">
                                          <p:val>
                                            <p:strVal val="1+#ppt_w/2"/>
                                          </p:val>
                                        </p:tav>
                                        <p:tav tm="100000">
                                          <p:val>
                                            <p:strVal val="#ppt_x"/>
                                          </p:val>
                                        </p:tav>
                                      </p:tavLst>
                                    </p:anim>
                                    <p:anim calcmode="lin" valueType="num">
                                      <p:cBhvr additive="base">
                                        <p:cTn id="49"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 presetClass="exit" presetSubtype="0" fill="hold" grpId="1" nodeType="clickEffect">
                                  <p:stCondLst>
                                    <p:cond delay="0"/>
                                  </p:stCondLst>
                                  <p:childTnLst>
                                    <p:set>
                                      <p:cBhvr>
                                        <p:cTn id="53" dur="1" fill="hold">
                                          <p:stCondLst>
                                            <p:cond delay="0"/>
                                          </p:stCondLst>
                                        </p:cTn>
                                        <p:tgtEl>
                                          <p:spTgt spid="25"/>
                                        </p:tgtEl>
                                        <p:attrNameLst>
                                          <p:attrName>style.visibility</p:attrName>
                                        </p:attrNameLst>
                                      </p:cBhvr>
                                      <p:to>
                                        <p:strVal val="hidden"/>
                                      </p:to>
                                    </p:set>
                                  </p:childTnLst>
                                </p:cTn>
                              </p:par>
                              <p:par>
                                <p:cTn id="54" presetID="1" presetClass="exit" presetSubtype="0" fill="hold" grpId="1" nodeType="withEffect">
                                  <p:stCondLst>
                                    <p:cond delay="0"/>
                                  </p:stCondLst>
                                  <p:childTnLst>
                                    <p:set>
                                      <p:cBhvr>
                                        <p:cTn id="55" dur="1" fill="hold">
                                          <p:stCondLst>
                                            <p:cond delay="0"/>
                                          </p:stCondLst>
                                        </p:cTn>
                                        <p:tgtEl>
                                          <p:spTgt spid="8"/>
                                        </p:tgtEl>
                                        <p:attrNameLst>
                                          <p:attrName>style.visibility</p:attrName>
                                        </p:attrNameLst>
                                      </p:cBhvr>
                                      <p:to>
                                        <p:strVal val="hidden"/>
                                      </p:to>
                                    </p:set>
                                  </p:childTnLst>
                                </p:cTn>
                              </p:par>
                              <p:par>
                                <p:cTn id="56" presetID="1" presetClass="entr" presetSubtype="0" fill="hold" grpId="2" nodeType="withEffect">
                                  <p:stCondLst>
                                    <p:cond delay="0"/>
                                  </p:stCondLst>
                                  <p:childTnLst>
                                    <p:set>
                                      <p:cBhvr>
                                        <p:cTn id="57" dur="1" fill="hold">
                                          <p:stCondLst>
                                            <p:cond delay="0"/>
                                          </p:stCondLst>
                                        </p:cTn>
                                        <p:tgtEl>
                                          <p:spTgt spid="22"/>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28"/>
                                        </p:tgtEl>
                                        <p:attrNameLst>
                                          <p:attrName>style.visibility</p:attrName>
                                        </p:attrNameLst>
                                      </p:cBhvr>
                                      <p:to>
                                        <p:strVal val="visible"/>
                                      </p:to>
                                    </p:set>
                                    <p:anim calcmode="lin" valueType="num">
                                      <p:cBhvr additive="base">
                                        <p:cTn id="62" dur="500" fill="hold"/>
                                        <p:tgtEl>
                                          <p:spTgt spid="28"/>
                                        </p:tgtEl>
                                        <p:attrNameLst>
                                          <p:attrName>ppt_x</p:attrName>
                                        </p:attrNameLst>
                                      </p:cBhvr>
                                      <p:tavLst>
                                        <p:tav tm="0">
                                          <p:val>
                                            <p:strVal val="#ppt_x"/>
                                          </p:val>
                                        </p:tav>
                                        <p:tav tm="100000">
                                          <p:val>
                                            <p:strVal val="#ppt_x"/>
                                          </p:val>
                                        </p:tav>
                                      </p:tavLst>
                                    </p:anim>
                                    <p:anim calcmode="lin" valueType="num">
                                      <p:cBhvr additive="base">
                                        <p:cTn id="63"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1" presetClass="exit" presetSubtype="0" fill="hold" grpId="3" nodeType="clickEffect">
                                  <p:stCondLst>
                                    <p:cond delay="0"/>
                                  </p:stCondLst>
                                  <p:childTnLst>
                                    <p:set>
                                      <p:cBhvr>
                                        <p:cTn id="67" dur="1" fill="hold">
                                          <p:stCondLst>
                                            <p:cond delay="0"/>
                                          </p:stCondLst>
                                        </p:cTn>
                                        <p:tgtEl>
                                          <p:spTgt spid="22"/>
                                        </p:tgtEl>
                                        <p:attrNameLst>
                                          <p:attrName>style.visibility</p:attrName>
                                        </p:attrNameLst>
                                      </p:cBhvr>
                                      <p:to>
                                        <p:strVal val="hidden"/>
                                      </p:to>
                                    </p:set>
                                  </p:childTnLst>
                                </p:cTn>
                              </p:par>
                              <p:par>
                                <p:cTn id="68" presetID="1" presetClass="entr" presetSubtype="0" fill="hold" grpId="0" nodeType="withEffect">
                                  <p:stCondLst>
                                    <p:cond delay="0"/>
                                  </p:stCondLst>
                                  <p:childTnLst>
                                    <p:set>
                                      <p:cBhvr>
                                        <p:cTn id="69" dur="1" fill="hold">
                                          <p:stCondLst>
                                            <p:cond delay="0"/>
                                          </p:stCondLst>
                                        </p:cTn>
                                        <p:tgtEl>
                                          <p:spTgt spid="29"/>
                                        </p:tgtEl>
                                        <p:attrNameLst>
                                          <p:attrName>style.visibility</p:attrName>
                                        </p:attrNameLst>
                                      </p:cBhvr>
                                      <p:to>
                                        <p:strVal val="visible"/>
                                      </p:to>
                                    </p:set>
                                  </p:childTnLst>
                                </p:cTn>
                              </p:par>
                              <p:par>
                                <p:cTn id="70" presetID="42" presetClass="path" presetSubtype="0" fill="hold" grpId="1" nodeType="withEffect">
                                  <p:stCondLst>
                                    <p:cond delay="0"/>
                                  </p:stCondLst>
                                  <p:childTnLst>
                                    <p:animMotion origin="layout" path="M 1.66667E-6 -7.40741E-7 L 0.02465 -0.00023 " pathEditMode="relative" rAng="0" ptsTypes="AA">
                                      <p:cBhvr>
                                        <p:cTn id="71" dur="300" fill="hold"/>
                                        <p:tgtEl>
                                          <p:spTgt spid="28"/>
                                        </p:tgtEl>
                                        <p:attrNameLst>
                                          <p:attrName>ppt_x</p:attrName>
                                          <p:attrName>ppt_y</p:attrName>
                                        </p:attrNameLst>
                                      </p:cBhvr>
                                      <p:rCtr x="1233" y="-23"/>
                                    </p:animMotion>
                                  </p:childTnLst>
                                </p:cTn>
                              </p:par>
                            </p:childTnLst>
                          </p:cTn>
                        </p:par>
                      </p:childTnLst>
                    </p:cTn>
                  </p:par>
                  <p:par>
                    <p:cTn id="72" fill="hold">
                      <p:stCondLst>
                        <p:cond delay="indefinite"/>
                      </p:stCondLst>
                      <p:childTnLst>
                        <p:par>
                          <p:cTn id="73" fill="hold">
                            <p:stCondLst>
                              <p:cond delay="0"/>
                            </p:stCondLst>
                            <p:childTnLst>
                              <p:par>
                                <p:cTn id="74" presetID="1" presetClass="exit" presetSubtype="0" fill="hold" grpId="2" nodeType="clickEffect">
                                  <p:stCondLst>
                                    <p:cond delay="0"/>
                                  </p:stCondLst>
                                  <p:childTnLst>
                                    <p:set>
                                      <p:cBhvr>
                                        <p:cTn id="75" dur="1" fill="hold">
                                          <p:stCondLst>
                                            <p:cond delay="0"/>
                                          </p:stCondLst>
                                        </p:cTn>
                                        <p:tgtEl>
                                          <p:spTgt spid="28"/>
                                        </p:tgtEl>
                                        <p:attrNameLst>
                                          <p:attrName>style.visibility</p:attrName>
                                        </p:attrNameLst>
                                      </p:cBhvr>
                                      <p:to>
                                        <p:strVal val="hidden"/>
                                      </p:to>
                                    </p:set>
                                  </p:childTnLst>
                                </p:cTn>
                              </p:par>
                              <p:par>
                                <p:cTn id="76" presetID="1" presetClass="exit" presetSubtype="0" fill="hold" grpId="1" nodeType="withEffect">
                                  <p:stCondLst>
                                    <p:cond delay="0"/>
                                  </p:stCondLst>
                                  <p:childTnLst>
                                    <p:set>
                                      <p:cBhvr>
                                        <p:cTn id="77" dur="1" fill="hold">
                                          <p:stCondLst>
                                            <p:cond delay="0"/>
                                          </p:stCondLst>
                                        </p:cTn>
                                        <p:tgtEl>
                                          <p:spTgt spid="29"/>
                                        </p:tgtEl>
                                        <p:attrNameLst>
                                          <p:attrName>style.visibility</p:attrName>
                                        </p:attrNameLst>
                                      </p:cBhvr>
                                      <p:to>
                                        <p:strVal val="hidden"/>
                                      </p:to>
                                    </p:set>
                                  </p:childTnLst>
                                </p:cTn>
                              </p:par>
                              <p:par>
                                <p:cTn id="78" presetID="1" presetClass="entr" presetSubtype="0" fill="hold" grpId="2" nodeType="withEffect">
                                  <p:stCondLst>
                                    <p:cond delay="0"/>
                                  </p:stCondLst>
                                  <p:childTnLst>
                                    <p:set>
                                      <p:cBhvr>
                                        <p:cTn id="79"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5" grpId="1"/>
      <p:bldP spid="25" grpId="2"/>
      <p:bldP spid="24" grpId="0" build="p"/>
      <p:bldP spid="24" grpId="1" build="allAtOnce"/>
      <p:bldP spid="22" grpId="0"/>
      <p:bldP spid="22" grpId="1"/>
      <p:bldP spid="22" grpId="2"/>
      <p:bldP spid="22" grpId="3"/>
      <p:bldP spid="26" grpId="0" animBg="1"/>
      <p:bldP spid="26" grpId="1" animBg="1"/>
      <p:bldP spid="8" grpId="0" animBg="1"/>
      <p:bldP spid="8" grpId="1" animBg="1"/>
      <p:bldP spid="28" grpId="0" animBg="1"/>
      <p:bldP spid="28" grpId="1" animBg="1"/>
      <p:bldP spid="28" grpId="2" animBg="1"/>
      <p:bldP spid="29" grpId="0"/>
      <p:bldP spid="29" grpId="1"/>
    </p:bldLst>
  </p:timing>
</p:sld>
</file>

<file path=ppt/theme/theme1.xml><?xml version="1.0" encoding="utf-8"?>
<a:theme xmlns:a="http://schemas.openxmlformats.org/drawingml/2006/main" name="cdb2004c019l">
  <a:themeElements>
    <a:clrScheme name="sample 3">
      <a:dk1>
        <a:srgbClr val="000066"/>
      </a:dk1>
      <a:lt1>
        <a:srgbClr val="FFFFFF"/>
      </a:lt1>
      <a:dk2>
        <a:srgbClr val="58A252"/>
      </a:dk2>
      <a:lt2>
        <a:srgbClr val="B2B2B2"/>
      </a:lt2>
      <a:accent1>
        <a:srgbClr val="0066FF"/>
      </a:accent1>
      <a:accent2>
        <a:srgbClr val="2C95A0"/>
      </a:accent2>
      <a:accent3>
        <a:srgbClr val="FFFFFF"/>
      </a:accent3>
      <a:accent4>
        <a:srgbClr val="000056"/>
      </a:accent4>
      <a:accent5>
        <a:srgbClr val="AAB8FF"/>
      </a:accent5>
      <a:accent6>
        <a:srgbClr val="278791"/>
      </a:accent6>
      <a:hlink>
        <a:srgbClr val="35BBE5"/>
      </a:hlink>
      <a:folHlink>
        <a:srgbClr val="872ECA"/>
      </a:folHlink>
    </a:clrScheme>
    <a:fontScheme name="sample">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57263" rtl="0" eaLnBrk="1" fontAlgn="base" latinLnBrk="0" hangingPunct="1">
          <a:lnSpc>
            <a:spcPct val="100000"/>
          </a:lnSpc>
          <a:spcBef>
            <a:spcPct val="0"/>
          </a:spcBef>
          <a:spcAft>
            <a:spcPct val="0"/>
          </a:spcAft>
          <a:buClrTx/>
          <a:buSzTx/>
          <a:buFontTx/>
          <a:buNone/>
          <a:tabLst/>
          <a:defRPr kumimoji="0" lang="en-US" sz="1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57263" rtl="0" eaLnBrk="1" fontAlgn="base" latinLnBrk="0" hangingPunct="1">
          <a:lnSpc>
            <a:spcPct val="100000"/>
          </a:lnSpc>
          <a:spcBef>
            <a:spcPct val="0"/>
          </a:spcBef>
          <a:spcAft>
            <a:spcPct val="0"/>
          </a:spcAft>
          <a:buClrTx/>
          <a:buSzTx/>
          <a:buFontTx/>
          <a:buNone/>
          <a:tabLst/>
          <a:defRPr kumimoji="0" lang="en-US" sz="1900" b="0" i="0" u="none" strike="noStrike" cap="none" normalizeH="0" baseline="0" smtClean="0">
            <a:ln>
              <a:noFill/>
            </a:ln>
            <a:solidFill>
              <a:schemeClr val="tx1"/>
            </a:solidFill>
            <a:effectLst/>
            <a:latin typeface="Arial" charset="0"/>
          </a:defRPr>
        </a:defPPr>
      </a:lstStyle>
    </a:lnDef>
  </a:objectDefaults>
  <a:extraClrSchemeLst>
    <a:extraClrScheme>
      <a:clrScheme name="sample 1">
        <a:dk1>
          <a:srgbClr val="000066"/>
        </a:dk1>
        <a:lt1>
          <a:srgbClr val="FFFFFF"/>
        </a:lt1>
        <a:dk2>
          <a:srgbClr val="58A252"/>
        </a:dk2>
        <a:lt2>
          <a:srgbClr val="B2B2B2"/>
        </a:lt2>
        <a:accent1>
          <a:srgbClr val="33CCCC"/>
        </a:accent1>
        <a:accent2>
          <a:srgbClr val="0099CC"/>
        </a:accent2>
        <a:accent3>
          <a:srgbClr val="FFFFFF"/>
        </a:accent3>
        <a:accent4>
          <a:srgbClr val="000056"/>
        </a:accent4>
        <a:accent5>
          <a:srgbClr val="ADE2E2"/>
        </a:accent5>
        <a:accent6>
          <a:srgbClr val="008AB9"/>
        </a:accent6>
        <a:hlink>
          <a:srgbClr val="6A9EB0"/>
        </a:hlink>
        <a:folHlink>
          <a:srgbClr val="6666FF"/>
        </a:folHlink>
      </a:clrScheme>
      <a:clrMap bg1="lt1" tx1="dk1" bg2="lt2" tx2="dk2" accent1="accent1" accent2="accent2" accent3="accent3" accent4="accent4" accent5="accent5" accent6="accent6" hlink="hlink" folHlink="folHlink"/>
    </a:extraClrScheme>
    <a:extraClrScheme>
      <a:clrScheme name="sample 2">
        <a:dk1>
          <a:srgbClr val="000066"/>
        </a:dk1>
        <a:lt1>
          <a:srgbClr val="FFFFFF"/>
        </a:lt1>
        <a:dk2>
          <a:srgbClr val="415CB3"/>
        </a:dk2>
        <a:lt2>
          <a:srgbClr val="B2B2B2"/>
        </a:lt2>
        <a:accent1>
          <a:srgbClr val="55AEEB"/>
        </a:accent1>
        <a:accent2>
          <a:srgbClr val="FF9933"/>
        </a:accent2>
        <a:accent3>
          <a:srgbClr val="FFFFFF"/>
        </a:accent3>
        <a:accent4>
          <a:srgbClr val="000056"/>
        </a:accent4>
        <a:accent5>
          <a:srgbClr val="B4D3F3"/>
        </a:accent5>
        <a:accent6>
          <a:srgbClr val="E78A2D"/>
        </a:accent6>
        <a:hlink>
          <a:srgbClr val="4D7AB5"/>
        </a:hlink>
        <a:folHlink>
          <a:srgbClr val="9964A2"/>
        </a:folHlink>
      </a:clrScheme>
      <a:clrMap bg1="lt1" tx1="dk1" bg2="lt2" tx2="dk2" accent1="accent1" accent2="accent2" accent3="accent3" accent4="accent4" accent5="accent5" accent6="accent6" hlink="hlink" folHlink="folHlink"/>
    </a:extraClrScheme>
    <a:extraClrScheme>
      <a:clrScheme name="sample 3">
        <a:dk1>
          <a:srgbClr val="000066"/>
        </a:dk1>
        <a:lt1>
          <a:srgbClr val="FFFFFF"/>
        </a:lt1>
        <a:dk2>
          <a:srgbClr val="58A252"/>
        </a:dk2>
        <a:lt2>
          <a:srgbClr val="B2B2B2"/>
        </a:lt2>
        <a:accent1>
          <a:srgbClr val="0066FF"/>
        </a:accent1>
        <a:accent2>
          <a:srgbClr val="2C95A0"/>
        </a:accent2>
        <a:accent3>
          <a:srgbClr val="FFFFFF"/>
        </a:accent3>
        <a:accent4>
          <a:srgbClr val="000056"/>
        </a:accent4>
        <a:accent5>
          <a:srgbClr val="AAB8FF"/>
        </a:accent5>
        <a:accent6>
          <a:srgbClr val="278791"/>
        </a:accent6>
        <a:hlink>
          <a:srgbClr val="35BBE5"/>
        </a:hlink>
        <a:folHlink>
          <a:srgbClr val="872EC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cdb2004c019l</Template>
  <TotalTime>18064</TotalTime>
  <Words>4190</Words>
  <Application>Microsoft Macintosh PowerPoint</Application>
  <PresentationFormat>Presentación en pantalla (4:3)</PresentationFormat>
  <Paragraphs>926</Paragraphs>
  <Slides>49</Slides>
  <Notes>1</Notes>
  <HiddenSlides>0</HiddenSlides>
  <MMClips>0</MMClips>
  <ScaleCrop>false</ScaleCrop>
  <HeadingPairs>
    <vt:vector size="6" baseType="variant">
      <vt:variant>
        <vt:lpstr>Fuentes usadas</vt:lpstr>
      </vt:variant>
      <vt:variant>
        <vt:i4>12</vt:i4>
      </vt:variant>
      <vt:variant>
        <vt:lpstr>Tema</vt:lpstr>
      </vt:variant>
      <vt:variant>
        <vt:i4>1</vt:i4>
      </vt:variant>
      <vt:variant>
        <vt:lpstr>Títulos de diapositiva</vt:lpstr>
      </vt:variant>
      <vt:variant>
        <vt:i4>49</vt:i4>
      </vt:variant>
    </vt:vector>
  </HeadingPairs>
  <TitlesOfParts>
    <vt:vector size="62" baseType="lpstr">
      <vt:lpstr>Adobe Fan Heiti Std B</vt:lpstr>
      <vt:lpstr>Adobe Gothic Std B</vt:lpstr>
      <vt:lpstr>Arial</vt:lpstr>
      <vt:lpstr>Arial Black</vt:lpstr>
      <vt:lpstr>Bradley Hand ITC</vt:lpstr>
      <vt:lpstr>Calibri</vt:lpstr>
      <vt:lpstr>DS-Digital</vt:lpstr>
      <vt:lpstr>Helvetica Neue</vt:lpstr>
      <vt:lpstr>Script MT Bold</vt:lpstr>
      <vt:lpstr>Times New Roman</vt:lpstr>
      <vt:lpstr>Verdana</vt:lpstr>
      <vt:lpstr>Wingdings</vt:lpstr>
      <vt:lpstr>cdb2004c019l</vt:lpstr>
      <vt:lpstr>Utilización avanzada de clases</vt:lpstr>
      <vt:lpstr>Contenidos</vt:lpstr>
      <vt:lpstr>Concepto de Herencia</vt:lpstr>
      <vt:lpstr>Concepto de Herencia</vt:lpstr>
      <vt:lpstr>Codificación de Herencia</vt:lpstr>
      <vt:lpstr>Jerarquía de clases</vt:lpstr>
      <vt:lpstr>Jerarquía de clases</vt:lpstr>
      <vt:lpstr>Modificador protected</vt:lpstr>
      <vt:lpstr>Herencia Múltiple</vt:lpstr>
      <vt:lpstr>Herencia desde CodeByte</vt:lpstr>
      <vt:lpstr>Es un…  vs Tiene un …</vt:lpstr>
      <vt:lpstr>La clase Object</vt:lpstr>
      <vt:lpstr>La clase Object</vt:lpstr>
      <vt:lpstr>Presentación de PowerPoint</vt:lpstr>
      <vt:lpstr>Polimorfismo</vt:lpstr>
      <vt:lpstr>Jerarquía de Aves</vt:lpstr>
      <vt:lpstr>Presentación de PowerPoint</vt:lpstr>
      <vt:lpstr>Inconvenientes</vt:lpstr>
      <vt:lpstr>Solución: Es un…</vt:lpstr>
      <vt:lpstr>Presentación de PowerPoint</vt:lpstr>
      <vt:lpstr>Polimorfismo relacionado con métodos</vt:lpstr>
      <vt:lpstr>Llamada a métodos</vt:lpstr>
      <vt:lpstr>Conversión descendente</vt:lpstr>
      <vt:lpstr>Conversión descendente</vt:lpstr>
      <vt:lpstr>¿De qué tipo es un objeto?</vt:lpstr>
      <vt:lpstr>RESUMEN POLIMORFISMO</vt:lpstr>
      <vt:lpstr>RESUMEN POLIMORFISMO</vt:lpstr>
      <vt:lpstr>Métodos y Clases Abstractas</vt:lpstr>
      <vt:lpstr>Métodos y Clases Abstractas</vt:lpstr>
      <vt:lpstr>Métodos y Clases Abstractas</vt:lpstr>
      <vt:lpstr>Presentación de PowerPoint</vt:lpstr>
      <vt:lpstr>Interfaces</vt:lpstr>
      <vt:lpstr>Definición de Interfaces</vt:lpstr>
      <vt:lpstr>Interfaces</vt:lpstr>
      <vt:lpstr>Interface Comparable</vt:lpstr>
      <vt:lpstr>Interface Comparable</vt:lpstr>
      <vt:lpstr>RESUMEN de INTERFACE</vt:lpstr>
      <vt:lpstr>Herencia en Interfaces</vt:lpstr>
      <vt:lpstr>Herencia múltiple en Interfaces</vt:lpstr>
      <vt:lpstr>Clases abstractas vs Interfaces</vt:lpstr>
      <vt:lpstr>¿Qué usar?</vt:lpstr>
      <vt:lpstr>Presentación de PowerPoint</vt:lpstr>
      <vt:lpstr>Clases anidadas</vt:lpstr>
      <vt:lpstr>Clase interna</vt:lpstr>
      <vt:lpstr>Clases internas</vt:lpstr>
      <vt:lpstr>Clases internas</vt:lpstr>
      <vt:lpstr>Clases internas locales</vt:lpstr>
      <vt:lpstr>Clases internas locales</vt:lpstr>
      <vt:lpstr>Clases internas anónimas</vt:lpstr>
    </vt:vector>
  </TitlesOfParts>
  <Company>RevolucionUnattended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UsuarioAdministrador</dc:creator>
  <cp:lastModifiedBy>Félix Reyes Fernández</cp:lastModifiedBy>
  <cp:revision>828</cp:revision>
  <dcterms:created xsi:type="dcterms:W3CDTF">2008-09-25T01:23:28Z</dcterms:created>
  <dcterms:modified xsi:type="dcterms:W3CDTF">2025-02-03T08:50:22Z</dcterms:modified>
</cp:coreProperties>
</file>