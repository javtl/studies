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463" r:id="rId3"/>
    <p:sldId id="444" r:id="rId4"/>
    <p:sldId id="258" r:id="rId5"/>
    <p:sldId id="259" r:id="rId6"/>
    <p:sldId id="260" r:id="rId7"/>
    <p:sldId id="261" r:id="rId8"/>
    <p:sldId id="262" r:id="rId9"/>
    <p:sldId id="447" r:id="rId10"/>
    <p:sldId id="449" r:id="rId11"/>
    <p:sldId id="450" r:id="rId12"/>
    <p:sldId id="451" r:id="rId13"/>
    <p:sldId id="453" r:id="rId14"/>
    <p:sldId id="454" r:id="rId15"/>
    <p:sldId id="455" r:id="rId16"/>
    <p:sldId id="456" r:id="rId17"/>
    <p:sldId id="457" r:id="rId18"/>
    <p:sldId id="458" r:id="rId19"/>
    <p:sldId id="460" r:id="rId20"/>
    <p:sldId id="459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249EDBE-9125-4EDC-A34A-0044E829241A}">
          <p14:sldIdLst>
            <p14:sldId id="256"/>
            <p14:sldId id="463"/>
            <p14:sldId id="444"/>
            <p14:sldId id="258"/>
            <p14:sldId id="259"/>
            <p14:sldId id="260"/>
            <p14:sldId id="261"/>
            <p14:sldId id="262"/>
            <p14:sldId id="447"/>
            <p14:sldId id="449"/>
            <p14:sldId id="450"/>
            <p14:sldId id="451"/>
            <p14:sldId id="453"/>
            <p14:sldId id="454"/>
            <p14:sldId id="455"/>
            <p14:sldId id="456"/>
            <p14:sldId id="457"/>
            <p14:sldId id="458"/>
            <p14:sldId id="460"/>
            <p14:sldId id="459"/>
          </p14:sldIdLst>
        </p14:section>
        <p14:section name="Sección sin título" id="{E4FCF462-0BFF-4E95-876C-35E98A900FF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DB69"/>
    <a:srgbClr val="FFE79B"/>
    <a:srgbClr val="000000"/>
    <a:srgbClr val="F8A602"/>
    <a:srgbClr val="D6D9DF"/>
    <a:srgbClr val="FF3300"/>
    <a:srgbClr val="EFEFEF"/>
    <a:srgbClr val="FF66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77" autoAdjust="0"/>
    <p:restoredTop sz="50000" autoAdjust="0"/>
  </p:normalViewPr>
  <p:slideViewPr>
    <p:cSldViewPr>
      <p:cViewPr varScale="1">
        <p:scale>
          <a:sx n="87" d="100"/>
          <a:sy n="87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0469D27-3A80-4AE4-983A-5127F419349B}" type="datetimeFigureOut">
              <a:rPr lang="es-ES_tradnl"/>
              <a:pPr>
                <a:defRPr/>
              </a:pPr>
              <a:t>21/04/2025</a:t>
            </a:fld>
            <a:endParaRPr lang="es-ES_tradn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B2CE7FE-09D1-49CA-91BF-39EACD17411D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67553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_tradnl"/>
          </a:p>
        </p:txBody>
      </p:sp>
      <p:sp>
        <p:nvSpPr>
          <p:cNvPr id="1331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36EE85E-37C0-4958-BA08-E096993B5EBD}" type="slidenum">
              <a:rPr lang="es-ES_tradnl" sz="1200"/>
              <a:pPr eaLnBrk="1" hangingPunct="1"/>
              <a:t>1</a:t>
            </a:fld>
            <a:endParaRPr lang="es-ES_tradnl" sz="1200"/>
          </a:p>
        </p:txBody>
      </p:sp>
    </p:spTree>
    <p:extLst>
      <p:ext uri="{BB962C8B-B14F-4D97-AF65-F5344CB8AC3E}">
        <p14:creationId xmlns:p14="http://schemas.microsoft.com/office/powerpoint/2010/main" val="410297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ChangeArrowheads="1"/>
          </p:cNvSpPr>
          <p:nvPr/>
        </p:nvSpPr>
        <p:spPr bwMode="gray">
          <a:xfrm>
            <a:off x="0" y="2708275"/>
            <a:ext cx="9144000" cy="874713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_tradnl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black">
          <a:xfrm>
            <a:off x="381000" y="271463"/>
            <a:ext cx="10890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5782" tIns="47891" rIns="95782" bIns="47891">
            <a:spAutoFit/>
          </a:bodyPr>
          <a:lstStyle/>
          <a:p>
            <a:pPr defTabSz="957263">
              <a:defRPr/>
            </a:pPr>
            <a:r>
              <a:rPr lang="en-US" sz="2100" b="1">
                <a:solidFill>
                  <a:schemeClr val="bg1"/>
                </a:solidFill>
                <a:latin typeface="Verdana" pitchFamily="34" charset="0"/>
              </a:rPr>
              <a:t>LOGO</a:t>
            </a:r>
          </a:p>
        </p:txBody>
      </p: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-11113" y="-12700"/>
            <a:ext cx="9175751" cy="6870700"/>
            <a:chOff x="-7" y="-8"/>
            <a:chExt cx="5780" cy="4328"/>
          </a:xfrm>
        </p:grpSpPr>
        <p:sp>
          <p:nvSpPr>
            <p:cNvPr id="7" name="AutoShape 36"/>
            <p:cNvSpPr>
              <a:spLocks noChangeArrowheads="1"/>
            </p:cNvSpPr>
            <p:nvPr/>
          </p:nvSpPr>
          <p:spPr bwMode="gray">
            <a:xfrm>
              <a:off x="17" y="16"/>
              <a:ext cx="5729" cy="42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8" name="Freeform 37"/>
            <p:cNvSpPr>
              <a:spLocks/>
            </p:cNvSpPr>
            <p:nvPr/>
          </p:nvSpPr>
          <p:spPr bwMode="gray">
            <a:xfrm>
              <a:off x="-3" y="-8"/>
              <a:ext cx="295" cy="289"/>
            </a:xfrm>
            <a:custGeom>
              <a:avLst/>
              <a:gdLst/>
              <a:ahLst/>
              <a:cxnLst>
                <a:cxn ang="0">
                  <a:pos x="3" y="395"/>
                </a:cxn>
                <a:cxn ang="0">
                  <a:pos x="74" y="216"/>
                </a:cxn>
                <a:cxn ang="0">
                  <a:pos x="231" y="50"/>
                </a:cxn>
                <a:cxn ang="0">
                  <a:pos x="403" y="0"/>
                </a:cxn>
                <a:cxn ang="0">
                  <a:pos x="0" y="0"/>
                </a:cxn>
              </a:cxnLst>
              <a:rect l="0" t="0" r="r" b="b"/>
              <a:pathLst>
                <a:path w="403" h="395">
                  <a:moveTo>
                    <a:pt x="3" y="395"/>
                  </a:moveTo>
                  <a:lnTo>
                    <a:pt x="74" y="216"/>
                  </a:lnTo>
                  <a:lnTo>
                    <a:pt x="231" y="50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9" name="Freeform 38"/>
            <p:cNvSpPr>
              <a:spLocks/>
            </p:cNvSpPr>
            <p:nvPr/>
          </p:nvSpPr>
          <p:spPr bwMode="gray">
            <a:xfrm>
              <a:off x="-7" y="3982"/>
              <a:ext cx="287" cy="338"/>
            </a:xfrm>
            <a:custGeom>
              <a:avLst/>
              <a:gdLst/>
              <a:ahLst/>
              <a:cxnLst>
                <a:cxn ang="0">
                  <a:pos x="391" y="473"/>
                </a:cxn>
                <a:cxn ang="0">
                  <a:pos x="151" y="353"/>
                </a:cxn>
                <a:cxn ang="0">
                  <a:pos x="42" y="201"/>
                </a:cxn>
                <a:cxn ang="0">
                  <a:pos x="0" y="0"/>
                </a:cxn>
                <a:cxn ang="0">
                  <a:pos x="1" y="470"/>
                </a:cxn>
              </a:cxnLst>
              <a:rect l="0" t="0" r="r" b="b"/>
              <a:pathLst>
                <a:path w="391" h="473">
                  <a:moveTo>
                    <a:pt x="391" y="473"/>
                  </a:moveTo>
                  <a:lnTo>
                    <a:pt x="151" y="353"/>
                  </a:lnTo>
                  <a:lnTo>
                    <a:pt x="42" y="201"/>
                  </a:lnTo>
                  <a:lnTo>
                    <a:pt x="0" y="0"/>
                  </a:lnTo>
                  <a:lnTo>
                    <a:pt x="1" y="47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" name="Freeform 39"/>
            <p:cNvSpPr>
              <a:spLocks/>
            </p:cNvSpPr>
            <p:nvPr/>
          </p:nvSpPr>
          <p:spPr bwMode="gray">
            <a:xfrm>
              <a:off x="5499" y="4026"/>
              <a:ext cx="274" cy="287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1" name="Freeform 40"/>
            <p:cNvSpPr>
              <a:spLocks/>
            </p:cNvSpPr>
            <p:nvPr/>
          </p:nvSpPr>
          <p:spPr bwMode="gray">
            <a:xfrm>
              <a:off x="5467" y="0"/>
              <a:ext cx="302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1" y="96"/>
                </a:cxn>
                <a:cxn ang="0">
                  <a:pos x="353" y="231"/>
                </a:cxn>
                <a:cxn ang="0">
                  <a:pos x="403" y="403"/>
                </a:cxn>
                <a:cxn ang="0">
                  <a:pos x="403" y="0"/>
                </a:cxn>
              </a:cxnLst>
              <a:rect l="0" t="0" r="r" b="b"/>
              <a:pathLst>
                <a:path w="403" h="403">
                  <a:moveTo>
                    <a:pt x="0" y="0"/>
                  </a:moveTo>
                  <a:lnTo>
                    <a:pt x="221" y="96"/>
                  </a:lnTo>
                  <a:lnTo>
                    <a:pt x="353" y="231"/>
                  </a:lnTo>
                  <a:lnTo>
                    <a:pt x="403" y="403"/>
                  </a:lnTo>
                  <a:lnTo>
                    <a:pt x="403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0" y="2720975"/>
            <a:ext cx="9144000" cy="817563"/>
          </a:xfrm>
        </p:spPr>
        <p:txBody>
          <a:bodyPr/>
          <a:lstStyle>
            <a:lvl1pPr>
              <a:defRPr sz="4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2176463"/>
            <a:ext cx="7086600" cy="436562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9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1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C10960-1D47-4F31-A178-4215E754AE7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0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8B1BE4-FB56-497F-AC71-04F364CF33B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1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D86F26-C6EC-496E-AD78-D42D5BE6465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6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ED370-19CA-4C7C-85E3-1587DE8EE63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1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4D8DD-9D00-4312-B4C4-A03ADF0178C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9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37A5B-A9CE-4669-BC99-AE9F32CE8D07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9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770F1-8B0E-485D-8FC1-DD5CDADCB47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3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ES_tradn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68E41-874E-4862-AAFD-AC18B393D09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2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1FC98-F929-48AB-9F4D-6385B8877736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8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975"/>
            <a:ext cx="2057400" cy="62706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3975"/>
            <a:ext cx="6019800" cy="62706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DFA751-5FBB-4471-AF6F-9D0A8609C3C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00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5" y="53975"/>
            <a:ext cx="7392988" cy="563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s-ES" noProof="0"/>
              <a:t>Haga clic en el icono para agregar una tabla</a:t>
            </a:r>
            <a:endParaRPr lang="es-ES_tradnl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F47353-9D15-4571-BF0B-64C1267AE8A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8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 descr="29641"/>
          <p:cNvSpPr>
            <a:spLocks/>
          </p:cNvSpPr>
          <p:nvPr/>
        </p:nvSpPr>
        <p:spPr bwMode="gray">
          <a:xfrm>
            <a:off x="36513" y="80963"/>
            <a:ext cx="9077325" cy="159543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576" y="560"/>
              </a:cxn>
              <a:cxn ang="0">
                <a:pos x="1403" y="390"/>
              </a:cxn>
              <a:cxn ang="0">
                <a:pos x="2452" y="314"/>
              </a:cxn>
              <a:cxn ang="0">
                <a:pos x="3102" y="326"/>
              </a:cxn>
              <a:cxn ang="0">
                <a:pos x="4043" y="434"/>
              </a:cxn>
              <a:cxn ang="0">
                <a:pos x="4944" y="668"/>
              </a:cxn>
              <a:cxn ang="0">
                <a:pos x="5691" y="971"/>
              </a:cxn>
              <a:cxn ang="0">
                <a:pos x="5718" y="19"/>
              </a:cxn>
              <a:cxn ang="0">
                <a:pos x="9" y="0"/>
              </a:cxn>
            </a:cxnLst>
            <a:rect l="0" t="0" r="r" b="b"/>
            <a:pathLst>
              <a:path w="5718" h="1005">
                <a:moveTo>
                  <a:pt x="0" y="756"/>
                </a:moveTo>
                <a:cubicBezTo>
                  <a:pt x="96" y="724"/>
                  <a:pt x="297" y="635"/>
                  <a:pt x="576" y="560"/>
                </a:cubicBezTo>
                <a:cubicBezTo>
                  <a:pt x="855" y="485"/>
                  <a:pt x="1037" y="442"/>
                  <a:pt x="1403" y="390"/>
                </a:cubicBezTo>
                <a:cubicBezTo>
                  <a:pt x="1769" y="337"/>
                  <a:pt x="2154" y="320"/>
                  <a:pt x="2452" y="314"/>
                </a:cubicBezTo>
                <a:lnTo>
                  <a:pt x="3102" y="326"/>
                </a:lnTo>
                <a:cubicBezTo>
                  <a:pt x="3367" y="346"/>
                  <a:pt x="3736" y="377"/>
                  <a:pt x="4043" y="434"/>
                </a:cubicBezTo>
                <a:cubicBezTo>
                  <a:pt x="4350" y="490"/>
                  <a:pt x="4669" y="578"/>
                  <a:pt x="4944" y="668"/>
                </a:cubicBezTo>
                <a:cubicBezTo>
                  <a:pt x="5219" y="757"/>
                  <a:pt x="5679" y="1005"/>
                  <a:pt x="5691" y="971"/>
                </a:cubicBezTo>
                <a:cubicBezTo>
                  <a:pt x="5695" y="964"/>
                  <a:pt x="5718" y="25"/>
                  <a:pt x="5718" y="19"/>
                </a:cubicBezTo>
                <a:cubicBezTo>
                  <a:pt x="5718" y="7"/>
                  <a:pt x="1198" y="4"/>
                  <a:pt x="9" y="0"/>
                </a:cubicBezTo>
              </a:path>
            </a:pathLst>
          </a:custGeom>
          <a:blipFill dpi="0" rotWithShape="1">
            <a:blip r:embed="rId15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4888" y="6450013"/>
            <a:ext cx="2897187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r">
              <a:defRPr sz="1300" b="1">
                <a:latin typeface="Verdana" pitchFamily="34" charset="0"/>
              </a:defRPr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54775"/>
            <a:ext cx="927100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ctr">
              <a:defRPr sz="1300" b="1">
                <a:latin typeface="Verdana" pitchFamily="34" charset="0"/>
              </a:defRPr>
            </a:lvl1pPr>
          </a:lstStyle>
          <a:p>
            <a:fld id="{BD04EC93-4901-40B8-B615-125461DCA23D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42925" y="53975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grpSp>
        <p:nvGrpSpPr>
          <p:cNvPr id="1031" name="Group 16"/>
          <p:cNvGrpSpPr>
            <a:grpSpLocks/>
          </p:cNvGrpSpPr>
          <p:nvPr/>
        </p:nvGrpSpPr>
        <p:grpSpPr bwMode="auto">
          <a:xfrm>
            <a:off x="-1588" y="0"/>
            <a:ext cx="9145588" cy="6858000"/>
            <a:chOff x="-1" y="0"/>
            <a:chExt cx="8065" cy="6048"/>
          </a:xfrm>
        </p:grpSpPr>
        <p:sp>
          <p:nvSpPr>
            <p:cNvPr id="1041" name="Freeform 17"/>
            <p:cNvSpPr>
              <a:spLocks/>
            </p:cNvSpPr>
            <p:nvPr/>
          </p:nvSpPr>
          <p:spPr bwMode="gray">
            <a:xfrm>
              <a:off x="-1" y="5629"/>
              <a:ext cx="389" cy="417"/>
            </a:xfrm>
            <a:custGeom>
              <a:avLst/>
              <a:gdLst/>
              <a:ahLst/>
              <a:cxnLst>
                <a:cxn ang="0">
                  <a:pos x="314" y="416"/>
                </a:cxn>
                <a:cxn ang="0">
                  <a:pos x="389" y="417"/>
                </a:cxn>
                <a:cxn ang="0">
                  <a:pos x="158" y="297"/>
                </a:cxn>
                <a:cxn ang="0">
                  <a:pos x="39" y="179"/>
                </a:cxn>
                <a:cxn ang="0">
                  <a:pos x="0" y="0"/>
                </a:cxn>
                <a:cxn ang="0">
                  <a:pos x="1" y="417"/>
                </a:cxn>
              </a:cxnLst>
              <a:rect l="0" t="0" r="r" b="b"/>
              <a:pathLst>
                <a:path w="389" h="417">
                  <a:moveTo>
                    <a:pt x="314" y="416"/>
                  </a:moveTo>
                  <a:lnTo>
                    <a:pt x="389" y="417"/>
                  </a:lnTo>
                  <a:lnTo>
                    <a:pt x="158" y="297"/>
                  </a:lnTo>
                  <a:lnTo>
                    <a:pt x="39" y="179"/>
                  </a:lnTo>
                  <a:lnTo>
                    <a:pt x="0" y="0"/>
                  </a:lnTo>
                  <a:lnTo>
                    <a:pt x="1" y="417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gray">
            <a:xfrm>
              <a:off x="7701" y="5645"/>
              <a:ext cx="363" cy="403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3" name="AutoShape 19"/>
            <p:cNvSpPr>
              <a:spLocks noChangeArrowheads="1"/>
            </p:cNvSpPr>
            <p:nvPr/>
          </p:nvSpPr>
          <p:spPr bwMode="gray">
            <a:xfrm>
              <a:off x="26" y="42"/>
              <a:ext cx="8012" cy="59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gray">
            <a:xfrm>
              <a:off x="-1" y="13"/>
              <a:ext cx="405" cy="441"/>
            </a:xfrm>
            <a:custGeom>
              <a:avLst/>
              <a:gdLst/>
              <a:ahLst/>
              <a:cxnLst>
                <a:cxn ang="0">
                  <a:pos x="2" y="441"/>
                </a:cxn>
                <a:cxn ang="0">
                  <a:pos x="107" y="175"/>
                </a:cxn>
                <a:cxn ang="0">
                  <a:pos x="387" y="0"/>
                </a:cxn>
                <a:cxn ang="0">
                  <a:pos x="1" y="0"/>
                </a:cxn>
              </a:cxnLst>
              <a:rect l="0" t="0" r="r" b="b"/>
              <a:pathLst>
                <a:path w="405" h="441">
                  <a:moveTo>
                    <a:pt x="2" y="441"/>
                  </a:moveTo>
                  <a:cubicBezTo>
                    <a:pt x="19" y="397"/>
                    <a:pt x="0" y="345"/>
                    <a:pt x="107" y="175"/>
                  </a:cubicBezTo>
                  <a:cubicBezTo>
                    <a:pt x="214" y="6"/>
                    <a:pt x="405" y="16"/>
                    <a:pt x="387" y="0"/>
                  </a:cubicBezTo>
                  <a:lnTo>
                    <a:pt x="1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gray">
            <a:xfrm>
              <a:off x="7588" y="0"/>
              <a:ext cx="470" cy="48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42" y="150"/>
                </a:cxn>
                <a:cxn ang="0">
                  <a:pos x="470" y="461"/>
                </a:cxn>
                <a:cxn ang="0">
                  <a:pos x="470" y="0"/>
                </a:cxn>
              </a:cxnLst>
              <a:rect l="0" t="0" r="r" b="b"/>
              <a:pathLst>
                <a:path w="470" h="483">
                  <a:moveTo>
                    <a:pt x="0" y="4"/>
                  </a:moveTo>
                  <a:cubicBezTo>
                    <a:pt x="57" y="28"/>
                    <a:pt x="264" y="74"/>
                    <a:pt x="342" y="150"/>
                  </a:cubicBezTo>
                  <a:cubicBezTo>
                    <a:pt x="450" y="275"/>
                    <a:pt x="452" y="483"/>
                    <a:pt x="470" y="461"/>
                  </a:cubicBezTo>
                  <a:lnTo>
                    <a:pt x="47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1046" name="Line 22"/>
          <p:cNvSpPr>
            <a:spLocks noChangeShapeType="1"/>
          </p:cNvSpPr>
          <p:nvPr/>
        </p:nvSpPr>
        <p:spPr bwMode="gray">
          <a:xfrm>
            <a:off x="323850" y="6500813"/>
            <a:ext cx="8569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+mj-lt"/>
          <a:ea typeface="+mj-ea"/>
          <a:cs typeface="+mj-cs"/>
        </a:defRPr>
      </a:lvl1pPr>
      <a:lvl2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2pPr>
      <a:lvl3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3pPr>
      <a:lvl4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4pPr>
      <a:lvl5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5pPr>
      <a:lvl6pPr marL="4572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6pPr>
      <a:lvl7pPr marL="9144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7pPr>
      <a:lvl8pPr marL="13716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8pPr>
      <a:lvl9pPr marL="18288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9pPr>
    </p:titleStyle>
    <p:bodyStyle>
      <a:lvl1pPr marL="358775" indent="-358775" algn="l" defTabSz="957263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263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100">
          <a:solidFill>
            <a:schemeClr val="tx1"/>
          </a:solidFill>
          <a:latin typeface="+mj-lt"/>
        </a:defRPr>
      </a:lvl2pPr>
      <a:lvl3pPr marL="1196975" indent="-239713" algn="l" defTabSz="957263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j-lt"/>
        </a:defRPr>
      </a:lvl3pPr>
      <a:lvl4pPr marL="1676400" indent="-239713" algn="l" defTabSz="957263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j-lt"/>
        </a:defRPr>
      </a:lvl4pPr>
      <a:lvl5pPr marL="2154238" indent="-238125" algn="l" defTabSz="957263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5pPr>
      <a:lvl6pPr marL="26114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6pPr>
      <a:lvl7pPr marL="30686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7pPr>
      <a:lvl8pPr marL="35258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8pPr>
      <a:lvl9pPr marL="39830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720975"/>
            <a:ext cx="9144000" cy="564009"/>
          </a:xfrm>
        </p:spPr>
        <p:txBody>
          <a:bodyPr/>
          <a:lstStyle/>
          <a:p>
            <a:r>
              <a:rPr lang="en-US" sz="3200" dirty="0"/>
              <a:t>Bases de </a:t>
            </a:r>
            <a:r>
              <a:rPr lang="en-US" sz="3200" dirty="0" err="1"/>
              <a:t>Datos</a:t>
            </a:r>
            <a:r>
              <a:rPr lang="en-US" sz="3200" dirty="0"/>
              <a:t> </a:t>
            </a:r>
            <a:r>
              <a:rPr lang="en-US" sz="3200" dirty="0" err="1"/>
              <a:t>Relacionales</a:t>
            </a:r>
            <a:r>
              <a:rPr lang="en-US" sz="3200" dirty="0"/>
              <a:t> </a:t>
            </a:r>
            <a:r>
              <a:rPr lang="en-US" sz="3200" dirty="0" err="1"/>
              <a:t>en</a:t>
            </a:r>
            <a:r>
              <a:rPr lang="en-US" sz="3200" dirty="0"/>
              <a:t> Java</a:t>
            </a:r>
          </a:p>
        </p:txBody>
      </p:sp>
      <p:sp>
        <p:nvSpPr>
          <p:cNvPr id="4" name="3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846F4-514C-2645-B0C3-0CCD33613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D70C9FC-16DF-644D-8163-EFD138DA4CB9}"/>
              </a:ext>
            </a:extLst>
          </p:cNvPr>
          <p:cNvSpPr/>
          <p:nvPr/>
        </p:nvSpPr>
        <p:spPr>
          <a:xfrm>
            <a:off x="5877890" y="2924944"/>
            <a:ext cx="329411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ES_tradnl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R.A. 9: </a:t>
            </a:r>
            <a:r>
              <a:rPr lang="es-ES_tradnl" sz="2000" dirty="0">
                <a:latin typeface="Calibri" panose="020F0502020204030204" pitchFamily="34" charset="0"/>
                <a:ea typeface="Times New Roman" panose="02020603050405020304" pitchFamily="18" charset="0"/>
                <a:cs typeface="NewsGotT-Regu"/>
              </a:rPr>
              <a:t>Gestiona información almacenada en bases de datos relacionales manteniendo la integridad y consistencia de los datos.</a:t>
            </a:r>
            <a:endParaRPr lang="es-E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220408"/>
              </p:ext>
            </p:extLst>
          </p:nvPr>
        </p:nvGraphicFramePr>
        <p:xfrm>
          <a:off x="819177" y="1081907"/>
          <a:ext cx="5022763" cy="5317290"/>
        </p:xfrm>
        <a:graphic>
          <a:graphicData uri="http://schemas.openxmlformats.org/drawingml/2006/table">
            <a:tbl>
              <a:tblPr firstRow="1" firstCol="1" bandRow="1"/>
              <a:tblGrid>
                <a:gridCol w="1583043">
                  <a:extLst>
                    <a:ext uri="{9D8B030D-6E8A-4147-A177-3AD203B41FA5}">
                      <a16:colId xmlns:a16="http://schemas.microsoft.com/office/drawing/2014/main" val="2021133296"/>
                    </a:ext>
                  </a:extLst>
                </a:gridCol>
                <a:gridCol w="1089927">
                  <a:extLst>
                    <a:ext uri="{9D8B030D-6E8A-4147-A177-3AD203B41FA5}">
                      <a16:colId xmlns:a16="http://schemas.microsoft.com/office/drawing/2014/main" val="1172402276"/>
                    </a:ext>
                  </a:extLst>
                </a:gridCol>
                <a:gridCol w="1130251">
                  <a:extLst>
                    <a:ext uri="{9D8B030D-6E8A-4147-A177-3AD203B41FA5}">
                      <a16:colId xmlns:a16="http://schemas.microsoft.com/office/drawing/2014/main" val="799612089"/>
                    </a:ext>
                  </a:extLst>
                </a:gridCol>
                <a:gridCol w="1219542">
                  <a:extLst>
                    <a:ext uri="{9D8B030D-6E8A-4147-A177-3AD203B41FA5}">
                      <a16:colId xmlns:a16="http://schemas.microsoft.com/office/drawing/2014/main" val="2074441830"/>
                    </a:ext>
                  </a:extLst>
                </a:gridCol>
              </a:tblGrid>
              <a:tr h="5166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CRITERIOS DE EVALUACIÓN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PROCEDIMIENTOS ESENCIALES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EVALUACIÓN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CONTENIDOS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092957"/>
                  </a:ext>
                </a:extLst>
              </a:tr>
              <a:tr h="3568770"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identificado las características y métodos de acceso a sistemas gestores de bases de datos relacionales.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programado conexiones con bases de datos.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escrito código para almacenar información en bases de datos.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 han creado programas para recuperar y mostrar información almacenada en bases de datos.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efectuado borrados y modificaciones sobre la información almacenada.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creado aplicaciones que ejecuten consultas sobre bases de datos.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57200"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 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 13. Desarrollar programas con interfaz gráfica con conexión a BD, que nos permitan interactuar con una BD realizando las operaciones correspondientes a inserción, eliminación y actualización y visualización de datos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Trabajo 1 </a:t>
                      </a: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Programa de Gestión con Interfaz Gráfica (40%)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Prueba Práctica 7 (60%)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Conexión con bases de datos relacionales. Características, tipos y métodos de acceso.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Establecimiento de conexiones. Componentes de acceso a datos.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Manipulación de la información. Altas, bajas y modificaciones.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Recuperación de información. Selección de registros. Uso de parámetros.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Manipulación de la información. Altas, bajas y modificaciones.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Recuperación de información. Selección de registros. Uso de parámetros. Ejecución de consultas sobre la base de datos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603753"/>
                  </a:ext>
                </a:extLst>
              </a:tr>
              <a:tr h="811084"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creado aplicaciones para posibilitar la gestión de información presente en bases de datos relacionales.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58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438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1800" b="0" dirty="0">
              <a:latin typeface="Calibri" pitchFamily="34" charset="0"/>
            </a:endParaRPr>
          </a:p>
          <a:p>
            <a:r>
              <a:rPr lang="es-ES" sz="1800" b="0" dirty="0">
                <a:latin typeface="Calibri" pitchFamily="34" charset="0"/>
              </a:rPr>
              <a:t>Java tiene una </a:t>
            </a:r>
            <a:r>
              <a:rPr lang="es-ES" sz="1800" dirty="0">
                <a:latin typeface="Calibri" pitchFamily="34" charset="0"/>
              </a:rPr>
              <a:t>API</a:t>
            </a:r>
            <a:r>
              <a:rPr lang="es-ES" sz="1800" b="0" dirty="0">
                <a:latin typeface="Calibri" pitchFamily="34" charset="0"/>
              </a:rPr>
              <a:t>, que permite interactuar con bases de datos de tal forma que podemos:</a:t>
            </a:r>
          </a:p>
          <a:p>
            <a:pPr lvl="1"/>
            <a:r>
              <a:rPr lang="es-ES" sz="1800" dirty="0">
                <a:latin typeface="Calibri" pitchFamily="34" charset="0"/>
              </a:rPr>
              <a:t>Conectarnos a una base de datos </a:t>
            </a:r>
            <a:r>
              <a:rPr lang="es-ES" sz="1800" b="1" dirty="0">
                <a:latin typeface="Calibri" pitchFamily="34" charset="0"/>
              </a:rPr>
              <a:t>(</a:t>
            </a:r>
            <a:r>
              <a:rPr lang="es-ES" sz="1800" b="1" dirty="0" err="1">
                <a:latin typeface="Calibri" pitchFamily="34" charset="0"/>
              </a:rPr>
              <a:t>Connection</a:t>
            </a:r>
            <a:r>
              <a:rPr lang="es-ES" sz="1800" b="1" dirty="0">
                <a:latin typeface="Calibri" pitchFamily="34" charset="0"/>
              </a:rPr>
              <a:t>)</a:t>
            </a:r>
          </a:p>
          <a:p>
            <a:pPr lvl="1"/>
            <a:r>
              <a:rPr lang="es-ES" sz="1800" b="0" dirty="0">
                <a:latin typeface="Calibri" pitchFamily="34" charset="0"/>
              </a:rPr>
              <a:t>Enviar consultas de selección y actualización de la base de datos </a:t>
            </a:r>
            <a:r>
              <a:rPr lang="es-ES" sz="1800" b="1" dirty="0">
                <a:latin typeface="Calibri" pitchFamily="34" charset="0"/>
              </a:rPr>
              <a:t>(</a:t>
            </a:r>
            <a:r>
              <a:rPr lang="es-ES" sz="1800" b="1" dirty="0" err="1">
                <a:latin typeface="Calibri" pitchFamily="34" charset="0"/>
              </a:rPr>
              <a:t>Statement</a:t>
            </a:r>
            <a:r>
              <a:rPr lang="es-ES" sz="1800" b="1" dirty="0">
                <a:latin typeface="Calibri" pitchFamily="34" charset="0"/>
              </a:rPr>
              <a:t>, </a:t>
            </a:r>
            <a:r>
              <a:rPr lang="es-ES" sz="1800" b="1" dirty="0" err="1">
                <a:latin typeface="Calibri" pitchFamily="34" charset="0"/>
              </a:rPr>
              <a:t>PreparedStatement</a:t>
            </a:r>
            <a:r>
              <a:rPr lang="es-ES" sz="1800" b="1" dirty="0">
                <a:latin typeface="Calibri" pitchFamily="34" charset="0"/>
              </a:rPr>
              <a:t>)</a:t>
            </a:r>
          </a:p>
          <a:p>
            <a:pPr lvl="1"/>
            <a:r>
              <a:rPr lang="es-ES" sz="1800" dirty="0">
                <a:latin typeface="Calibri" pitchFamily="34" charset="0"/>
              </a:rPr>
              <a:t>Recuperar datos de una consulta y manejarlos </a:t>
            </a:r>
            <a:r>
              <a:rPr lang="es-ES" sz="1800" b="1" dirty="0">
                <a:latin typeface="Calibri" pitchFamily="34" charset="0"/>
              </a:rPr>
              <a:t>(</a:t>
            </a:r>
            <a:r>
              <a:rPr lang="es-ES" sz="1800" b="1" dirty="0" err="1">
                <a:latin typeface="Calibri" pitchFamily="34" charset="0"/>
              </a:rPr>
              <a:t>ResultSet</a:t>
            </a:r>
            <a:r>
              <a:rPr lang="es-ES" sz="1800" b="1" dirty="0">
                <a:latin typeface="Calibri" pitchFamily="34" charset="0"/>
              </a:rPr>
              <a:t>)</a:t>
            </a:r>
          </a:p>
          <a:p>
            <a:pPr lvl="1"/>
            <a:endParaRPr lang="es-ES" sz="1800" dirty="0">
              <a:latin typeface="Calibri" pitchFamily="34" charset="0"/>
            </a:endParaRPr>
          </a:p>
          <a:p>
            <a:pPr lvl="1"/>
            <a:endParaRPr lang="es-ES" sz="1800" b="0" dirty="0">
              <a:latin typeface="Calibri" pitchFamily="34" charset="0"/>
            </a:endParaRPr>
          </a:p>
          <a:p>
            <a:r>
              <a:rPr lang="es-ES" sz="1800" dirty="0">
                <a:latin typeface="Calibri" pitchFamily="34" charset="0"/>
              </a:rPr>
              <a:t>JDBC</a:t>
            </a:r>
            <a:r>
              <a:rPr lang="es-ES" sz="1800" b="0" dirty="0">
                <a:latin typeface="Calibri" pitchFamily="34" charset="0"/>
              </a:rPr>
              <a:t> es el API de Java para acceder a sistemas de gestión de bases de datos (SGBD) . Al hacer uso del API nos va a permitir cambiar de SGBD sin modificar nuestro código.</a:t>
            </a:r>
          </a:p>
          <a:p>
            <a:pPr>
              <a:buNone/>
            </a:pPr>
            <a:endParaRPr lang="es-ES" sz="1800" b="0" dirty="0">
              <a:latin typeface="Calibri" pitchFamily="34" charset="0"/>
            </a:endParaRPr>
          </a:p>
          <a:p>
            <a:r>
              <a:rPr lang="es-ES" sz="1800" b="0" dirty="0">
                <a:latin typeface="Calibri" pitchFamily="34" charset="0"/>
              </a:rPr>
              <a:t>JDBC es una especie de “puente” entre nuestro programa Java y el SGBD</a:t>
            </a:r>
          </a:p>
          <a:p>
            <a:pPr lvl="1"/>
            <a:endParaRPr lang="es-ES" sz="1800" b="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lecha arriba y abajo"/>
          <p:cNvSpPr/>
          <p:nvPr/>
        </p:nvSpPr>
        <p:spPr>
          <a:xfrm>
            <a:off x="4355976" y="2356668"/>
            <a:ext cx="648072" cy="1936428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20 Flecha doblada"/>
          <p:cNvSpPr/>
          <p:nvPr/>
        </p:nvSpPr>
        <p:spPr>
          <a:xfrm flipH="1">
            <a:off x="5448090" y="1314376"/>
            <a:ext cx="2248775" cy="2908216"/>
          </a:xfrm>
          <a:prstGeom prst="bentArrow">
            <a:avLst>
              <a:gd name="adj1" fmla="val 12707"/>
              <a:gd name="adj2" fmla="val 11909"/>
              <a:gd name="adj3" fmla="val 22154"/>
              <a:gd name="adj4" fmla="val 45458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0" y="5589240"/>
            <a:ext cx="3684367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Connection</a:t>
            </a:r>
            <a:r>
              <a:rPr lang="es-ES" dirty="0"/>
              <a:t> </a:t>
            </a:r>
            <a:r>
              <a:rPr lang="es-ES" b="1" dirty="0"/>
              <a:t>con</a:t>
            </a:r>
            <a:r>
              <a:rPr lang="es-ES" dirty="0"/>
              <a:t> = </a:t>
            </a:r>
          </a:p>
          <a:p>
            <a:pPr algn="ctr"/>
            <a:r>
              <a:rPr lang="es-ES" dirty="0" err="1">
                <a:solidFill>
                  <a:schemeClr val="accent5">
                    <a:lumMod val="75000"/>
                  </a:schemeClr>
                </a:solidFill>
              </a:rPr>
              <a:t>DriverManager</a:t>
            </a:r>
            <a:r>
              <a:rPr lang="es-ES" dirty="0" err="1"/>
              <a:t>.</a:t>
            </a:r>
            <a:r>
              <a:rPr lang="es-ES" i="1" dirty="0" err="1">
                <a:solidFill>
                  <a:srgbClr val="FF0000"/>
                </a:solidFill>
              </a:rPr>
              <a:t>getConnection</a:t>
            </a:r>
            <a:r>
              <a:rPr lang="es-ES" dirty="0"/>
              <a:t>    </a:t>
            </a:r>
          </a:p>
          <a:p>
            <a:pPr algn="ctr"/>
            <a:r>
              <a:rPr lang="es-ES" sz="1400" dirty="0">
                <a:solidFill>
                  <a:srgbClr val="FF0000"/>
                </a:solidFill>
              </a:rPr>
              <a:t>(</a:t>
            </a:r>
            <a:r>
              <a:rPr lang="es-ES" sz="1400" dirty="0"/>
              <a:t>"</a:t>
            </a:r>
            <a:r>
              <a:rPr lang="es-ES" sz="1400" dirty="0" err="1">
                <a:solidFill>
                  <a:srgbClr val="00B050"/>
                </a:solidFill>
              </a:rPr>
              <a:t>jdbc:mysql</a:t>
            </a:r>
            <a:r>
              <a:rPr lang="es-ES" sz="1400" dirty="0">
                <a:solidFill>
                  <a:srgbClr val="00B050"/>
                </a:solidFill>
              </a:rPr>
              <a:t>://localhost:3306/</a:t>
            </a:r>
            <a:r>
              <a:rPr lang="es-ES" sz="1400" dirty="0"/>
              <a:t>","</a:t>
            </a:r>
            <a:r>
              <a:rPr lang="es-ES" sz="1400" dirty="0" err="1">
                <a:solidFill>
                  <a:srgbClr val="00B050"/>
                </a:solidFill>
              </a:rPr>
              <a:t>root</a:t>
            </a:r>
            <a:r>
              <a:rPr lang="es-ES" sz="1400" dirty="0"/>
              <a:t>", "</a:t>
            </a:r>
            <a:r>
              <a:rPr lang="es-ES" sz="1400" dirty="0">
                <a:solidFill>
                  <a:srgbClr val="00B050"/>
                </a:solidFill>
              </a:rPr>
              <a:t> </a:t>
            </a:r>
            <a:r>
              <a:rPr lang="es-ES" sz="1400" dirty="0" err="1">
                <a:solidFill>
                  <a:srgbClr val="00B050"/>
                </a:solidFill>
              </a:rPr>
              <a:t>pw</a:t>
            </a:r>
            <a:r>
              <a:rPr lang="es-ES" sz="1400" dirty="0"/>
              <a:t>"</a:t>
            </a:r>
            <a:r>
              <a:rPr lang="es-ES" sz="1400" dirty="0">
                <a:solidFill>
                  <a:srgbClr val="FF0000"/>
                </a:solidFill>
              </a:rPr>
              <a:t>)</a:t>
            </a:r>
            <a:r>
              <a:rPr lang="es-ES" sz="1400" dirty="0"/>
              <a:t>;</a:t>
            </a:r>
          </a:p>
        </p:txBody>
      </p:sp>
      <p:grpSp>
        <p:nvGrpSpPr>
          <p:cNvPr id="20" name="19 Grupo"/>
          <p:cNvGrpSpPr/>
          <p:nvPr/>
        </p:nvGrpSpPr>
        <p:grpSpPr>
          <a:xfrm>
            <a:off x="625800" y="4330440"/>
            <a:ext cx="2313273" cy="1196084"/>
            <a:chOff x="490905" y="3145952"/>
            <a:chExt cx="2058026" cy="1196084"/>
          </a:xfrm>
        </p:grpSpPr>
        <p:grpSp>
          <p:nvGrpSpPr>
            <p:cNvPr id="11" name="10 Grupo"/>
            <p:cNvGrpSpPr/>
            <p:nvPr/>
          </p:nvGrpSpPr>
          <p:grpSpPr>
            <a:xfrm>
              <a:off x="490905" y="3145952"/>
              <a:ext cx="2057059" cy="511595"/>
              <a:chOff x="683568" y="1421247"/>
              <a:chExt cx="2232248" cy="511595"/>
            </a:xfrm>
          </p:grpSpPr>
          <p:sp>
            <p:nvSpPr>
              <p:cNvPr id="5" name="4 Rectángulo"/>
              <p:cNvSpPr/>
              <p:nvPr/>
            </p:nvSpPr>
            <p:spPr>
              <a:xfrm>
                <a:off x="683568" y="1421247"/>
                <a:ext cx="2232248" cy="51159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" name="5 CuadroTexto"/>
              <p:cNvSpPr txBox="1"/>
              <p:nvPr/>
            </p:nvSpPr>
            <p:spPr>
              <a:xfrm>
                <a:off x="683568" y="1484784"/>
                <a:ext cx="2232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 err="1">
                    <a:solidFill>
                      <a:schemeClr val="bg1"/>
                    </a:solidFill>
                  </a:rPr>
                  <a:t>DriverManager</a:t>
                </a:r>
                <a:endParaRPr lang="es-E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6" name="15 Rectángulo"/>
            <p:cNvSpPr/>
            <p:nvPr/>
          </p:nvSpPr>
          <p:spPr>
            <a:xfrm>
              <a:off x="491872" y="3650008"/>
              <a:ext cx="2057059" cy="6920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8" name="7 CuadroTexto"/>
          <p:cNvSpPr txBox="1"/>
          <p:nvPr/>
        </p:nvSpPr>
        <p:spPr>
          <a:xfrm>
            <a:off x="618371" y="4834496"/>
            <a:ext cx="231327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getConnection</a:t>
            </a:r>
            <a:endParaRPr lang="es-ES" dirty="0">
              <a:solidFill>
                <a:srgbClr val="FF0000"/>
              </a:solidFill>
            </a:endParaRPr>
          </a:p>
          <a:p>
            <a:pPr algn="ctr"/>
            <a:r>
              <a:rPr lang="es-ES" dirty="0">
                <a:solidFill>
                  <a:srgbClr val="FF0000"/>
                </a:solidFill>
              </a:rPr>
              <a:t>(</a:t>
            </a:r>
            <a:r>
              <a:rPr lang="es-ES" dirty="0">
                <a:solidFill>
                  <a:srgbClr val="00B050"/>
                </a:solidFill>
              </a:rPr>
              <a:t>server</a:t>
            </a:r>
            <a:r>
              <a:rPr lang="es-ES" dirty="0"/>
              <a:t>, </a:t>
            </a:r>
            <a:r>
              <a:rPr lang="es-ES" dirty="0" err="1">
                <a:solidFill>
                  <a:srgbClr val="00B050"/>
                </a:solidFill>
              </a:rPr>
              <a:t>user</a:t>
            </a:r>
            <a:r>
              <a:rPr lang="es-ES" dirty="0"/>
              <a:t>, </a:t>
            </a:r>
            <a:r>
              <a:rPr lang="es-ES" dirty="0" err="1">
                <a:solidFill>
                  <a:srgbClr val="00B050"/>
                </a:solidFill>
              </a:rPr>
              <a:t>pass</a:t>
            </a:r>
            <a:r>
              <a:rPr lang="es-E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8" name="17 Rectángulo"/>
          <p:cNvSpPr/>
          <p:nvPr/>
        </p:nvSpPr>
        <p:spPr>
          <a:xfrm>
            <a:off x="3574575" y="5738296"/>
            <a:ext cx="2710656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Statement</a:t>
            </a:r>
            <a:r>
              <a:rPr lang="es-ES" dirty="0"/>
              <a:t> </a:t>
            </a:r>
            <a:r>
              <a:rPr lang="es-ES" b="1" dirty="0"/>
              <a:t>sentencia</a:t>
            </a:r>
            <a:r>
              <a:rPr lang="es-ES" dirty="0"/>
              <a:t> = </a:t>
            </a:r>
          </a:p>
          <a:p>
            <a:pPr algn="ctr"/>
            <a:r>
              <a:rPr lang="es-ES" b="1" dirty="0" err="1"/>
              <a:t>con</a:t>
            </a:r>
            <a:r>
              <a:rPr lang="es-ES" dirty="0" err="1"/>
              <a:t>.</a:t>
            </a:r>
            <a:r>
              <a:rPr lang="es-ES" dirty="0" err="1">
                <a:solidFill>
                  <a:srgbClr val="FF0000"/>
                </a:solidFill>
              </a:rPr>
              <a:t>createStatement</a:t>
            </a:r>
            <a:r>
              <a:rPr lang="es-ES" dirty="0">
                <a:solidFill>
                  <a:srgbClr val="FF0000"/>
                </a:solidFill>
              </a:rPr>
              <a:t>()</a:t>
            </a:r>
            <a:r>
              <a:rPr lang="es-ES" dirty="0"/>
              <a:t>;</a:t>
            </a:r>
          </a:p>
          <a:p>
            <a:r>
              <a:rPr lang="es-ES" dirty="0"/>
              <a:t>                 </a:t>
            </a:r>
          </a:p>
        </p:txBody>
      </p:sp>
      <p:grpSp>
        <p:nvGrpSpPr>
          <p:cNvPr id="17" name="16 Grupo"/>
          <p:cNvGrpSpPr/>
          <p:nvPr/>
        </p:nvGrpSpPr>
        <p:grpSpPr>
          <a:xfrm>
            <a:off x="3684368" y="4411784"/>
            <a:ext cx="1959520" cy="1008112"/>
            <a:chOff x="3702410" y="3274183"/>
            <a:chExt cx="1959520" cy="1008112"/>
          </a:xfrm>
        </p:grpSpPr>
        <p:grpSp>
          <p:nvGrpSpPr>
            <p:cNvPr id="26" name="25 Grupo"/>
            <p:cNvGrpSpPr/>
            <p:nvPr/>
          </p:nvGrpSpPr>
          <p:grpSpPr>
            <a:xfrm>
              <a:off x="3703938" y="3274183"/>
              <a:ext cx="1957992" cy="840142"/>
              <a:chOff x="5903640" y="1594288"/>
              <a:chExt cx="2124744" cy="679430"/>
            </a:xfrm>
          </p:grpSpPr>
          <p:sp>
            <p:nvSpPr>
              <p:cNvPr id="27" name="26 Rectángulo redondeado"/>
              <p:cNvSpPr/>
              <p:nvPr/>
            </p:nvSpPr>
            <p:spPr>
              <a:xfrm>
                <a:off x="5903640" y="1594288"/>
                <a:ext cx="2124744" cy="679430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8" name="27 CuadroTexto"/>
              <p:cNvSpPr txBox="1"/>
              <p:nvPr/>
            </p:nvSpPr>
            <p:spPr>
              <a:xfrm>
                <a:off x="5903640" y="1594288"/>
                <a:ext cx="2124744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 err="1">
                    <a:solidFill>
                      <a:schemeClr val="bg1">
                        <a:lumMod val="50000"/>
                      </a:schemeClr>
                    </a:solidFill>
                  </a:rPr>
                  <a:t>Connection</a:t>
                </a:r>
                <a:endParaRPr lang="es-ES" b="1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r>
                  <a:rPr lang="es-ES" sz="2000" b="1" dirty="0"/>
                  <a:t>con</a:t>
                </a:r>
              </a:p>
            </p:txBody>
          </p:sp>
        </p:grpSp>
        <p:sp>
          <p:nvSpPr>
            <p:cNvPr id="29" name="21 Rectángulo redondeado"/>
            <p:cNvSpPr/>
            <p:nvPr/>
          </p:nvSpPr>
          <p:spPr>
            <a:xfrm>
              <a:off x="3702410" y="3994263"/>
              <a:ext cx="1957992" cy="288032"/>
            </a:xfrm>
            <a:custGeom>
              <a:avLst/>
              <a:gdLst>
                <a:gd name="connsiteX0" fmla="*/ 0 w 2124744"/>
                <a:gd name="connsiteY0" fmla="*/ 156020 h 936104"/>
                <a:gd name="connsiteX1" fmla="*/ 156020 w 2124744"/>
                <a:gd name="connsiteY1" fmla="*/ 0 h 936104"/>
                <a:gd name="connsiteX2" fmla="*/ 1968724 w 2124744"/>
                <a:gd name="connsiteY2" fmla="*/ 0 h 936104"/>
                <a:gd name="connsiteX3" fmla="*/ 2124744 w 2124744"/>
                <a:gd name="connsiteY3" fmla="*/ 156020 h 936104"/>
                <a:gd name="connsiteX4" fmla="*/ 2124744 w 2124744"/>
                <a:gd name="connsiteY4" fmla="*/ 780084 h 936104"/>
                <a:gd name="connsiteX5" fmla="*/ 1968724 w 2124744"/>
                <a:gd name="connsiteY5" fmla="*/ 936104 h 936104"/>
                <a:gd name="connsiteX6" fmla="*/ 156020 w 2124744"/>
                <a:gd name="connsiteY6" fmla="*/ 936104 h 936104"/>
                <a:gd name="connsiteX7" fmla="*/ 0 w 2124744"/>
                <a:gd name="connsiteY7" fmla="*/ 780084 h 936104"/>
                <a:gd name="connsiteX8" fmla="*/ 0 w 2124744"/>
                <a:gd name="connsiteY8" fmla="*/ 156020 h 936104"/>
                <a:gd name="connsiteX0" fmla="*/ 0 w 2124744"/>
                <a:gd name="connsiteY0" fmla="*/ 156020 h 936104"/>
                <a:gd name="connsiteX1" fmla="*/ 1968724 w 2124744"/>
                <a:gd name="connsiteY1" fmla="*/ 0 h 936104"/>
                <a:gd name="connsiteX2" fmla="*/ 2124744 w 2124744"/>
                <a:gd name="connsiteY2" fmla="*/ 156020 h 936104"/>
                <a:gd name="connsiteX3" fmla="*/ 2124744 w 2124744"/>
                <a:gd name="connsiteY3" fmla="*/ 780084 h 936104"/>
                <a:gd name="connsiteX4" fmla="*/ 1968724 w 2124744"/>
                <a:gd name="connsiteY4" fmla="*/ 936104 h 936104"/>
                <a:gd name="connsiteX5" fmla="*/ 156020 w 2124744"/>
                <a:gd name="connsiteY5" fmla="*/ 936104 h 936104"/>
                <a:gd name="connsiteX6" fmla="*/ 0 w 2124744"/>
                <a:gd name="connsiteY6" fmla="*/ 780084 h 936104"/>
                <a:gd name="connsiteX7" fmla="*/ 0 w 2124744"/>
                <a:gd name="connsiteY7" fmla="*/ 156020 h 936104"/>
                <a:gd name="connsiteX0" fmla="*/ 0 w 2124744"/>
                <a:gd name="connsiteY0" fmla="*/ 0 h 780084"/>
                <a:gd name="connsiteX1" fmla="*/ 2124744 w 2124744"/>
                <a:gd name="connsiteY1" fmla="*/ 0 h 780084"/>
                <a:gd name="connsiteX2" fmla="*/ 2124744 w 2124744"/>
                <a:gd name="connsiteY2" fmla="*/ 624064 h 780084"/>
                <a:gd name="connsiteX3" fmla="*/ 1968724 w 2124744"/>
                <a:gd name="connsiteY3" fmla="*/ 780084 h 780084"/>
                <a:gd name="connsiteX4" fmla="*/ 156020 w 2124744"/>
                <a:gd name="connsiteY4" fmla="*/ 780084 h 780084"/>
                <a:gd name="connsiteX5" fmla="*/ 0 w 2124744"/>
                <a:gd name="connsiteY5" fmla="*/ 624064 h 780084"/>
                <a:gd name="connsiteX6" fmla="*/ 0 w 2124744"/>
                <a:gd name="connsiteY6" fmla="*/ 0 h 780084"/>
                <a:gd name="connsiteX0" fmla="*/ 0 w 2124744"/>
                <a:gd name="connsiteY0" fmla="*/ 50223 h 830307"/>
                <a:gd name="connsiteX1" fmla="*/ 2124744 w 2124744"/>
                <a:gd name="connsiteY1" fmla="*/ 50223 h 830307"/>
                <a:gd name="connsiteX2" fmla="*/ 2124744 w 2124744"/>
                <a:gd name="connsiteY2" fmla="*/ 674287 h 830307"/>
                <a:gd name="connsiteX3" fmla="*/ 1968724 w 2124744"/>
                <a:gd name="connsiteY3" fmla="*/ 830307 h 830307"/>
                <a:gd name="connsiteX4" fmla="*/ 156020 w 2124744"/>
                <a:gd name="connsiteY4" fmla="*/ 830307 h 830307"/>
                <a:gd name="connsiteX5" fmla="*/ 0 w 2124744"/>
                <a:gd name="connsiteY5" fmla="*/ 674287 h 830307"/>
                <a:gd name="connsiteX6" fmla="*/ 0 w 2124744"/>
                <a:gd name="connsiteY6" fmla="*/ 50223 h 830307"/>
                <a:gd name="connsiteX0" fmla="*/ 0 w 2124744"/>
                <a:gd name="connsiteY0" fmla="*/ 8088 h 788172"/>
                <a:gd name="connsiteX1" fmla="*/ 2124744 w 2124744"/>
                <a:gd name="connsiteY1" fmla="*/ 8088 h 788172"/>
                <a:gd name="connsiteX2" fmla="*/ 2124744 w 2124744"/>
                <a:gd name="connsiteY2" fmla="*/ 632152 h 788172"/>
                <a:gd name="connsiteX3" fmla="*/ 1968724 w 2124744"/>
                <a:gd name="connsiteY3" fmla="*/ 788172 h 788172"/>
                <a:gd name="connsiteX4" fmla="*/ 156020 w 2124744"/>
                <a:gd name="connsiteY4" fmla="*/ 788172 h 788172"/>
                <a:gd name="connsiteX5" fmla="*/ 0 w 2124744"/>
                <a:gd name="connsiteY5" fmla="*/ 632152 h 788172"/>
                <a:gd name="connsiteX6" fmla="*/ 0 w 2124744"/>
                <a:gd name="connsiteY6" fmla="*/ 8088 h 788172"/>
                <a:gd name="connsiteX0" fmla="*/ 0 w 2124744"/>
                <a:gd name="connsiteY0" fmla="*/ 0 h 780084"/>
                <a:gd name="connsiteX1" fmla="*/ 2124744 w 2124744"/>
                <a:gd name="connsiteY1" fmla="*/ 0 h 780084"/>
                <a:gd name="connsiteX2" fmla="*/ 2124744 w 2124744"/>
                <a:gd name="connsiteY2" fmla="*/ 624064 h 780084"/>
                <a:gd name="connsiteX3" fmla="*/ 1968724 w 2124744"/>
                <a:gd name="connsiteY3" fmla="*/ 780084 h 780084"/>
                <a:gd name="connsiteX4" fmla="*/ 156020 w 2124744"/>
                <a:gd name="connsiteY4" fmla="*/ 780084 h 780084"/>
                <a:gd name="connsiteX5" fmla="*/ 0 w 2124744"/>
                <a:gd name="connsiteY5" fmla="*/ 624064 h 780084"/>
                <a:gd name="connsiteX6" fmla="*/ 0 w 2124744"/>
                <a:gd name="connsiteY6" fmla="*/ 0 h 780084"/>
                <a:gd name="connsiteX0" fmla="*/ 0 w 2124744"/>
                <a:gd name="connsiteY0" fmla="*/ 6450 h 786534"/>
                <a:gd name="connsiteX1" fmla="*/ 2124744 w 2124744"/>
                <a:gd name="connsiteY1" fmla="*/ 6450 h 786534"/>
                <a:gd name="connsiteX2" fmla="*/ 2124744 w 2124744"/>
                <a:gd name="connsiteY2" fmla="*/ 630514 h 786534"/>
                <a:gd name="connsiteX3" fmla="*/ 1968724 w 2124744"/>
                <a:gd name="connsiteY3" fmla="*/ 786534 h 786534"/>
                <a:gd name="connsiteX4" fmla="*/ 156020 w 2124744"/>
                <a:gd name="connsiteY4" fmla="*/ 786534 h 786534"/>
                <a:gd name="connsiteX5" fmla="*/ 0 w 2124744"/>
                <a:gd name="connsiteY5" fmla="*/ 630514 h 786534"/>
                <a:gd name="connsiteX6" fmla="*/ 0 w 2124744"/>
                <a:gd name="connsiteY6" fmla="*/ 6450 h 786534"/>
                <a:gd name="connsiteX0" fmla="*/ 0 w 2124744"/>
                <a:gd name="connsiteY0" fmla="*/ 203895 h 780779"/>
                <a:gd name="connsiteX1" fmla="*/ 2124744 w 2124744"/>
                <a:gd name="connsiteY1" fmla="*/ 695 h 780779"/>
                <a:gd name="connsiteX2" fmla="*/ 2124744 w 2124744"/>
                <a:gd name="connsiteY2" fmla="*/ 624759 h 780779"/>
                <a:gd name="connsiteX3" fmla="*/ 1968724 w 2124744"/>
                <a:gd name="connsiteY3" fmla="*/ 780779 h 780779"/>
                <a:gd name="connsiteX4" fmla="*/ 156020 w 2124744"/>
                <a:gd name="connsiteY4" fmla="*/ 780779 h 780779"/>
                <a:gd name="connsiteX5" fmla="*/ 0 w 2124744"/>
                <a:gd name="connsiteY5" fmla="*/ 624759 h 780779"/>
                <a:gd name="connsiteX6" fmla="*/ 0 w 2124744"/>
                <a:gd name="connsiteY6" fmla="*/ 203895 h 780779"/>
                <a:gd name="connsiteX0" fmla="*/ 0 w 2124744"/>
                <a:gd name="connsiteY0" fmla="*/ 6451 h 583335"/>
                <a:gd name="connsiteX1" fmla="*/ 2124744 w 2124744"/>
                <a:gd name="connsiteY1" fmla="*/ 6451 h 583335"/>
                <a:gd name="connsiteX2" fmla="*/ 2124744 w 2124744"/>
                <a:gd name="connsiteY2" fmla="*/ 427315 h 583335"/>
                <a:gd name="connsiteX3" fmla="*/ 1968724 w 2124744"/>
                <a:gd name="connsiteY3" fmla="*/ 583335 h 583335"/>
                <a:gd name="connsiteX4" fmla="*/ 156020 w 2124744"/>
                <a:gd name="connsiteY4" fmla="*/ 583335 h 583335"/>
                <a:gd name="connsiteX5" fmla="*/ 0 w 2124744"/>
                <a:gd name="connsiteY5" fmla="*/ 427315 h 583335"/>
                <a:gd name="connsiteX6" fmla="*/ 0 w 2124744"/>
                <a:gd name="connsiteY6" fmla="*/ 6451 h 583335"/>
                <a:gd name="connsiteX0" fmla="*/ 0 w 2124744"/>
                <a:gd name="connsiteY0" fmla="*/ 102856 h 578140"/>
                <a:gd name="connsiteX1" fmla="*/ 2124744 w 2124744"/>
                <a:gd name="connsiteY1" fmla="*/ 1256 h 578140"/>
                <a:gd name="connsiteX2" fmla="*/ 2124744 w 2124744"/>
                <a:gd name="connsiteY2" fmla="*/ 422120 h 578140"/>
                <a:gd name="connsiteX3" fmla="*/ 1968724 w 2124744"/>
                <a:gd name="connsiteY3" fmla="*/ 578140 h 578140"/>
                <a:gd name="connsiteX4" fmla="*/ 156020 w 2124744"/>
                <a:gd name="connsiteY4" fmla="*/ 578140 h 578140"/>
                <a:gd name="connsiteX5" fmla="*/ 0 w 2124744"/>
                <a:gd name="connsiteY5" fmla="*/ 422120 h 578140"/>
                <a:gd name="connsiteX6" fmla="*/ 0 w 2124744"/>
                <a:gd name="connsiteY6" fmla="*/ 102856 h 578140"/>
                <a:gd name="connsiteX0" fmla="*/ 0 w 2139258"/>
                <a:gd name="connsiteY0" fmla="*/ 0 h 475284"/>
                <a:gd name="connsiteX1" fmla="*/ 2139258 w 2139258"/>
                <a:gd name="connsiteY1" fmla="*/ 14514 h 475284"/>
                <a:gd name="connsiteX2" fmla="*/ 2124744 w 2139258"/>
                <a:gd name="connsiteY2" fmla="*/ 319264 h 475284"/>
                <a:gd name="connsiteX3" fmla="*/ 1968724 w 2139258"/>
                <a:gd name="connsiteY3" fmla="*/ 475284 h 475284"/>
                <a:gd name="connsiteX4" fmla="*/ 156020 w 2139258"/>
                <a:gd name="connsiteY4" fmla="*/ 475284 h 475284"/>
                <a:gd name="connsiteX5" fmla="*/ 0 w 2139258"/>
                <a:gd name="connsiteY5" fmla="*/ 319264 h 475284"/>
                <a:gd name="connsiteX6" fmla="*/ 0 w 2139258"/>
                <a:gd name="connsiteY6" fmla="*/ 0 h 475284"/>
                <a:gd name="connsiteX0" fmla="*/ 0 w 2139258"/>
                <a:gd name="connsiteY0" fmla="*/ 14515 h 489799"/>
                <a:gd name="connsiteX1" fmla="*/ 2139258 w 2139258"/>
                <a:gd name="connsiteY1" fmla="*/ 0 h 489799"/>
                <a:gd name="connsiteX2" fmla="*/ 2124744 w 2139258"/>
                <a:gd name="connsiteY2" fmla="*/ 333779 h 489799"/>
                <a:gd name="connsiteX3" fmla="*/ 1968724 w 2139258"/>
                <a:gd name="connsiteY3" fmla="*/ 489799 h 489799"/>
                <a:gd name="connsiteX4" fmla="*/ 156020 w 2139258"/>
                <a:gd name="connsiteY4" fmla="*/ 489799 h 489799"/>
                <a:gd name="connsiteX5" fmla="*/ 0 w 2139258"/>
                <a:gd name="connsiteY5" fmla="*/ 333779 h 489799"/>
                <a:gd name="connsiteX6" fmla="*/ 0 w 2139258"/>
                <a:gd name="connsiteY6" fmla="*/ 14515 h 489799"/>
                <a:gd name="connsiteX0" fmla="*/ 0 w 2139258"/>
                <a:gd name="connsiteY0" fmla="*/ 0 h 475284"/>
                <a:gd name="connsiteX1" fmla="*/ 2139258 w 2139258"/>
                <a:gd name="connsiteY1" fmla="*/ 14513 h 475284"/>
                <a:gd name="connsiteX2" fmla="*/ 2124744 w 2139258"/>
                <a:gd name="connsiteY2" fmla="*/ 319264 h 475284"/>
                <a:gd name="connsiteX3" fmla="*/ 1968724 w 2139258"/>
                <a:gd name="connsiteY3" fmla="*/ 475284 h 475284"/>
                <a:gd name="connsiteX4" fmla="*/ 156020 w 2139258"/>
                <a:gd name="connsiteY4" fmla="*/ 475284 h 475284"/>
                <a:gd name="connsiteX5" fmla="*/ 0 w 2139258"/>
                <a:gd name="connsiteY5" fmla="*/ 319264 h 475284"/>
                <a:gd name="connsiteX6" fmla="*/ 0 w 2139258"/>
                <a:gd name="connsiteY6" fmla="*/ 0 h 475284"/>
                <a:gd name="connsiteX0" fmla="*/ 0 w 2139258"/>
                <a:gd name="connsiteY0" fmla="*/ 101601 h 460771"/>
                <a:gd name="connsiteX1" fmla="*/ 2139258 w 2139258"/>
                <a:gd name="connsiteY1" fmla="*/ 0 h 460771"/>
                <a:gd name="connsiteX2" fmla="*/ 2124744 w 2139258"/>
                <a:gd name="connsiteY2" fmla="*/ 304751 h 460771"/>
                <a:gd name="connsiteX3" fmla="*/ 1968724 w 2139258"/>
                <a:gd name="connsiteY3" fmla="*/ 460771 h 460771"/>
                <a:gd name="connsiteX4" fmla="*/ 156020 w 2139258"/>
                <a:gd name="connsiteY4" fmla="*/ 460771 h 460771"/>
                <a:gd name="connsiteX5" fmla="*/ 0 w 2139258"/>
                <a:gd name="connsiteY5" fmla="*/ 304751 h 460771"/>
                <a:gd name="connsiteX6" fmla="*/ 0 w 2139258"/>
                <a:gd name="connsiteY6" fmla="*/ 101601 h 460771"/>
                <a:gd name="connsiteX0" fmla="*/ 0 w 2153772"/>
                <a:gd name="connsiteY0" fmla="*/ 14515 h 373685"/>
                <a:gd name="connsiteX1" fmla="*/ 2153772 w 2153772"/>
                <a:gd name="connsiteY1" fmla="*/ 0 h 373685"/>
                <a:gd name="connsiteX2" fmla="*/ 2124744 w 2153772"/>
                <a:gd name="connsiteY2" fmla="*/ 217665 h 373685"/>
                <a:gd name="connsiteX3" fmla="*/ 1968724 w 2153772"/>
                <a:gd name="connsiteY3" fmla="*/ 373685 h 373685"/>
                <a:gd name="connsiteX4" fmla="*/ 156020 w 2153772"/>
                <a:gd name="connsiteY4" fmla="*/ 373685 h 373685"/>
                <a:gd name="connsiteX5" fmla="*/ 0 w 2153772"/>
                <a:gd name="connsiteY5" fmla="*/ 217665 h 373685"/>
                <a:gd name="connsiteX6" fmla="*/ 0 w 2153772"/>
                <a:gd name="connsiteY6" fmla="*/ 14515 h 373685"/>
                <a:gd name="connsiteX0" fmla="*/ 0 w 2153772"/>
                <a:gd name="connsiteY0" fmla="*/ 0 h 359170"/>
                <a:gd name="connsiteX1" fmla="*/ 2153772 w 2153772"/>
                <a:gd name="connsiteY1" fmla="*/ 29027 h 359170"/>
                <a:gd name="connsiteX2" fmla="*/ 2124744 w 2153772"/>
                <a:gd name="connsiteY2" fmla="*/ 203150 h 359170"/>
                <a:gd name="connsiteX3" fmla="*/ 1968724 w 2153772"/>
                <a:gd name="connsiteY3" fmla="*/ 359170 h 359170"/>
                <a:gd name="connsiteX4" fmla="*/ 156020 w 2153772"/>
                <a:gd name="connsiteY4" fmla="*/ 359170 h 359170"/>
                <a:gd name="connsiteX5" fmla="*/ 0 w 2153772"/>
                <a:gd name="connsiteY5" fmla="*/ 203150 h 359170"/>
                <a:gd name="connsiteX6" fmla="*/ 0 w 2153772"/>
                <a:gd name="connsiteY6" fmla="*/ 0 h 359170"/>
                <a:gd name="connsiteX0" fmla="*/ 0 w 2168286"/>
                <a:gd name="connsiteY0" fmla="*/ 1 h 330143"/>
                <a:gd name="connsiteX1" fmla="*/ 2168286 w 2168286"/>
                <a:gd name="connsiteY1" fmla="*/ 0 h 330143"/>
                <a:gd name="connsiteX2" fmla="*/ 2139258 w 2168286"/>
                <a:gd name="connsiteY2" fmla="*/ 174123 h 330143"/>
                <a:gd name="connsiteX3" fmla="*/ 1983238 w 2168286"/>
                <a:gd name="connsiteY3" fmla="*/ 330143 h 330143"/>
                <a:gd name="connsiteX4" fmla="*/ 170534 w 2168286"/>
                <a:gd name="connsiteY4" fmla="*/ 330143 h 330143"/>
                <a:gd name="connsiteX5" fmla="*/ 14514 w 2168286"/>
                <a:gd name="connsiteY5" fmla="*/ 174123 h 330143"/>
                <a:gd name="connsiteX6" fmla="*/ 0 w 2168286"/>
                <a:gd name="connsiteY6" fmla="*/ 1 h 330143"/>
                <a:gd name="connsiteX0" fmla="*/ 4536 w 2153772"/>
                <a:gd name="connsiteY0" fmla="*/ 1 h 330143"/>
                <a:gd name="connsiteX1" fmla="*/ 2153772 w 2153772"/>
                <a:gd name="connsiteY1" fmla="*/ 0 h 330143"/>
                <a:gd name="connsiteX2" fmla="*/ 2124744 w 2153772"/>
                <a:gd name="connsiteY2" fmla="*/ 174123 h 330143"/>
                <a:gd name="connsiteX3" fmla="*/ 1968724 w 2153772"/>
                <a:gd name="connsiteY3" fmla="*/ 330143 h 330143"/>
                <a:gd name="connsiteX4" fmla="*/ 156020 w 2153772"/>
                <a:gd name="connsiteY4" fmla="*/ 330143 h 330143"/>
                <a:gd name="connsiteX5" fmla="*/ 0 w 2153772"/>
                <a:gd name="connsiteY5" fmla="*/ 174123 h 330143"/>
                <a:gd name="connsiteX6" fmla="*/ 4536 w 2153772"/>
                <a:gd name="connsiteY6" fmla="*/ 1 h 330143"/>
                <a:gd name="connsiteX0" fmla="*/ 4536 w 2134722"/>
                <a:gd name="connsiteY0" fmla="*/ 1 h 330143"/>
                <a:gd name="connsiteX1" fmla="*/ 2134722 w 2134722"/>
                <a:gd name="connsiteY1" fmla="*/ 0 h 330143"/>
                <a:gd name="connsiteX2" fmla="*/ 2124744 w 2134722"/>
                <a:gd name="connsiteY2" fmla="*/ 174123 h 330143"/>
                <a:gd name="connsiteX3" fmla="*/ 1968724 w 2134722"/>
                <a:gd name="connsiteY3" fmla="*/ 330143 h 330143"/>
                <a:gd name="connsiteX4" fmla="*/ 156020 w 2134722"/>
                <a:gd name="connsiteY4" fmla="*/ 330143 h 330143"/>
                <a:gd name="connsiteX5" fmla="*/ 0 w 2134722"/>
                <a:gd name="connsiteY5" fmla="*/ 174123 h 330143"/>
                <a:gd name="connsiteX6" fmla="*/ 4536 w 2134722"/>
                <a:gd name="connsiteY6" fmla="*/ 1 h 330143"/>
                <a:gd name="connsiteX0" fmla="*/ 0 w 2149236"/>
                <a:gd name="connsiteY0" fmla="*/ 1 h 330143"/>
                <a:gd name="connsiteX1" fmla="*/ 2149236 w 2149236"/>
                <a:gd name="connsiteY1" fmla="*/ 0 h 330143"/>
                <a:gd name="connsiteX2" fmla="*/ 2139258 w 2149236"/>
                <a:gd name="connsiteY2" fmla="*/ 174123 h 330143"/>
                <a:gd name="connsiteX3" fmla="*/ 1983238 w 2149236"/>
                <a:gd name="connsiteY3" fmla="*/ 330143 h 330143"/>
                <a:gd name="connsiteX4" fmla="*/ 170534 w 2149236"/>
                <a:gd name="connsiteY4" fmla="*/ 330143 h 330143"/>
                <a:gd name="connsiteX5" fmla="*/ 14514 w 2149236"/>
                <a:gd name="connsiteY5" fmla="*/ 174123 h 330143"/>
                <a:gd name="connsiteX6" fmla="*/ 0 w 2149236"/>
                <a:gd name="connsiteY6" fmla="*/ 1 h 330143"/>
                <a:gd name="connsiteX0" fmla="*/ 0 w 2149236"/>
                <a:gd name="connsiteY0" fmla="*/ 1 h 330143"/>
                <a:gd name="connsiteX1" fmla="*/ 2149236 w 2149236"/>
                <a:gd name="connsiteY1" fmla="*/ 0 h 330143"/>
                <a:gd name="connsiteX2" fmla="*/ 2139258 w 2149236"/>
                <a:gd name="connsiteY2" fmla="*/ 174123 h 330143"/>
                <a:gd name="connsiteX3" fmla="*/ 1983238 w 2149236"/>
                <a:gd name="connsiteY3" fmla="*/ 330143 h 330143"/>
                <a:gd name="connsiteX4" fmla="*/ 170534 w 2149236"/>
                <a:gd name="connsiteY4" fmla="*/ 330143 h 330143"/>
                <a:gd name="connsiteX5" fmla="*/ 14514 w 2149236"/>
                <a:gd name="connsiteY5" fmla="*/ 174123 h 330143"/>
                <a:gd name="connsiteX6" fmla="*/ 0 w 2149236"/>
                <a:gd name="connsiteY6" fmla="*/ 1 h 330143"/>
                <a:gd name="connsiteX0" fmla="*/ 0 w 2134722"/>
                <a:gd name="connsiteY0" fmla="*/ 174123 h 330143"/>
                <a:gd name="connsiteX1" fmla="*/ 2134722 w 2134722"/>
                <a:gd name="connsiteY1" fmla="*/ 0 h 330143"/>
                <a:gd name="connsiteX2" fmla="*/ 2124744 w 2134722"/>
                <a:gd name="connsiteY2" fmla="*/ 174123 h 330143"/>
                <a:gd name="connsiteX3" fmla="*/ 1968724 w 2134722"/>
                <a:gd name="connsiteY3" fmla="*/ 330143 h 330143"/>
                <a:gd name="connsiteX4" fmla="*/ 156020 w 2134722"/>
                <a:gd name="connsiteY4" fmla="*/ 330143 h 330143"/>
                <a:gd name="connsiteX5" fmla="*/ 0 w 2134722"/>
                <a:gd name="connsiteY5" fmla="*/ 174123 h 330143"/>
                <a:gd name="connsiteX0" fmla="*/ 0 w 2124744"/>
                <a:gd name="connsiteY0" fmla="*/ 0 h 156020"/>
                <a:gd name="connsiteX1" fmla="*/ 2124744 w 2124744"/>
                <a:gd name="connsiteY1" fmla="*/ 0 h 156020"/>
                <a:gd name="connsiteX2" fmla="*/ 1968724 w 2124744"/>
                <a:gd name="connsiteY2" fmla="*/ 156020 h 156020"/>
                <a:gd name="connsiteX3" fmla="*/ 156020 w 2124744"/>
                <a:gd name="connsiteY3" fmla="*/ 156020 h 156020"/>
                <a:gd name="connsiteX4" fmla="*/ 0 w 2124744"/>
                <a:gd name="connsiteY4" fmla="*/ 0 h 15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4744" h="156020">
                  <a:moveTo>
                    <a:pt x="0" y="0"/>
                  </a:moveTo>
                  <a:lnTo>
                    <a:pt x="2124744" y="0"/>
                  </a:lnTo>
                  <a:cubicBezTo>
                    <a:pt x="2124744" y="86167"/>
                    <a:pt x="2054891" y="156020"/>
                    <a:pt x="1968724" y="156020"/>
                  </a:cubicBezTo>
                  <a:lnTo>
                    <a:pt x="156020" y="156020"/>
                  </a:lnTo>
                  <a:cubicBezTo>
                    <a:pt x="69853" y="156020"/>
                    <a:pt x="0" y="86167"/>
                    <a:pt x="0" y="0"/>
                  </a:cubicBezTo>
                  <a:close/>
                </a:path>
              </a:pathLst>
            </a:cu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30" name="29 CuadroTexto"/>
          <p:cNvSpPr txBox="1"/>
          <p:nvPr/>
        </p:nvSpPr>
        <p:spPr>
          <a:xfrm>
            <a:off x="3632360" y="5085184"/>
            <a:ext cx="216377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createStatement</a:t>
            </a:r>
            <a:r>
              <a:rPr lang="es-ES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31" name="30 Flecha derecha"/>
          <p:cNvSpPr/>
          <p:nvPr/>
        </p:nvSpPr>
        <p:spPr>
          <a:xfrm>
            <a:off x="3068510" y="4731999"/>
            <a:ext cx="473090" cy="251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31 Rectángulo"/>
          <p:cNvSpPr/>
          <p:nvPr/>
        </p:nvSpPr>
        <p:spPr>
          <a:xfrm>
            <a:off x="6285231" y="5712750"/>
            <a:ext cx="303929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 err="1"/>
              <a:t>sentencia</a:t>
            </a:r>
            <a:r>
              <a:rPr lang="es-ES" dirty="0" err="1"/>
              <a:t>.</a:t>
            </a:r>
            <a:r>
              <a:rPr lang="es-ES" dirty="0" err="1">
                <a:solidFill>
                  <a:srgbClr val="FF0000"/>
                </a:solidFill>
              </a:rPr>
              <a:t>executeUpdate</a:t>
            </a:r>
            <a:r>
              <a:rPr lang="es-ES" dirty="0"/>
              <a:t> </a:t>
            </a:r>
          </a:p>
          <a:p>
            <a:pPr algn="ctr"/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/>
              <a:t>"</a:t>
            </a:r>
            <a:r>
              <a:rPr lang="es-ES" sz="1600" dirty="0">
                <a:solidFill>
                  <a:srgbClr val="00B050"/>
                </a:solidFill>
              </a:rPr>
              <a:t>CREATE DATABASE </a:t>
            </a:r>
            <a:r>
              <a:rPr lang="es-ES" sz="1600" dirty="0" err="1">
                <a:solidFill>
                  <a:srgbClr val="00B050"/>
                </a:solidFill>
              </a:rPr>
              <a:t>miBD</a:t>
            </a:r>
            <a:r>
              <a:rPr lang="es-ES" sz="1600" dirty="0"/>
              <a:t>"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  <a:r>
              <a:rPr lang="es-ES" sz="1600" dirty="0"/>
              <a:t>;</a:t>
            </a:r>
          </a:p>
        </p:txBody>
      </p:sp>
      <p:grpSp>
        <p:nvGrpSpPr>
          <p:cNvPr id="19" name="18 Grupo"/>
          <p:cNvGrpSpPr/>
          <p:nvPr/>
        </p:nvGrpSpPr>
        <p:grpSpPr>
          <a:xfrm>
            <a:off x="6601808" y="4393445"/>
            <a:ext cx="1963738" cy="1133079"/>
            <a:chOff x="6466912" y="3190137"/>
            <a:chExt cx="1963738" cy="1133079"/>
          </a:xfrm>
        </p:grpSpPr>
        <p:grpSp>
          <p:nvGrpSpPr>
            <p:cNvPr id="12" name="11 Grupo"/>
            <p:cNvGrpSpPr/>
            <p:nvPr/>
          </p:nvGrpSpPr>
          <p:grpSpPr>
            <a:xfrm>
              <a:off x="6468375" y="3190137"/>
              <a:ext cx="1957992" cy="840142"/>
              <a:chOff x="5903640" y="1594288"/>
              <a:chExt cx="2124744" cy="679430"/>
            </a:xfrm>
          </p:grpSpPr>
          <p:sp>
            <p:nvSpPr>
              <p:cNvPr id="9" name="8 Rectángulo redondeado"/>
              <p:cNvSpPr/>
              <p:nvPr/>
            </p:nvSpPr>
            <p:spPr>
              <a:xfrm>
                <a:off x="5903640" y="1594288"/>
                <a:ext cx="2124744" cy="679430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0" name="9 CuadroTexto"/>
              <p:cNvSpPr txBox="1"/>
              <p:nvPr/>
            </p:nvSpPr>
            <p:spPr>
              <a:xfrm>
                <a:off x="5903640" y="1594288"/>
                <a:ext cx="2124744" cy="547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 err="1">
                    <a:solidFill>
                      <a:schemeClr val="bg1">
                        <a:lumMod val="50000"/>
                      </a:schemeClr>
                    </a:solidFill>
                  </a:rPr>
                  <a:t>Statement</a:t>
                </a:r>
                <a:r>
                  <a:rPr lang="es-ES" dirty="0"/>
                  <a:t> </a:t>
                </a:r>
              </a:p>
              <a:p>
                <a:pPr algn="ctr"/>
                <a:r>
                  <a:rPr lang="es-ES" sz="2000" b="1" dirty="0"/>
                  <a:t>sentencia</a:t>
                </a:r>
              </a:p>
            </p:txBody>
          </p:sp>
        </p:grpSp>
        <p:sp>
          <p:nvSpPr>
            <p:cNvPr id="35" name="32 Rectángulo redondeado"/>
            <p:cNvSpPr/>
            <p:nvPr/>
          </p:nvSpPr>
          <p:spPr>
            <a:xfrm>
              <a:off x="6466912" y="3850213"/>
              <a:ext cx="1963738" cy="473003"/>
            </a:xfrm>
            <a:custGeom>
              <a:avLst/>
              <a:gdLst>
                <a:gd name="connsiteX0" fmla="*/ 0 w 1957992"/>
                <a:gd name="connsiteY0" fmla="*/ 140026 h 840142"/>
                <a:gd name="connsiteX1" fmla="*/ 140026 w 1957992"/>
                <a:gd name="connsiteY1" fmla="*/ 0 h 840142"/>
                <a:gd name="connsiteX2" fmla="*/ 1817966 w 1957992"/>
                <a:gd name="connsiteY2" fmla="*/ 0 h 840142"/>
                <a:gd name="connsiteX3" fmla="*/ 1957992 w 1957992"/>
                <a:gd name="connsiteY3" fmla="*/ 140026 h 840142"/>
                <a:gd name="connsiteX4" fmla="*/ 1957992 w 1957992"/>
                <a:gd name="connsiteY4" fmla="*/ 700116 h 840142"/>
                <a:gd name="connsiteX5" fmla="*/ 1817966 w 1957992"/>
                <a:gd name="connsiteY5" fmla="*/ 840142 h 840142"/>
                <a:gd name="connsiteX6" fmla="*/ 140026 w 1957992"/>
                <a:gd name="connsiteY6" fmla="*/ 840142 h 840142"/>
                <a:gd name="connsiteX7" fmla="*/ 0 w 1957992"/>
                <a:gd name="connsiteY7" fmla="*/ 700116 h 840142"/>
                <a:gd name="connsiteX8" fmla="*/ 0 w 1957992"/>
                <a:gd name="connsiteY8" fmla="*/ 140026 h 840142"/>
                <a:gd name="connsiteX0" fmla="*/ 3635 w 1961627"/>
                <a:gd name="connsiteY0" fmla="*/ 140026 h 840142"/>
                <a:gd name="connsiteX1" fmla="*/ 143661 w 1961627"/>
                <a:gd name="connsiteY1" fmla="*/ 0 h 840142"/>
                <a:gd name="connsiteX2" fmla="*/ 1821601 w 1961627"/>
                <a:gd name="connsiteY2" fmla="*/ 0 h 840142"/>
                <a:gd name="connsiteX3" fmla="*/ 1961627 w 1961627"/>
                <a:gd name="connsiteY3" fmla="*/ 140026 h 840142"/>
                <a:gd name="connsiteX4" fmla="*/ 1961627 w 1961627"/>
                <a:gd name="connsiteY4" fmla="*/ 700116 h 840142"/>
                <a:gd name="connsiteX5" fmla="*/ 1821601 w 1961627"/>
                <a:gd name="connsiteY5" fmla="*/ 840142 h 840142"/>
                <a:gd name="connsiteX6" fmla="*/ 143661 w 1961627"/>
                <a:gd name="connsiteY6" fmla="*/ 840142 h 840142"/>
                <a:gd name="connsiteX7" fmla="*/ 3635 w 1961627"/>
                <a:gd name="connsiteY7" fmla="*/ 700116 h 840142"/>
                <a:gd name="connsiteX8" fmla="*/ 0 w 1961627"/>
                <a:gd name="connsiteY8" fmla="*/ 404242 h 840142"/>
                <a:gd name="connsiteX9" fmla="*/ 3635 w 1961627"/>
                <a:gd name="connsiteY9" fmla="*/ 140026 h 840142"/>
                <a:gd name="connsiteX0" fmla="*/ 3635 w 1961627"/>
                <a:gd name="connsiteY0" fmla="*/ 140026 h 840142"/>
                <a:gd name="connsiteX1" fmla="*/ 143661 w 1961627"/>
                <a:gd name="connsiteY1" fmla="*/ 0 h 840142"/>
                <a:gd name="connsiteX2" fmla="*/ 1821601 w 1961627"/>
                <a:gd name="connsiteY2" fmla="*/ 0 h 840142"/>
                <a:gd name="connsiteX3" fmla="*/ 1961627 w 1961627"/>
                <a:gd name="connsiteY3" fmla="*/ 140026 h 840142"/>
                <a:gd name="connsiteX4" fmla="*/ 1957389 w 1961627"/>
                <a:gd name="connsiteY4" fmla="*/ 413767 h 840142"/>
                <a:gd name="connsiteX5" fmla="*/ 1961627 w 1961627"/>
                <a:gd name="connsiteY5" fmla="*/ 700116 h 840142"/>
                <a:gd name="connsiteX6" fmla="*/ 1821601 w 1961627"/>
                <a:gd name="connsiteY6" fmla="*/ 840142 h 840142"/>
                <a:gd name="connsiteX7" fmla="*/ 143661 w 1961627"/>
                <a:gd name="connsiteY7" fmla="*/ 840142 h 840142"/>
                <a:gd name="connsiteX8" fmla="*/ 3635 w 1961627"/>
                <a:gd name="connsiteY8" fmla="*/ 700116 h 840142"/>
                <a:gd name="connsiteX9" fmla="*/ 0 w 1961627"/>
                <a:gd name="connsiteY9" fmla="*/ 404242 h 840142"/>
                <a:gd name="connsiteX10" fmla="*/ 3635 w 1961627"/>
                <a:gd name="connsiteY10" fmla="*/ 140026 h 840142"/>
                <a:gd name="connsiteX0" fmla="*/ 33765 w 1995392"/>
                <a:gd name="connsiteY0" fmla="*/ 404242 h 840142"/>
                <a:gd name="connsiteX1" fmla="*/ 177426 w 1995392"/>
                <a:gd name="connsiteY1" fmla="*/ 0 h 840142"/>
                <a:gd name="connsiteX2" fmla="*/ 1855366 w 1995392"/>
                <a:gd name="connsiteY2" fmla="*/ 0 h 840142"/>
                <a:gd name="connsiteX3" fmla="*/ 1995392 w 1995392"/>
                <a:gd name="connsiteY3" fmla="*/ 140026 h 840142"/>
                <a:gd name="connsiteX4" fmla="*/ 1991154 w 1995392"/>
                <a:gd name="connsiteY4" fmla="*/ 413767 h 840142"/>
                <a:gd name="connsiteX5" fmla="*/ 1995392 w 1995392"/>
                <a:gd name="connsiteY5" fmla="*/ 700116 h 840142"/>
                <a:gd name="connsiteX6" fmla="*/ 1855366 w 1995392"/>
                <a:gd name="connsiteY6" fmla="*/ 840142 h 840142"/>
                <a:gd name="connsiteX7" fmla="*/ 177426 w 1995392"/>
                <a:gd name="connsiteY7" fmla="*/ 840142 h 840142"/>
                <a:gd name="connsiteX8" fmla="*/ 37400 w 1995392"/>
                <a:gd name="connsiteY8" fmla="*/ 700116 h 840142"/>
                <a:gd name="connsiteX9" fmla="*/ 33765 w 1995392"/>
                <a:gd name="connsiteY9" fmla="*/ 404242 h 840142"/>
                <a:gd name="connsiteX0" fmla="*/ 0 w 1961627"/>
                <a:gd name="connsiteY0" fmla="*/ 404242 h 840142"/>
                <a:gd name="connsiteX1" fmla="*/ 1821601 w 1961627"/>
                <a:gd name="connsiteY1" fmla="*/ 0 h 840142"/>
                <a:gd name="connsiteX2" fmla="*/ 1961627 w 1961627"/>
                <a:gd name="connsiteY2" fmla="*/ 140026 h 840142"/>
                <a:gd name="connsiteX3" fmla="*/ 1957389 w 1961627"/>
                <a:gd name="connsiteY3" fmla="*/ 413767 h 840142"/>
                <a:gd name="connsiteX4" fmla="*/ 1961627 w 1961627"/>
                <a:gd name="connsiteY4" fmla="*/ 700116 h 840142"/>
                <a:gd name="connsiteX5" fmla="*/ 1821601 w 1961627"/>
                <a:gd name="connsiteY5" fmla="*/ 840142 h 840142"/>
                <a:gd name="connsiteX6" fmla="*/ 143661 w 1961627"/>
                <a:gd name="connsiteY6" fmla="*/ 840142 h 840142"/>
                <a:gd name="connsiteX7" fmla="*/ 3635 w 1961627"/>
                <a:gd name="connsiteY7" fmla="*/ 700116 h 840142"/>
                <a:gd name="connsiteX8" fmla="*/ 0 w 1961627"/>
                <a:gd name="connsiteY8" fmla="*/ 404242 h 840142"/>
                <a:gd name="connsiteX0" fmla="*/ 0 w 2004794"/>
                <a:gd name="connsiteY0" fmla="*/ 404242 h 840142"/>
                <a:gd name="connsiteX1" fmla="*/ 1821601 w 2004794"/>
                <a:gd name="connsiteY1" fmla="*/ 0 h 840142"/>
                <a:gd name="connsiteX2" fmla="*/ 1957389 w 2004794"/>
                <a:gd name="connsiteY2" fmla="*/ 413767 h 840142"/>
                <a:gd name="connsiteX3" fmla="*/ 1961627 w 2004794"/>
                <a:gd name="connsiteY3" fmla="*/ 700116 h 840142"/>
                <a:gd name="connsiteX4" fmla="*/ 1821601 w 2004794"/>
                <a:gd name="connsiteY4" fmla="*/ 840142 h 840142"/>
                <a:gd name="connsiteX5" fmla="*/ 143661 w 2004794"/>
                <a:gd name="connsiteY5" fmla="*/ 840142 h 840142"/>
                <a:gd name="connsiteX6" fmla="*/ 3635 w 2004794"/>
                <a:gd name="connsiteY6" fmla="*/ 700116 h 840142"/>
                <a:gd name="connsiteX7" fmla="*/ 0 w 2004794"/>
                <a:gd name="connsiteY7" fmla="*/ 404242 h 840142"/>
                <a:gd name="connsiteX0" fmla="*/ 0 w 1961627"/>
                <a:gd name="connsiteY0" fmla="*/ 31920 h 467820"/>
                <a:gd name="connsiteX1" fmla="*/ 1957389 w 1961627"/>
                <a:gd name="connsiteY1" fmla="*/ 41445 h 467820"/>
                <a:gd name="connsiteX2" fmla="*/ 1961627 w 1961627"/>
                <a:gd name="connsiteY2" fmla="*/ 327794 h 467820"/>
                <a:gd name="connsiteX3" fmla="*/ 1821601 w 1961627"/>
                <a:gd name="connsiteY3" fmla="*/ 467820 h 467820"/>
                <a:gd name="connsiteX4" fmla="*/ 143661 w 1961627"/>
                <a:gd name="connsiteY4" fmla="*/ 467820 h 467820"/>
                <a:gd name="connsiteX5" fmla="*/ 3635 w 1961627"/>
                <a:gd name="connsiteY5" fmla="*/ 327794 h 467820"/>
                <a:gd name="connsiteX6" fmla="*/ 0 w 1961627"/>
                <a:gd name="connsiteY6" fmla="*/ 31920 h 467820"/>
                <a:gd name="connsiteX0" fmla="*/ 0 w 1961627"/>
                <a:gd name="connsiteY0" fmla="*/ 13946 h 449846"/>
                <a:gd name="connsiteX1" fmla="*/ 1957389 w 1961627"/>
                <a:gd name="connsiteY1" fmla="*/ 23471 h 449846"/>
                <a:gd name="connsiteX2" fmla="*/ 1961627 w 1961627"/>
                <a:gd name="connsiteY2" fmla="*/ 309820 h 449846"/>
                <a:gd name="connsiteX3" fmla="*/ 1821601 w 1961627"/>
                <a:gd name="connsiteY3" fmla="*/ 449846 h 449846"/>
                <a:gd name="connsiteX4" fmla="*/ 143661 w 1961627"/>
                <a:gd name="connsiteY4" fmla="*/ 449846 h 449846"/>
                <a:gd name="connsiteX5" fmla="*/ 3635 w 1961627"/>
                <a:gd name="connsiteY5" fmla="*/ 309820 h 449846"/>
                <a:gd name="connsiteX6" fmla="*/ 0 w 1961627"/>
                <a:gd name="connsiteY6" fmla="*/ 13946 h 449846"/>
                <a:gd name="connsiteX0" fmla="*/ 0 w 1961627"/>
                <a:gd name="connsiteY0" fmla="*/ 17961 h 453861"/>
                <a:gd name="connsiteX1" fmla="*/ 1957389 w 1961627"/>
                <a:gd name="connsiteY1" fmla="*/ 27486 h 453861"/>
                <a:gd name="connsiteX2" fmla="*/ 1961627 w 1961627"/>
                <a:gd name="connsiteY2" fmla="*/ 313835 h 453861"/>
                <a:gd name="connsiteX3" fmla="*/ 1821601 w 1961627"/>
                <a:gd name="connsiteY3" fmla="*/ 453861 h 453861"/>
                <a:gd name="connsiteX4" fmla="*/ 143661 w 1961627"/>
                <a:gd name="connsiteY4" fmla="*/ 453861 h 453861"/>
                <a:gd name="connsiteX5" fmla="*/ 3635 w 1961627"/>
                <a:gd name="connsiteY5" fmla="*/ 313835 h 453861"/>
                <a:gd name="connsiteX6" fmla="*/ 0 w 1961627"/>
                <a:gd name="connsiteY6" fmla="*/ 17961 h 453861"/>
                <a:gd name="connsiteX0" fmla="*/ 0 w 1962506"/>
                <a:gd name="connsiteY0" fmla="*/ 34771 h 470671"/>
                <a:gd name="connsiteX1" fmla="*/ 1962151 w 1962506"/>
                <a:gd name="connsiteY1" fmla="*/ 20484 h 470671"/>
                <a:gd name="connsiteX2" fmla="*/ 1961627 w 1962506"/>
                <a:gd name="connsiteY2" fmla="*/ 330645 h 470671"/>
                <a:gd name="connsiteX3" fmla="*/ 1821601 w 1962506"/>
                <a:gd name="connsiteY3" fmla="*/ 470671 h 470671"/>
                <a:gd name="connsiteX4" fmla="*/ 143661 w 1962506"/>
                <a:gd name="connsiteY4" fmla="*/ 470671 h 470671"/>
                <a:gd name="connsiteX5" fmla="*/ 3635 w 1962506"/>
                <a:gd name="connsiteY5" fmla="*/ 330645 h 470671"/>
                <a:gd name="connsiteX6" fmla="*/ 0 w 1962506"/>
                <a:gd name="connsiteY6" fmla="*/ 34771 h 470671"/>
                <a:gd name="connsiteX0" fmla="*/ 0 w 1962506"/>
                <a:gd name="connsiteY0" fmla="*/ 14287 h 450187"/>
                <a:gd name="connsiteX1" fmla="*/ 1962151 w 1962506"/>
                <a:gd name="connsiteY1" fmla="*/ 0 h 450187"/>
                <a:gd name="connsiteX2" fmla="*/ 1961627 w 1962506"/>
                <a:gd name="connsiteY2" fmla="*/ 310161 h 450187"/>
                <a:gd name="connsiteX3" fmla="*/ 1821601 w 1962506"/>
                <a:gd name="connsiteY3" fmla="*/ 450187 h 450187"/>
                <a:gd name="connsiteX4" fmla="*/ 143661 w 1962506"/>
                <a:gd name="connsiteY4" fmla="*/ 450187 h 450187"/>
                <a:gd name="connsiteX5" fmla="*/ 3635 w 1962506"/>
                <a:gd name="connsiteY5" fmla="*/ 310161 h 450187"/>
                <a:gd name="connsiteX6" fmla="*/ 0 w 1962506"/>
                <a:gd name="connsiteY6" fmla="*/ 14287 h 450187"/>
                <a:gd name="connsiteX0" fmla="*/ 0 w 1962506"/>
                <a:gd name="connsiteY0" fmla="*/ 2464 h 457414"/>
                <a:gd name="connsiteX1" fmla="*/ 1962151 w 1962506"/>
                <a:gd name="connsiteY1" fmla="*/ 7227 h 457414"/>
                <a:gd name="connsiteX2" fmla="*/ 1961627 w 1962506"/>
                <a:gd name="connsiteY2" fmla="*/ 317388 h 457414"/>
                <a:gd name="connsiteX3" fmla="*/ 1821601 w 1962506"/>
                <a:gd name="connsiteY3" fmla="*/ 457414 h 457414"/>
                <a:gd name="connsiteX4" fmla="*/ 143661 w 1962506"/>
                <a:gd name="connsiteY4" fmla="*/ 457414 h 457414"/>
                <a:gd name="connsiteX5" fmla="*/ 3635 w 1962506"/>
                <a:gd name="connsiteY5" fmla="*/ 317388 h 457414"/>
                <a:gd name="connsiteX6" fmla="*/ 0 w 1962506"/>
                <a:gd name="connsiteY6" fmla="*/ 2464 h 457414"/>
                <a:gd name="connsiteX0" fmla="*/ 0 w 1967268"/>
                <a:gd name="connsiteY0" fmla="*/ 4762 h 450187"/>
                <a:gd name="connsiteX1" fmla="*/ 1966913 w 1967268"/>
                <a:gd name="connsiteY1" fmla="*/ 0 h 450187"/>
                <a:gd name="connsiteX2" fmla="*/ 1966389 w 1967268"/>
                <a:gd name="connsiteY2" fmla="*/ 310161 h 450187"/>
                <a:gd name="connsiteX3" fmla="*/ 1826363 w 1967268"/>
                <a:gd name="connsiteY3" fmla="*/ 450187 h 450187"/>
                <a:gd name="connsiteX4" fmla="*/ 148423 w 1967268"/>
                <a:gd name="connsiteY4" fmla="*/ 450187 h 450187"/>
                <a:gd name="connsiteX5" fmla="*/ 8397 w 1967268"/>
                <a:gd name="connsiteY5" fmla="*/ 310161 h 450187"/>
                <a:gd name="connsiteX6" fmla="*/ 0 w 1967268"/>
                <a:gd name="connsiteY6" fmla="*/ 4762 h 450187"/>
                <a:gd name="connsiteX0" fmla="*/ 0 w 1967268"/>
                <a:gd name="connsiteY0" fmla="*/ 6401 h 451826"/>
                <a:gd name="connsiteX1" fmla="*/ 1966913 w 1967268"/>
                <a:gd name="connsiteY1" fmla="*/ 1639 h 451826"/>
                <a:gd name="connsiteX2" fmla="*/ 1966389 w 1967268"/>
                <a:gd name="connsiteY2" fmla="*/ 311800 h 451826"/>
                <a:gd name="connsiteX3" fmla="*/ 1826363 w 1967268"/>
                <a:gd name="connsiteY3" fmla="*/ 451826 h 451826"/>
                <a:gd name="connsiteX4" fmla="*/ 148423 w 1967268"/>
                <a:gd name="connsiteY4" fmla="*/ 451826 h 451826"/>
                <a:gd name="connsiteX5" fmla="*/ 8397 w 1967268"/>
                <a:gd name="connsiteY5" fmla="*/ 311800 h 451826"/>
                <a:gd name="connsiteX6" fmla="*/ 0 w 1967268"/>
                <a:gd name="connsiteY6" fmla="*/ 6401 h 451826"/>
                <a:gd name="connsiteX0" fmla="*/ 0 w 1966913"/>
                <a:gd name="connsiteY0" fmla="*/ 6401 h 451826"/>
                <a:gd name="connsiteX1" fmla="*/ 1966913 w 1966913"/>
                <a:gd name="connsiteY1" fmla="*/ 1639 h 451826"/>
                <a:gd name="connsiteX2" fmla="*/ 1966389 w 1966913"/>
                <a:gd name="connsiteY2" fmla="*/ 311800 h 451826"/>
                <a:gd name="connsiteX3" fmla="*/ 1826363 w 1966913"/>
                <a:gd name="connsiteY3" fmla="*/ 451826 h 451826"/>
                <a:gd name="connsiteX4" fmla="*/ 148423 w 1966913"/>
                <a:gd name="connsiteY4" fmla="*/ 451826 h 451826"/>
                <a:gd name="connsiteX5" fmla="*/ 8397 w 1966913"/>
                <a:gd name="connsiteY5" fmla="*/ 311800 h 451826"/>
                <a:gd name="connsiteX6" fmla="*/ 0 w 1966913"/>
                <a:gd name="connsiteY6" fmla="*/ 6401 h 451826"/>
                <a:gd name="connsiteX0" fmla="*/ 0 w 1966913"/>
                <a:gd name="connsiteY0" fmla="*/ 4861 h 450286"/>
                <a:gd name="connsiteX1" fmla="*/ 1966913 w 1966913"/>
                <a:gd name="connsiteY1" fmla="*/ 99 h 450286"/>
                <a:gd name="connsiteX2" fmla="*/ 1966389 w 1966913"/>
                <a:gd name="connsiteY2" fmla="*/ 310260 h 450286"/>
                <a:gd name="connsiteX3" fmla="*/ 1826363 w 1966913"/>
                <a:gd name="connsiteY3" fmla="*/ 450286 h 450286"/>
                <a:gd name="connsiteX4" fmla="*/ 148423 w 1966913"/>
                <a:gd name="connsiteY4" fmla="*/ 450286 h 450286"/>
                <a:gd name="connsiteX5" fmla="*/ 8397 w 1966913"/>
                <a:gd name="connsiteY5" fmla="*/ 310260 h 450286"/>
                <a:gd name="connsiteX6" fmla="*/ 0 w 1966913"/>
                <a:gd name="connsiteY6" fmla="*/ 4861 h 450286"/>
                <a:gd name="connsiteX0" fmla="*/ 0 w 1963738"/>
                <a:gd name="connsiteY0" fmla="*/ 7806 h 450261"/>
                <a:gd name="connsiteX1" fmla="*/ 1963738 w 1963738"/>
                <a:gd name="connsiteY1" fmla="*/ 74 h 450261"/>
                <a:gd name="connsiteX2" fmla="*/ 1963214 w 1963738"/>
                <a:gd name="connsiteY2" fmla="*/ 310235 h 450261"/>
                <a:gd name="connsiteX3" fmla="*/ 1823188 w 1963738"/>
                <a:gd name="connsiteY3" fmla="*/ 450261 h 450261"/>
                <a:gd name="connsiteX4" fmla="*/ 145248 w 1963738"/>
                <a:gd name="connsiteY4" fmla="*/ 450261 h 450261"/>
                <a:gd name="connsiteX5" fmla="*/ 5222 w 1963738"/>
                <a:gd name="connsiteY5" fmla="*/ 310235 h 450261"/>
                <a:gd name="connsiteX6" fmla="*/ 0 w 1963738"/>
                <a:gd name="connsiteY6" fmla="*/ 7806 h 450261"/>
                <a:gd name="connsiteX0" fmla="*/ 0 w 1963738"/>
                <a:gd name="connsiteY0" fmla="*/ 0 h 442455"/>
                <a:gd name="connsiteX1" fmla="*/ 1963738 w 1963738"/>
                <a:gd name="connsiteY1" fmla="*/ 1178 h 442455"/>
                <a:gd name="connsiteX2" fmla="*/ 1963214 w 1963738"/>
                <a:gd name="connsiteY2" fmla="*/ 302429 h 442455"/>
                <a:gd name="connsiteX3" fmla="*/ 1823188 w 1963738"/>
                <a:gd name="connsiteY3" fmla="*/ 442455 h 442455"/>
                <a:gd name="connsiteX4" fmla="*/ 145248 w 1963738"/>
                <a:gd name="connsiteY4" fmla="*/ 442455 h 442455"/>
                <a:gd name="connsiteX5" fmla="*/ 5222 w 1963738"/>
                <a:gd name="connsiteY5" fmla="*/ 302429 h 442455"/>
                <a:gd name="connsiteX6" fmla="*/ 0 w 1963738"/>
                <a:gd name="connsiteY6" fmla="*/ 0 h 442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3738" h="442455">
                  <a:moveTo>
                    <a:pt x="0" y="0"/>
                  </a:moveTo>
                  <a:lnTo>
                    <a:pt x="1963738" y="1178"/>
                  </a:lnTo>
                  <a:cubicBezTo>
                    <a:pt x="1961976" y="494601"/>
                    <a:pt x="1961801" y="206979"/>
                    <a:pt x="1963214" y="302429"/>
                  </a:cubicBezTo>
                  <a:cubicBezTo>
                    <a:pt x="1963214" y="379763"/>
                    <a:pt x="1900522" y="442455"/>
                    <a:pt x="1823188" y="442455"/>
                  </a:cubicBezTo>
                  <a:lnTo>
                    <a:pt x="145248" y="442455"/>
                  </a:lnTo>
                  <a:cubicBezTo>
                    <a:pt x="67914" y="442455"/>
                    <a:pt x="5222" y="379763"/>
                    <a:pt x="5222" y="302429"/>
                  </a:cubicBezTo>
                  <a:cubicBezTo>
                    <a:pt x="4010" y="203804"/>
                    <a:pt x="1212" y="98625"/>
                    <a:pt x="0" y="0"/>
                  </a:cubicBezTo>
                  <a:close/>
                </a:path>
              </a:pathLst>
            </a:cu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5" name="24 CuadroTexto"/>
          <p:cNvSpPr txBox="1"/>
          <p:nvPr/>
        </p:nvSpPr>
        <p:spPr>
          <a:xfrm>
            <a:off x="6723119" y="5044081"/>
            <a:ext cx="1838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s-ES" dirty="0" err="1">
                <a:solidFill>
                  <a:srgbClr val="FF0000"/>
                </a:solidFill>
              </a:rPr>
              <a:t>executeUpdate</a:t>
            </a:r>
            <a:endParaRPr lang="es-ES" dirty="0">
              <a:solidFill>
                <a:srgbClr val="FF0000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sentencia SQL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</a:p>
        </p:txBody>
      </p:sp>
      <p:grpSp>
        <p:nvGrpSpPr>
          <p:cNvPr id="3" name="2 Grupo"/>
          <p:cNvGrpSpPr/>
          <p:nvPr/>
        </p:nvGrpSpPr>
        <p:grpSpPr>
          <a:xfrm>
            <a:off x="3303361" y="3058263"/>
            <a:ext cx="5257902" cy="668061"/>
            <a:chOff x="3303361" y="3120979"/>
            <a:chExt cx="5257902" cy="668061"/>
          </a:xfrm>
        </p:grpSpPr>
        <p:sp>
          <p:nvSpPr>
            <p:cNvPr id="36" name="35 Recortar rectángulo de esquina sencilla"/>
            <p:cNvSpPr/>
            <p:nvPr/>
          </p:nvSpPr>
          <p:spPr>
            <a:xfrm>
              <a:off x="3303361" y="3120979"/>
              <a:ext cx="5257902" cy="668061"/>
            </a:xfrm>
            <a:prstGeom prst="snip1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36 Rectángulo"/>
            <p:cNvSpPr/>
            <p:nvPr/>
          </p:nvSpPr>
          <p:spPr>
            <a:xfrm>
              <a:off x="4696440" y="3254954"/>
              <a:ext cx="292529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2000" b="1" dirty="0" err="1">
                  <a:solidFill>
                    <a:schemeClr val="bg1">
                      <a:lumMod val="50000"/>
                    </a:schemeClr>
                  </a:solidFill>
                </a:rPr>
                <a:t>com.mysql.jdbc.Driver</a:t>
              </a:r>
              <a:endParaRPr lang="es-ES" sz="20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8" name="37 Rectángulo"/>
          <p:cNvSpPr/>
          <p:nvPr/>
        </p:nvSpPr>
        <p:spPr>
          <a:xfrm>
            <a:off x="4187599" y="2688931"/>
            <a:ext cx="4047689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mtClean="0"/>
              <a:t>mysql-connector-java-10.1.18-bin.jar</a:t>
            </a:r>
            <a:endParaRPr lang="es-ES" dirty="0"/>
          </a:p>
        </p:txBody>
      </p:sp>
      <p:grpSp>
        <p:nvGrpSpPr>
          <p:cNvPr id="15" name="14 Grupo"/>
          <p:cNvGrpSpPr/>
          <p:nvPr/>
        </p:nvGrpSpPr>
        <p:grpSpPr>
          <a:xfrm>
            <a:off x="3973122" y="937664"/>
            <a:ext cx="1324755" cy="1221575"/>
            <a:chOff x="4180982" y="196053"/>
            <a:chExt cx="1043608" cy="1221575"/>
          </a:xfrm>
        </p:grpSpPr>
        <p:sp>
          <p:nvSpPr>
            <p:cNvPr id="40" name="39 Cilindro"/>
            <p:cNvSpPr/>
            <p:nvPr/>
          </p:nvSpPr>
          <p:spPr>
            <a:xfrm>
              <a:off x="4180982" y="196053"/>
              <a:ext cx="1043608" cy="1221575"/>
            </a:xfrm>
            <a:prstGeom prst="can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32 CuadroTexto"/>
            <p:cNvSpPr txBox="1"/>
            <p:nvPr/>
          </p:nvSpPr>
          <p:spPr>
            <a:xfrm>
              <a:off x="4211960" y="548680"/>
              <a:ext cx="978996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bg1"/>
                  </a:solidFill>
                </a:rPr>
                <a:t>Servidor</a:t>
              </a:r>
            </a:p>
            <a:p>
              <a:pPr algn="ctr"/>
              <a:r>
                <a:rPr lang="es-ES" sz="2000" b="1" dirty="0" err="1">
                  <a:solidFill>
                    <a:schemeClr val="bg1"/>
                  </a:solidFill>
                </a:rPr>
                <a:t>MySQL</a:t>
              </a:r>
              <a:endParaRPr lang="es-E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40 Flecha derecha"/>
          <p:cNvSpPr/>
          <p:nvPr/>
        </p:nvSpPr>
        <p:spPr>
          <a:xfrm>
            <a:off x="5889990" y="4719137"/>
            <a:ext cx="473090" cy="251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" name="1 Grupo"/>
          <p:cNvGrpSpPr/>
          <p:nvPr/>
        </p:nvGrpSpPr>
        <p:grpSpPr>
          <a:xfrm>
            <a:off x="450994" y="1306104"/>
            <a:ext cx="3459665" cy="1473552"/>
            <a:chOff x="244091" y="1368820"/>
            <a:chExt cx="2878526" cy="1473552"/>
          </a:xfrm>
        </p:grpSpPr>
        <p:grpSp>
          <p:nvGrpSpPr>
            <p:cNvPr id="48" name="47 Grupo"/>
            <p:cNvGrpSpPr/>
            <p:nvPr/>
          </p:nvGrpSpPr>
          <p:grpSpPr>
            <a:xfrm>
              <a:off x="251520" y="1368820"/>
              <a:ext cx="2871097" cy="1196084"/>
              <a:chOff x="490905" y="3145952"/>
              <a:chExt cx="2279373" cy="1196084"/>
            </a:xfrm>
          </p:grpSpPr>
          <p:grpSp>
            <p:nvGrpSpPr>
              <p:cNvPr id="49" name="48 Grupo"/>
              <p:cNvGrpSpPr/>
              <p:nvPr/>
            </p:nvGrpSpPr>
            <p:grpSpPr>
              <a:xfrm>
                <a:off x="490905" y="3145952"/>
                <a:ext cx="2279373" cy="511595"/>
                <a:chOff x="683568" y="1421247"/>
                <a:chExt cx="2473495" cy="511595"/>
              </a:xfrm>
            </p:grpSpPr>
            <p:sp>
              <p:nvSpPr>
                <p:cNvPr id="51" name="50 Rectángulo"/>
                <p:cNvSpPr/>
                <p:nvPr/>
              </p:nvSpPr>
              <p:spPr>
                <a:xfrm>
                  <a:off x="683568" y="1421247"/>
                  <a:ext cx="2232248" cy="51159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2" name="51 CuadroTexto"/>
                <p:cNvSpPr txBox="1"/>
                <p:nvPr/>
              </p:nvSpPr>
              <p:spPr>
                <a:xfrm>
                  <a:off x="683568" y="1484784"/>
                  <a:ext cx="2473495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b="1" dirty="0" err="1">
                      <a:solidFill>
                        <a:schemeClr val="bg1"/>
                      </a:solidFill>
                    </a:rPr>
                    <a:t>Class</a:t>
                  </a:r>
                  <a:endParaRPr lang="es-ES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0" name="49 Rectángulo"/>
              <p:cNvSpPr/>
              <p:nvPr/>
            </p:nvSpPr>
            <p:spPr>
              <a:xfrm>
                <a:off x="491872" y="3650008"/>
                <a:ext cx="2057059" cy="69202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53" name="52 CuadroTexto"/>
            <p:cNvSpPr txBox="1"/>
            <p:nvPr/>
          </p:nvSpPr>
          <p:spPr>
            <a:xfrm>
              <a:off x="244091" y="1872876"/>
              <a:ext cx="2845574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FF0000"/>
                  </a:solidFill>
                </a:rPr>
                <a:t>forName</a:t>
              </a:r>
              <a:endParaRPr lang="es-ES" dirty="0">
                <a:solidFill>
                  <a:srgbClr val="FF0000"/>
                </a:solidFill>
              </a:endParaRPr>
            </a:p>
            <a:p>
              <a:pPr algn="ctr"/>
              <a:r>
                <a:rPr lang="es-ES" dirty="0">
                  <a:solidFill>
                    <a:srgbClr val="FF0000"/>
                  </a:solidFill>
                </a:rPr>
                <a:t>(</a:t>
              </a:r>
              <a:r>
                <a:rPr lang="es-ES" dirty="0"/>
                <a:t>"</a:t>
              </a:r>
              <a:r>
                <a:rPr lang="es-ES" dirty="0" err="1">
                  <a:solidFill>
                    <a:srgbClr val="00B050"/>
                  </a:solidFill>
                </a:rPr>
                <a:t>com.mysql.jdbc.Driver</a:t>
              </a:r>
              <a:r>
                <a:rPr lang="es-ES" dirty="0"/>
                <a:t>"</a:t>
              </a:r>
              <a:r>
                <a:rPr lang="es-ES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sp>
        <p:nvSpPr>
          <p:cNvPr id="22" name="21 Flecha doblada"/>
          <p:cNvSpPr/>
          <p:nvPr/>
        </p:nvSpPr>
        <p:spPr>
          <a:xfrm>
            <a:off x="1610552" y="3482129"/>
            <a:ext cx="1584176" cy="748251"/>
          </a:xfrm>
          <a:prstGeom prst="ben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grpSp>
        <p:nvGrpSpPr>
          <p:cNvPr id="24" name="23 Grupo"/>
          <p:cNvGrpSpPr/>
          <p:nvPr/>
        </p:nvGrpSpPr>
        <p:grpSpPr>
          <a:xfrm>
            <a:off x="1603497" y="2617775"/>
            <a:ext cx="1584176" cy="976442"/>
            <a:chOff x="1468601" y="1726559"/>
            <a:chExt cx="1584176" cy="976442"/>
          </a:xfrm>
        </p:grpSpPr>
        <p:sp>
          <p:nvSpPr>
            <p:cNvPr id="23" name="22 Rectángulo"/>
            <p:cNvSpPr/>
            <p:nvPr/>
          </p:nvSpPr>
          <p:spPr>
            <a:xfrm>
              <a:off x="1881259" y="2333669"/>
              <a:ext cx="7729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b="1" dirty="0">
                  <a:solidFill>
                    <a:srgbClr val="00B050"/>
                  </a:solidFill>
                </a:rPr>
                <a:t>cargar</a:t>
              </a:r>
            </a:p>
          </p:txBody>
        </p:sp>
        <p:sp>
          <p:nvSpPr>
            <p:cNvPr id="54" name="53 Flecha doblada"/>
            <p:cNvSpPr/>
            <p:nvPr/>
          </p:nvSpPr>
          <p:spPr>
            <a:xfrm flipV="1">
              <a:off x="1468601" y="1726559"/>
              <a:ext cx="1584176" cy="748251"/>
            </a:xfrm>
            <a:prstGeom prst="ben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sp>
        <p:nvSpPr>
          <p:cNvPr id="34" name="33 Rectángulo"/>
          <p:cNvSpPr/>
          <p:nvPr/>
        </p:nvSpPr>
        <p:spPr>
          <a:xfrm>
            <a:off x="107504" y="899428"/>
            <a:ext cx="3459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err="1">
                <a:solidFill>
                  <a:srgbClr val="00B0F0"/>
                </a:solidFill>
              </a:rPr>
              <a:t>Class</a:t>
            </a:r>
            <a:r>
              <a:rPr lang="es-ES" dirty="0" err="1"/>
              <a:t>.</a:t>
            </a:r>
            <a:r>
              <a:rPr lang="es-ES" dirty="0" err="1">
                <a:solidFill>
                  <a:srgbClr val="FF0000"/>
                </a:solidFill>
              </a:rPr>
              <a:t>forName</a:t>
            </a:r>
            <a:r>
              <a:rPr lang="es-ES" sz="1400" dirty="0">
                <a:solidFill>
                  <a:srgbClr val="FF0000"/>
                </a:solidFill>
              </a:rPr>
              <a:t>(</a:t>
            </a:r>
            <a:r>
              <a:rPr lang="es-ES" sz="1400" dirty="0"/>
              <a:t>"</a:t>
            </a:r>
            <a:r>
              <a:rPr lang="es-ES" sz="1400" dirty="0" err="1">
                <a:solidFill>
                  <a:srgbClr val="00B050"/>
                </a:solidFill>
              </a:rPr>
              <a:t>com.mysql.jdbc.Driver</a:t>
            </a:r>
            <a:r>
              <a:rPr lang="es-ES" sz="1400" dirty="0"/>
              <a:t>"</a:t>
            </a:r>
            <a:r>
              <a:rPr lang="es-ES" sz="1400" dirty="0">
                <a:solidFill>
                  <a:srgbClr val="FF0000"/>
                </a:solidFill>
              </a:rPr>
              <a:t>)</a:t>
            </a:r>
            <a:r>
              <a:rPr lang="es-ES" sz="1400" dirty="0"/>
              <a:t>;</a:t>
            </a:r>
          </a:p>
        </p:txBody>
      </p:sp>
      <p:sp>
        <p:nvSpPr>
          <p:cNvPr id="45" name="44 Rectángulo"/>
          <p:cNvSpPr/>
          <p:nvPr/>
        </p:nvSpPr>
        <p:spPr>
          <a:xfrm>
            <a:off x="1210628" y="116632"/>
            <a:ext cx="677615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Conectar con </a:t>
            </a:r>
            <a:r>
              <a:rPr lang="es-ES" sz="2800" b="1" spc="50" dirty="0" err="1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MySQL</a:t>
            </a:r>
            <a:r>
              <a:rPr lang="es-ES" sz="28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mediante JDBC</a:t>
            </a:r>
          </a:p>
        </p:txBody>
      </p:sp>
      <p:grpSp>
        <p:nvGrpSpPr>
          <p:cNvPr id="42" name="41 Grupo"/>
          <p:cNvGrpSpPr/>
          <p:nvPr/>
        </p:nvGrpSpPr>
        <p:grpSpPr>
          <a:xfrm>
            <a:off x="4776162" y="2114198"/>
            <a:ext cx="2845574" cy="584775"/>
            <a:chOff x="4776162" y="2176914"/>
            <a:chExt cx="2845574" cy="584775"/>
          </a:xfrm>
        </p:grpSpPr>
        <p:sp>
          <p:nvSpPr>
            <p:cNvPr id="13" name="12 Rectángulo"/>
            <p:cNvSpPr/>
            <p:nvPr/>
          </p:nvSpPr>
          <p:spPr>
            <a:xfrm>
              <a:off x="5147664" y="2213348"/>
              <a:ext cx="2088631" cy="535409"/>
            </a:xfrm>
            <a:prstGeom prst="rect">
              <a:avLst/>
            </a:prstGeom>
            <a:solidFill>
              <a:srgbClr val="F5FFC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6" name="55 Rectángulo"/>
            <p:cNvSpPr/>
            <p:nvPr/>
          </p:nvSpPr>
          <p:spPr>
            <a:xfrm>
              <a:off x="4776162" y="2176914"/>
              <a:ext cx="284557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bg1">
                      <a:lumMod val="50000"/>
                    </a:schemeClr>
                  </a:solidFill>
                </a:rPr>
                <a:t>1. Copiar en \</a:t>
              </a:r>
              <a:r>
                <a:rPr lang="es-ES" sz="1600" dirty="0" err="1">
                  <a:solidFill>
                    <a:schemeClr val="bg1">
                      <a:lumMod val="50000"/>
                    </a:schemeClr>
                  </a:solidFill>
                </a:rPr>
                <a:t>lib</a:t>
              </a:r>
              <a:endParaRPr lang="es-ES" sz="16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s-ES" sz="1600" dirty="0">
                  <a:solidFill>
                    <a:schemeClr val="bg1">
                      <a:lumMod val="50000"/>
                    </a:schemeClr>
                  </a:solidFill>
                </a:rPr>
                <a:t>2. Importar en proyecto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806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1" grpId="0" animBg="1"/>
      <p:bldP spid="4" grpId="0"/>
      <p:bldP spid="8" grpId="0"/>
      <p:bldP spid="18" grpId="0"/>
      <p:bldP spid="30" grpId="0"/>
      <p:bldP spid="31" grpId="0" animBg="1"/>
      <p:bldP spid="32" grpId="0"/>
      <p:bldP spid="25" grpId="0"/>
      <p:bldP spid="38" grpId="0"/>
      <p:bldP spid="41" grpId="0" animBg="1"/>
      <p:bldP spid="22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524782" y="221159"/>
            <a:ext cx="614783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Conectar directamente con Base Datos</a:t>
            </a:r>
          </a:p>
        </p:txBody>
      </p:sp>
      <p:sp>
        <p:nvSpPr>
          <p:cNvPr id="5" name="4 Flecha arriba"/>
          <p:cNvSpPr/>
          <p:nvPr/>
        </p:nvSpPr>
        <p:spPr>
          <a:xfrm rot="5400000">
            <a:off x="4886580" y="1644815"/>
            <a:ext cx="576064" cy="1337342"/>
          </a:xfrm>
          <a:prstGeom prst="up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9" name="18 Grupo"/>
          <p:cNvGrpSpPr/>
          <p:nvPr/>
        </p:nvGrpSpPr>
        <p:grpSpPr>
          <a:xfrm>
            <a:off x="1403648" y="1901138"/>
            <a:ext cx="2621865" cy="1196084"/>
            <a:chOff x="1763688" y="1800973"/>
            <a:chExt cx="2261825" cy="1196084"/>
          </a:xfrm>
        </p:grpSpPr>
        <p:grpSp>
          <p:nvGrpSpPr>
            <p:cNvPr id="7" name="6 Grupo"/>
            <p:cNvGrpSpPr/>
            <p:nvPr/>
          </p:nvGrpSpPr>
          <p:grpSpPr>
            <a:xfrm>
              <a:off x="1771117" y="1800973"/>
              <a:ext cx="2057059" cy="511595"/>
              <a:chOff x="683568" y="1421247"/>
              <a:chExt cx="2232248" cy="511595"/>
            </a:xfrm>
          </p:grpSpPr>
          <p:sp>
            <p:nvSpPr>
              <p:cNvPr id="9" name="8 Rectángulo"/>
              <p:cNvSpPr/>
              <p:nvPr/>
            </p:nvSpPr>
            <p:spPr>
              <a:xfrm>
                <a:off x="683568" y="1421247"/>
                <a:ext cx="2232248" cy="51159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0" name="9 CuadroTexto"/>
              <p:cNvSpPr txBox="1"/>
              <p:nvPr/>
            </p:nvSpPr>
            <p:spPr>
              <a:xfrm>
                <a:off x="683568" y="1484784"/>
                <a:ext cx="2232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 err="1">
                    <a:solidFill>
                      <a:schemeClr val="bg1"/>
                    </a:solidFill>
                  </a:rPr>
                  <a:t>DriverManager</a:t>
                </a:r>
                <a:endParaRPr lang="es-E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7 Rectángulo"/>
            <p:cNvSpPr/>
            <p:nvPr/>
          </p:nvSpPr>
          <p:spPr>
            <a:xfrm>
              <a:off x="1772084" y="2305029"/>
              <a:ext cx="2057059" cy="6920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1763688" y="2305029"/>
              <a:ext cx="2261825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FF0000"/>
                  </a:solidFill>
                </a:rPr>
                <a:t>getConnection</a:t>
              </a:r>
              <a:endParaRPr lang="es-ES" dirty="0">
                <a:solidFill>
                  <a:srgbClr val="FF0000"/>
                </a:solidFill>
              </a:endParaRPr>
            </a:p>
            <a:p>
              <a:pPr algn="ctr"/>
              <a:r>
                <a:rPr lang="es-ES" dirty="0">
                  <a:solidFill>
                    <a:srgbClr val="FF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server</a:t>
              </a:r>
              <a:r>
                <a:rPr lang="es-ES" dirty="0"/>
                <a:t>, </a:t>
              </a:r>
              <a:r>
                <a:rPr lang="es-ES" dirty="0" err="1">
                  <a:solidFill>
                    <a:srgbClr val="00B050"/>
                  </a:solidFill>
                </a:rPr>
                <a:t>user</a:t>
              </a:r>
              <a:r>
                <a:rPr lang="es-ES" dirty="0"/>
                <a:t>, </a:t>
              </a:r>
              <a:r>
                <a:rPr lang="es-ES" dirty="0" err="1">
                  <a:solidFill>
                    <a:srgbClr val="00B050"/>
                  </a:solidFill>
                </a:rPr>
                <a:t>pass</a:t>
              </a:r>
              <a:r>
                <a:rPr lang="es-ES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sp>
        <p:nvSpPr>
          <p:cNvPr id="13" name="12 Cilindro"/>
          <p:cNvSpPr/>
          <p:nvPr/>
        </p:nvSpPr>
        <p:spPr>
          <a:xfrm>
            <a:off x="6763059" y="1626212"/>
            <a:ext cx="1440160" cy="1846447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3 CuadroTexto"/>
          <p:cNvSpPr txBox="1"/>
          <p:nvPr/>
        </p:nvSpPr>
        <p:spPr>
          <a:xfrm>
            <a:off x="6727842" y="2251031"/>
            <a:ext cx="13509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Servidor</a:t>
            </a:r>
          </a:p>
          <a:p>
            <a:pPr algn="ctr"/>
            <a:r>
              <a:rPr lang="es-ES" sz="2000" b="1" dirty="0" err="1">
                <a:solidFill>
                  <a:schemeClr val="bg1"/>
                </a:solidFill>
              </a:rPr>
              <a:t>MySQL</a:t>
            </a:r>
            <a:endParaRPr lang="es-ES" sz="2000" b="1" dirty="0">
              <a:solidFill>
                <a:schemeClr val="bg1"/>
              </a:solidFill>
            </a:endParaRPr>
          </a:p>
        </p:txBody>
      </p:sp>
      <p:grpSp>
        <p:nvGrpSpPr>
          <p:cNvPr id="17" name="16 Grupo"/>
          <p:cNvGrpSpPr/>
          <p:nvPr/>
        </p:nvGrpSpPr>
        <p:grpSpPr>
          <a:xfrm>
            <a:off x="693560" y="1008885"/>
            <a:ext cx="8126911" cy="384721"/>
            <a:chOff x="693561" y="1268760"/>
            <a:chExt cx="7810280" cy="384721"/>
          </a:xfrm>
        </p:grpSpPr>
        <p:sp>
          <p:nvSpPr>
            <p:cNvPr id="16" name="15 Rectángulo"/>
            <p:cNvSpPr/>
            <p:nvPr/>
          </p:nvSpPr>
          <p:spPr>
            <a:xfrm>
              <a:off x="693561" y="1268760"/>
              <a:ext cx="7810280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14 Rectángulo"/>
            <p:cNvSpPr/>
            <p:nvPr/>
          </p:nvSpPr>
          <p:spPr>
            <a:xfrm>
              <a:off x="1396249" y="1268760"/>
              <a:ext cx="6601701" cy="3847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dirty="0" err="1">
                  <a:solidFill>
                    <a:schemeClr val="accent5">
                      <a:lumMod val="75000"/>
                    </a:schemeClr>
                  </a:solidFill>
                </a:rPr>
                <a:t>DriverManager</a:t>
              </a:r>
              <a:r>
                <a:rPr lang="es-ES" dirty="0" err="1"/>
                <a:t>.</a:t>
              </a:r>
              <a:r>
                <a:rPr lang="es-ES" i="1" dirty="0" err="1">
                  <a:solidFill>
                    <a:srgbClr val="FF0000"/>
                  </a:solidFill>
                </a:rPr>
                <a:t>getConnection</a:t>
              </a:r>
              <a:r>
                <a:rPr lang="es-ES" sz="1600" i="1" dirty="0">
                  <a:solidFill>
                    <a:srgbClr val="FF0000"/>
                  </a:solidFill>
                </a:rPr>
                <a:t> </a:t>
              </a:r>
              <a:r>
                <a:rPr lang="es-ES" sz="1600" dirty="0">
                  <a:solidFill>
                    <a:srgbClr val="FF0000"/>
                  </a:solidFill>
                </a:rPr>
                <a:t>(</a:t>
              </a:r>
              <a:r>
                <a:rPr lang="es-ES" sz="1600" dirty="0"/>
                <a:t>"</a:t>
              </a:r>
              <a:r>
                <a:rPr lang="es-ES" sz="1600" dirty="0" err="1">
                  <a:solidFill>
                    <a:srgbClr val="00B050"/>
                  </a:solidFill>
                </a:rPr>
                <a:t>jdbc:mysql</a:t>
              </a:r>
              <a:r>
                <a:rPr lang="es-ES" sz="1600" dirty="0">
                  <a:solidFill>
                    <a:srgbClr val="00B050"/>
                  </a:solidFill>
                </a:rPr>
                <a:t>://</a:t>
              </a:r>
              <a:r>
                <a:rPr lang="es-ES" sz="1600" dirty="0" err="1">
                  <a:solidFill>
                    <a:srgbClr val="00B050"/>
                  </a:solidFill>
                </a:rPr>
                <a:t>localhost</a:t>
              </a:r>
              <a:r>
                <a:rPr lang="es-ES" sz="1600" dirty="0">
                  <a:solidFill>
                    <a:srgbClr val="00B050"/>
                  </a:solidFill>
                </a:rPr>
                <a:t>/</a:t>
              </a:r>
              <a:r>
                <a:rPr lang="es-ES" sz="1600" dirty="0"/>
                <a:t>","</a:t>
              </a:r>
              <a:r>
                <a:rPr lang="es-ES" sz="1600" dirty="0" err="1">
                  <a:solidFill>
                    <a:srgbClr val="00B050"/>
                  </a:solidFill>
                </a:rPr>
                <a:t>root</a:t>
              </a:r>
              <a:r>
                <a:rPr lang="es-ES" sz="1600" dirty="0"/>
                <a:t>", "</a:t>
              </a:r>
              <a:r>
                <a:rPr lang="es-ES" sz="1600" dirty="0" err="1">
                  <a:solidFill>
                    <a:srgbClr val="00B050"/>
                  </a:solidFill>
                </a:rPr>
                <a:t>pw</a:t>
              </a:r>
              <a:r>
                <a:rPr lang="es-ES" sz="1600" dirty="0"/>
                <a:t>"</a:t>
              </a:r>
              <a:r>
                <a:rPr lang="es-ES" sz="1600" dirty="0">
                  <a:solidFill>
                    <a:srgbClr val="FF0000"/>
                  </a:solidFill>
                </a:rPr>
                <a:t>)</a:t>
              </a:r>
              <a:r>
                <a:rPr lang="es-ES" sz="1600" dirty="0"/>
                <a:t>;</a:t>
              </a:r>
            </a:p>
          </p:txBody>
        </p:sp>
      </p:grpSp>
      <p:grpSp>
        <p:nvGrpSpPr>
          <p:cNvPr id="36" name="35 Grupo"/>
          <p:cNvGrpSpPr/>
          <p:nvPr/>
        </p:nvGrpSpPr>
        <p:grpSpPr>
          <a:xfrm>
            <a:off x="1197576" y="4895791"/>
            <a:ext cx="3038547" cy="1196084"/>
            <a:chOff x="1259632" y="4797152"/>
            <a:chExt cx="2623098" cy="1196084"/>
          </a:xfrm>
        </p:grpSpPr>
        <p:grpSp>
          <p:nvGrpSpPr>
            <p:cNvPr id="24" name="23 Grupo"/>
            <p:cNvGrpSpPr/>
            <p:nvPr/>
          </p:nvGrpSpPr>
          <p:grpSpPr>
            <a:xfrm>
              <a:off x="1259632" y="4797152"/>
              <a:ext cx="2623098" cy="1196084"/>
              <a:chOff x="490905" y="3145952"/>
              <a:chExt cx="2058026" cy="1196084"/>
            </a:xfrm>
          </p:grpSpPr>
          <p:grpSp>
            <p:nvGrpSpPr>
              <p:cNvPr id="26" name="25 Grupo"/>
              <p:cNvGrpSpPr/>
              <p:nvPr/>
            </p:nvGrpSpPr>
            <p:grpSpPr>
              <a:xfrm>
                <a:off x="490905" y="3145952"/>
                <a:ext cx="2057059" cy="511595"/>
                <a:chOff x="683568" y="1421247"/>
                <a:chExt cx="2232248" cy="511595"/>
              </a:xfrm>
            </p:grpSpPr>
            <p:sp>
              <p:nvSpPr>
                <p:cNvPr id="28" name="27 Rectángulo"/>
                <p:cNvSpPr/>
                <p:nvPr/>
              </p:nvSpPr>
              <p:spPr>
                <a:xfrm>
                  <a:off x="683568" y="1421247"/>
                  <a:ext cx="2232248" cy="51159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9" name="28 CuadroTexto"/>
                <p:cNvSpPr txBox="1"/>
                <p:nvPr/>
              </p:nvSpPr>
              <p:spPr>
                <a:xfrm>
                  <a:off x="683568" y="1484784"/>
                  <a:ext cx="22322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b="1" dirty="0" err="1">
                      <a:solidFill>
                        <a:schemeClr val="bg1"/>
                      </a:solidFill>
                    </a:rPr>
                    <a:t>DriverManager</a:t>
                  </a:r>
                  <a:endParaRPr lang="es-ES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7" name="26 Rectángulo"/>
              <p:cNvSpPr/>
              <p:nvPr/>
            </p:nvSpPr>
            <p:spPr>
              <a:xfrm>
                <a:off x="491872" y="3650008"/>
                <a:ext cx="2057059" cy="69202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25" name="24 CuadroTexto"/>
            <p:cNvSpPr txBox="1"/>
            <p:nvPr/>
          </p:nvSpPr>
          <p:spPr>
            <a:xfrm>
              <a:off x="1346154" y="5301208"/>
              <a:ext cx="2478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FF0000"/>
                  </a:solidFill>
                </a:rPr>
                <a:t>getConnection</a:t>
              </a:r>
              <a:endParaRPr lang="es-ES" dirty="0">
                <a:solidFill>
                  <a:srgbClr val="FF0000"/>
                </a:solidFill>
              </a:endParaRPr>
            </a:p>
            <a:p>
              <a:pPr algn="ctr"/>
              <a:r>
                <a:rPr lang="es-ES" dirty="0">
                  <a:solidFill>
                    <a:srgbClr val="FF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server/</a:t>
              </a:r>
              <a:r>
                <a:rPr lang="es-ES" b="1" dirty="0">
                  <a:solidFill>
                    <a:srgbClr val="00B050"/>
                  </a:solidFill>
                </a:rPr>
                <a:t>BD</a:t>
              </a:r>
              <a:r>
                <a:rPr lang="es-ES" dirty="0"/>
                <a:t>, </a:t>
              </a:r>
              <a:r>
                <a:rPr lang="es-ES" dirty="0" err="1">
                  <a:solidFill>
                    <a:srgbClr val="00B050"/>
                  </a:solidFill>
                </a:rPr>
                <a:t>user</a:t>
              </a:r>
              <a:r>
                <a:rPr lang="es-ES" dirty="0"/>
                <a:t>, </a:t>
              </a:r>
              <a:r>
                <a:rPr lang="es-ES" dirty="0" err="1">
                  <a:solidFill>
                    <a:srgbClr val="00B050"/>
                  </a:solidFill>
                </a:rPr>
                <a:t>pass</a:t>
              </a:r>
              <a:r>
                <a:rPr lang="es-ES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grpSp>
        <p:nvGrpSpPr>
          <p:cNvPr id="33" name="32 Grupo"/>
          <p:cNvGrpSpPr/>
          <p:nvPr/>
        </p:nvGrpSpPr>
        <p:grpSpPr>
          <a:xfrm>
            <a:off x="722160" y="4005064"/>
            <a:ext cx="7810280" cy="369332"/>
            <a:chOff x="693561" y="1268760"/>
            <a:chExt cx="7810280" cy="369332"/>
          </a:xfrm>
        </p:grpSpPr>
        <p:sp>
          <p:nvSpPr>
            <p:cNvPr id="34" name="33 Rectángulo"/>
            <p:cNvSpPr/>
            <p:nvPr/>
          </p:nvSpPr>
          <p:spPr>
            <a:xfrm>
              <a:off x="693561" y="1268760"/>
              <a:ext cx="7810280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34 Rectángulo"/>
            <p:cNvSpPr/>
            <p:nvPr/>
          </p:nvSpPr>
          <p:spPr>
            <a:xfrm>
              <a:off x="870992" y="1268760"/>
              <a:ext cx="748883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dirty="0" err="1">
                  <a:solidFill>
                    <a:schemeClr val="accent5">
                      <a:lumMod val="75000"/>
                    </a:schemeClr>
                  </a:solidFill>
                </a:rPr>
                <a:t>DriverManager</a:t>
              </a:r>
              <a:r>
                <a:rPr lang="es-ES" dirty="0" err="1"/>
                <a:t>.</a:t>
              </a:r>
              <a:r>
                <a:rPr lang="es-ES" i="1" dirty="0" err="1">
                  <a:solidFill>
                    <a:srgbClr val="FF0000"/>
                  </a:solidFill>
                </a:rPr>
                <a:t>getConnection</a:t>
              </a:r>
              <a:r>
                <a:rPr lang="es-ES" sz="1600" i="1" dirty="0">
                  <a:solidFill>
                    <a:srgbClr val="FF0000"/>
                  </a:solidFill>
                </a:rPr>
                <a:t> </a:t>
              </a:r>
              <a:r>
                <a:rPr lang="es-ES" sz="1600" dirty="0">
                  <a:solidFill>
                    <a:srgbClr val="FF0000"/>
                  </a:solidFill>
                </a:rPr>
                <a:t>(</a:t>
              </a:r>
              <a:r>
                <a:rPr lang="es-ES" sz="1600" dirty="0"/>
                <a:t>"</a:t>
              </a:r>
              <a:r>
                <a:rPr lang="es-ES" sz="1600" dirty="0" err="1">
                  <a:solidFill>
                    <a:srgbClr val="00B050"/>
                  </a:solidFill>
                </a:rPr>
                <a:t>jdbc:mysql</a:t>
              </a:r>
              <a:r>
                <a:rPr lang="es-ES" sz="1600" dirty="0">
                  <a:solidFill>
                    <a:srgbClr val="00B050"/>
                  </a:solidFill>
                </a:rPr>
                <a:t>://</a:t>
              </a:r>
              <a:r>
                <a:rPr lang="es-ES" sz="1600" dirty="0" err="1">
                  <a:solidFill>
                    <a:srgbClr val="00B050"/>
                  </a:solidFill>
                </a:rPr>
                <a:t>localhost</a:t>
              </a:r>
              <a:r>
                <a:rPr lang="es-ES" sz="1600" dirty="0">
                  <a:solidFill>
                    <a:srgbClr val="00B050"/>
                  </a:solidFill>
                </a:rPr>
                <a:t>/</a:t>
              </a:r>
              <a:r>
                <a:rPr lang="es-ES" sz="1600" dirty="0" err="1">
                  <a:solidFill>
                    <a:srgbClr val="00B050"/>
                  </a:solidFill>
                </a:rPr>
                <a:t>miBD</a:t>
              </a:r>
              <a:r>
                <a:rPr lang="es-ES" sz="1600" dirty="0"/>
                <a:t>","</a:t>
              </a:r>
              <a:r>
                <a:rPr lang="es-ES" sz="1600" dirty="0" err="1">
                  <a:solidFill>
                    <a:srgbClr val="00B050"/>
                  </a:solidFill>
                </a:rPr>
                <a:t>root</a:t>
              </a:r>
              <a:r>
                <a:rPr lang="es-ES" sz="1600" dirty="0"/>
                <a:t>", "</a:t>
              </a:r>
              <a:r>
                <a:rPr lang="es-ES" sz="1600" dirty="0" err="1">
                  <a:solidFill>
                    <a:srgbClr val="00B050"/>
                  </a:solidFill>
                </a:rPr>
                <a:t>pw</a:t>
              </a:r>
              <a:r>
                <a:rPr lang="es-ES" sz="1600" dirty="0"/>
                <a:t>"</a:t>
              </a:r>
              <a:r>
                <a:rPr lang="es-ES" sz="1600" dirty="0">
                  <a:solidFill>
                    <a:srgbClr val="FF0000"/>
                  </a:solidFill>
                </a:rPr>
                <a:t>)</a:t>
              </a:r>
              <a:r>
                <a:rPr lang="es-ES" sz="1600" dirty="0"/>
                <a:t>;</a:t>
              </a:r>
            </a:p>
          </p:txBody>
        </p:sp>
      </p:grpSp>
      <p:grpSp>
        <p:nvGrpSpPr>
          <p:cNvPr id="3" name="2 Grupo"/>
          <p:cNvGrpSpPr/>
          <p:nvPr/>
        </p:nvGrpSpPr>
        <p:grpSpPr>
          <a:xfrm>
            <a:off x="6853911" y="4631762"/>
            <a:ext cx="1440160" cy="1846447"/>
            <a:chOff x="5796136" y="4578732"/>
            <a:chExt cx="1440160" cy="1846447"/>
          </a:xfrm>
        </p:grpSpPr>
        <p:sp>
          <p:nvSpPr>
            <p:cNvPr id="31" name="30 Cilindro"/>
            <p:cNvSpPr/>
            <p:nvPr/>
          </p:nvSpPr>
          <p:spPr>
            <a:xfrm>
              <a:off x="5796136" y="4578732"/>
              <a:ext cx="1440160" cy="1846447"/>
            </a:xfrm>
            <a:prstGeom prst="can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31 CuadroTexto"/>
            <p:cNvSpPr txBox="1"/>
            <p:nvPr/>
          </p:nvSpPr>
          <p:spPr>
            <a:xfrm>
              <a:off x="5838885" y="5013176"/>
              <a:ext cx="135099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bg1"/>
                  </a:solidFill>
                </a:rPr>
                <a:t>Servidor</a:t>
              </a:r>
            </a:p>
            <a:p>
              <a:pPr algn="ctr"/>
              <a:r>
                <a:rPr lang="es-ES" sz="2000" b="1" dirty="0" err="1">
                  <a:solidFill>
                    <a:schemeClr val="bg1"/>
                  </a:solidFill>
                </a:rPr>
                <a:t>MySQL</a:t>
              </a:r>
              <a:endParaRPr lang="es-E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36 Rectángulo"/>
            <p:cNvSpPr/>
            <p:nvPr/>
          </p:nvSpPr>
          <p:spPr>
            <a:xfrm>
              <a:off x="6084168" y="5805264"/>
              <a:ext cx="889690" cy="43204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37 Rectángulo"/>
            <p:cNvSpPr/>
            <p:nvPr/>
          </p:nvSpPr>
          <p:spPr>
            <a:xfrm>
              <a:off x="6283593" y="5841941"/>
              <a:ext cx="49084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2000" b="1" dirty="0">
                  <a:solidFill>
                    <a:srgbClr val="0070C0"/>
                  </a:solidFill>
                </a:rPr>
                <a:t>BD</a:t>
              </a:r>
              <a:endParaRPr lang="es-ES" sz="2000" dirty="0">
                <a:solidFill>
                  <a:srgbClr val="0070C0"/>
                </a:solidFill>
              </a:endParaRPr>
            </a:p>
          </p:txBody>
        </p:sp>
      </p:grpSp>
      <p:sp>
        <p:nvSpPr>
          <p:cNvPr id="20" name="19 CuadroTexto"/>
          <p:cNvSpPr txBox="1"/>
          <p:nvPr/>
        </p:nvSpPr>
        <p:spPr>
          <a:xfrm>
            <a:off x="3903520" y="2998713"/>
            <a:ext cx="878767" cy="305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USE </a:t>
            </a:r>
            <a:r>
              <a:rPr lang="es-ES" b="1" dirty="0">
                <a:solidFill>
                  <a:srgbClr val="0070C0"/>
                </a:solidFill>
              </a:rPr>
              <a:t>BD</a:t>
            </a:r>
          </a:p>
        </p:txBody>
      </p:sp>
      <p:sp>
        <p:nvSpPr>
          <p:cNvPr id="23" name="22 Flecha arriba"/>
          <p:cNvSpPr/>
          <p:nvPr/>
        </p:nvSpPr>
        <p:spPr>
          <a:xfrm rot="5400000">
            <a:off x="5287046" y="4663948"/>
            <a:ext cx="576064" cy="1629800"/>
          </a:xfrm>
          <a:prstGeom prst="up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5 Grupo"/>
          <p:cNvGrpSpPr/>
          <p:nvPr/>
        </p:nvGrpSpPr>
        <p:grpSpPr>
          <a:xfrm>
            <a:off x="4993782" y="2952078"/>
            <a:ext cx="1728192" cy="454996"/>
            <a:chOff x="5004048" y="2852937"/>
            <a:chExt cx="1728192" cy="454996"/>
          </a:xfrm>
        </p:grpSpPr>
        <p:sp>
          <p:nvSpPr>
            <p:cNvPr id="39" name="38 Flecha arriba"/>
            <p:cNvSpPr/>
            <p:nvPr/>
          </p:nvSpPr>
          <p:spPr>
            <a:xfrm rot="5400000">
              <a:off x="5170895" y="2686090"/>
              <a:ext cx="451180" cy="784873"/>
            </a:xfrm>
            <a:prstGeom prst="upArrow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" name="1 Grupo"/>
            <p:cNvGrpSpPr/>
            <p:nvPr/>
          </p:nvGrpSpPr>
          <p:grpSpPr>
            <a:xfrm>
              <a:off x="5842550" y="2871146"/>
              <a:ext cx="889690" cy="436787"/>
              <a:chOff x="6236568" y="5957664"/>
              <a:chExt cx="889690" cy="436787"/>
            </a:xfrm>
          </p:grpSpPr>
          <p:sp>
            <p:nvSpPr>
              <p:cNvPr id="40" name="39 Rectángulo"/>
              <p:cNvSpPr/>
              <p:nvPr/>
            </p:nvSpPr>
            <p:spPr>
              <a:xfrm>
                <a:off x="6236568" y="5957664"/>
                <a:ext cx="889690" cy="43204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1" name="40 Rectángulo"/>
              <p:cNvSpPr/>
              <p:nvPr/>
            </p:nvSpPr>
            <p:spPr>
              <a:xfrm>
                <a:off x="6435993" y="5994341"/>
                <a:ext cx="49084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000" b="1" dirty="0">
                    <a:solidFill>
                      <a:srgbClr val="0070C0"/>
                    </a:solidFill>
                  </a:rPr>
                  <a:t>BD</a:t>
                </a:r>
                <a:endParaRPr lang="es-ES" sz="2000" dirty="0">
                  <a:solidFill>
                    <a:srgbClr val="0070C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106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20" grpId="0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36 Grupo"/>
          <p:cNvGrpSpPr/>
          <p:nvPr/>
        </p:nvGrpSpPr>
        <p:grpSpPr>
          <a:xfrm>
            <a:off x="640160" y="1055297"/>
            <a:ext cx="7964288" cy="2229687"/>
            <a:chOff x="640160" y="1055297"/>
            <a:chExt cx="7964288" cy="2229687"/>
          </a:xfrm>
        </p:grpSpPr>
        <p:sp>
          <p:nvSpPr>
            <p:cNvPr id="16" name="15 Rectángulo"/>
            <p:cNvSpPr/>
            <p:nvPr/>
          </p:nvSpPr>
          <p:spPr>
            <a:xfrm>
              <a:off x="640160" y="1055297"/>
              <a:ext cx="7964288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15" name="14 Grupo"/>
            <p:cNvGrpSpPr/>
            <p:nvPr/>
          </p:nvGrpSpPr>
          <p:grpSpPr>
            <a:xfrm>
              <a:off x="2923604" y="1748253"/>
              <a:ext cx="3520604" cy="1536731"/>
              <a:chOff x="2923604" y="1748253"/>
              <a:chExt cx="3520604" cy="1536731"/>
            </a:xfrm>
          </p:grpSpPr>
          <p:sp>
            <p:nvSpPr>
              <p:cNvPr id="3" name="2 Flecha arriba"/>
              <p:cNvSpPr/>
              <p:nvPr/>
            </p:nvSpPr>
            <p:spPr>
              <a:xfrm rot="5400000">
                <a:off x="3603786" y="1489958"/>
                <a:ext cx="576064" cy="1936428"/>
              </a:xfrm>
              <a:prstGeom prst="upArrow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2" name="11 Grupo"/>
              <p:cNvGrpSpPr/>
              <p:nvPr/>
            </p:nvGrpSpPr>
            <p:grpSpPr>
              <a:xfrm>
                <a:off x="5131358" y="1748253"/>
                <a:ext cx="1312850" cy="1536731"/>
                <a:chOff x="4180982" y="196053"/>
                <a:chExt cx="1043608" cy="1221575"/>
              </a:xfrm>
            </p:grpSpPr>
            <p:sp>
              <p:nvSpPr>
                <p:cNvPr id="13" name="12 Cilindro"/>
                <p:cNvSpPr/>
                <p:nvPr/>
              </p:nvSpPr>
              <p:spPr>
                <a:xfrm>
                  <a:off x="4180982" y="196053"/>
                  <a:ext cx="1043608" cy="1221575"/>
                </a:xfrm>
                <a:prstGeom prst="can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4" name="13 CuadroTexto"/>
                <p:cNvSpPr txBox="1"/>
                <p:nvPr/>
              </p:nvSpPr>
              <p:spPr>
                <a:xfrm>
                  <a:off x="4211960" y="548680"/>
                  <a:ext cx="978996" cy="5382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b="1" dirty="0">
                      <a:solidFill>
                        <a:schemeClr val="bg1"/>
                      </a:solidFill>
                    </a:rPr>
                    <a:t>Servidor</a:t>
                  </a:r>
                </a:p>
                <a:p>
                  <a:pPr algn="ctr"/>
                  <a:r>
                    <a:rPr lang="es-ES" sz="2000" b="1" dirty="0" err="1">
                      <a:solidFill>
                        <a:schemeClr val="bg1"/>
                      </a:solidFill>
                    </a:rPr>
                    <a:t>MySQL</a:t>
                  </a:r>
                  <a:endParaRPr lang="es-E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20" name="19 CuadroTexto"/>
            <p:cNvSpPr txBox="1"/>
            <p:nvPr/>
          </p:nvSpPr>
          <p:spPr>
            <a:xfrm>
              <a:off x="795631" y="1080079"/>
              <a:ext cx="1306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solidFill>
                    <a:srgbClr val="FF0000"/>
                  </a:solidFill>
                </a:rPr>
                <a:t>MODIFICAR</a:t>
              </a:r>
            </a:p>
          </p:txBody>
        </p:sp>
      </p:grpSp>
      <p:sp>
        <p:nvSpPr>
          <p:cNvPr id="4" name="3 Rectángulo"/>
          <p:cNvSpPr/>
          <p:nvPr/>
        </p:nvSpPr>
        <p:spPr>
          <a:xfrm>
            <a:off x="1577450" y="188640"/>
            <a:ext cx="598913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spc="50" dirty="0" err="1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executeUpdate</a:t>
            </a:r>
            <a:r>
              <a:rPr lang="es-ES" sz="28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VS </a:t>
            </a:r>
            <a:r>
              <a:rPr lang="es-ES" sz="2800" b="1" spc="50" dirty="0" err="1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executeQuery</a:t>
            </a:r>
            <a:endParaRPr lang="es-ES" sz="2800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147108" y="1055297"/>
            <a:ext cx="63106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 err="1"/>
              <a:t>sentencia.</a:t>
            </a:r>
            <a:r>
              <a:rPr lang="es-ES" dirty="0" err="1">
                <a:solidFill>
                  <a:srgbClr val="FF0000"/>
                </a:solidFill>
              </a:rPr>
              <a:t>executeUpdate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/>
              <a:t>"</a:t>
            </a:r>
            <a:r>
              <a:rPr lang="es-ES" sz="1600" dirty="0">
                <a:solidFill>
                  <a:srgbClr val="00B050"/>
                </a:solidFill>
              </a:rPr>
              <a:t>DELETE * FROM </a:t>
            </a:r>
            <a:r>
              <a:rPr lang="es-ES" sz="1600" i="1" dirty="0">
                <a:solidFill>
                  <a:srgbClr val="00B050"/>
                </a:solidFill>
              </a:rPr>
              <a:t>ALBUMES</a:t>
            </a:r>
            <a:r>
              <a:rPr lang="es-ES" sz="1600" dirty="0"/>
              <a:t>"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  <a:r>
              <a:rPr lang="es-ES" sz="1600" dirty="0"/>
              <a:t>;</a:t>
            </a:r>
          </a:p>
        </p:txBody>
      </p:sp>
      <p:grpSp>
        <p:nvGrpSpPr>
          <p:cNvPr id="33" name="32 Grupo"/>
          <p:cNvGrpSpPr/>
          <p:nvPr/>
        </p:nvGrpSpPr>
        <p:grpSpPr>
          <a:xfrm>
            <a:off x="693560" y="1891632"/>
            <a:ext cx="2230043" cy="1161545"/>
            <a:chOff x="693561" y="1891632"/>
            <a:chExt cx="1963738" cy="1161545"/>
          </a:xfrm>
        </p:grpSpPr>
        <p:grpSp>
          <p:nvGrpSpPr>
            <p:cNvPr id="6" name="5 Grupo"/>
            <p:cNvGrpSpPr/>
            <p:nvPr/>
          </p:nvGrpSpPr>
          <p:grpSpPr>
            <a:xfrm>
              <a:off x="693561" y="1891632"/>
              <a:ext cx="1963738" cy="1133079"/>
              <a:chOff x="6466912" y="3190137"/>
              <a:chExt cx="1963738" cy="1133079"/>
            </a:xfrm>
          </p:grpSpPr>
          <p:grpSp>
            <p:nvGrpSpPr>
              <p:cNvPr id="7" name="6 Grupo"/>
              <p:cNvGrpSpPr/>
              <p:nvPr/>
            </p:nvGrpSpPr>
            <p:grpSpPr>
              <a:xfrm>
                <a:off x="6468375" y="3190137"/>
                <a:ext cx="1957992" cy="840142"/>
                <a:chOff x="5903640" y="1594288"/>
                <a:chExt cx="2124744" cy="679430"/>
              </a:xfrm>
            </p:grpSpPr>
            <p:sp>
              <p:nvSpPr>
                <p:cNvPr id="9" name="8 Rectángulo redondeado"/>
                <p:cNvSpPr/>
                <p:nvPr/>
              </p:nvSpPr>
              <p:spPr>
                <a:xfrm>
                  <a:off x="5903640" y="1594288"/>
                  <a:ext cx="2124744" cy="679430"/>
                </a:xfrm>
                <a:prstGeom prst="round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" name="9 CuadroTexto"/>
                <p:cNvSpPr txBox="1"/>
                <p:nvPr/>
              </p:nvSpPr>
              <p:spPr>
                <a:xfrm>
                  <a:off x="5903640" y="1594288"/>
                  <a:ext cx="2124744" cy="5475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b="1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Statement</a:t>
                  </a:r>
                  <a:r>
                    <a:rPr lang="es-ES" dirty="0"/>
                    <a:t> </a:t>
                  </a:r>
                </a:p>
                <a:p>
                  <a:pPr algn="ctr"/>
                  <a:r>
                    <a:rPr lang="es-ES" sz="2000" b="1" dirty="0"/>
                    <a:t>sentencia</a:t>
                  </a:r>
                </a:p>
              </p:txBody>
            </p:sp>
          </p:grpSp>
          <p:sp>
            <p:nvSpPr>
              <p:cNvPr id="8" name="32 Rectángulo redondeado"/>
              <p:cNvSpPr/>
              <p:nvPr/>
            </p:nvSpPr>
            <p:spPr>
              <a:xfrm>
                <a:off x="6466912" y="3850213"/>
                <a:ext cx="1963738" cy="473003"/>
              </a:xfrm>
              <a:custGeom>
                <a:avLst/>
                <a:gdLst>
                  <a:gd name="connsiteX0" fmla="*/ 0 w 1957992"/>
                  <a:gd name="connsiteY0" fmla="*/ 140026 h 840142"/>
                  <a:gd name="connsiteX1" fmla="*/ 140026 w 1957992"/>
                  <a:gd name="connsiteY1" fmla="*/ 0 h 840142"/>
                  <a:gd name="connsiteX2" fmla="*/ 1817966 w 1957992"/>
                  <a:gd name="connsiteY2" fmla="*/ 0 h 840142"/>
                  <a:gd name="connsiteX3" fmla="*/ 1957992 w 1957992"/>
                  <a:gd name="connsiteY3" fmla="*/ 140026 h 840142"/>
                  <a:gd name="connsiteX4" fmla="*/ 1957992 w 1957992"/>
                  <a:gd name="connsiteY4" fmla="*/ 700116 h 840142"/>
                  <a:gd name="connsiteX5" fmla="*/ 1817966 w 1957992"/>
                  <a:gd name="connsiteY5" fmla="*/ 840142 h 840142"/>
                  <a:gd name="connsiteX6" fmla="*/ 140026 w 1957992"/>
                  <a:gd name="connsiteY6" fmla="*/ 840142 h 840142"/>
                  <a:gd name="connsiteX7" fmla="*/ 0 w 1957992"/>
                  <a:gd name="connsiteY7" fmla="*/ 700116 h 840142"/>
                  <a:gd name="connsiteX8" fmla="*/ 0 w 1957992"/>
                  <a:gd name="connsiteY8" fmla="*/ 140026 h 840142"/>
                  <a:gd name="connsiteX0" fmla="*/ 3635 w 1961627"/>
                  <a:gd name="connsiteY0" fmla="*/ 140026 h 840142"/>
                  <a:gd name="connsiteX1" fmla="*/ 143661 w 1961627"/>
                  <a:gd name="connsiteY1" fmla="*/ 0 h 840142"/>
                  <a:gd name="connsiteX2" fmla="*/ 1821601 w 1961627"/>
                  <a:gd name="connsiteY2" fmla="*/ 0 h 840142"/>
                  <a:gd name="connsiteX3" fmla="*/ 1961627 w 1961627"/>
                  <a:gd name="connsiteY3" fmla="*/ 140026 h 840142"/>
                  <a:gd name="connsiteX4" fmla="*/ 1961627 w 1961627"/>
                  <a:gd name="connsiteY4" fmla="*/ 700116 h 840142"/>
                  <a:gd name="connsiteX5" fmla="*/ 1821601 w 1961627"/>
                  <a:gd name="connsiteY5" fmla="*/ 840142 h 840142"/>
                  <a:gd name="connsiteX6" fmla="*/ 143661 w 1961627"/>
                  <a:gd name="connsiteY6" fmla="*/ 840142 h 840142"/>
                  <a:gd name="connsiteX7" fmla="*/ 3635 w 1961627"/>
                  <a:gd name="connsiteY7" fmla="*/ 700116 h 840142"/>
                  <a:gd name="connsiteX8" fmla="*/ 0 w 1961627"/>
                  <a:gd name="connsiteY8" fmla="*/ 404242 h 840142"/>
                  <a:gd name="connsiteX9" fmla="*/ 3635 w 1961627"/>
                  <a:gd name="connsiteY9" fmla="*/ 140026 h 840142"/>
                  <a:gd name="connsiteX0" fmla="*/ 3635 w 1961627"/>
                  <a:gd name="connsiteY0" fmla="*/ 140026 h 840142"/>
                  <a:gd name="connsiteX1" fmla="*/ 143661 w 1961627"/>
                  <a:gd name="connsiteY1" fmla="*/ 0 h 840142"/>
                  <a:gd name="connsiteX2" fmla="*/ 1821601 w 1961627"/>
                  <a:gd name="connsiteY2" fmla="*/ 0 h 840142"/>
                  <a:gd name="connsiteX3" fmla="*/ 1961627 w 1961627"/>
                  <a:gd name="connsiteY3" fmla="*/ 140026 h 840142"/>
                  <a:gd name="connsiteX4" fmla="*/ 1957389 w 1961627"/>
                  <a:gd name="connsiteY4" fmla="*/ 413767 h 840142"/>
                  <a:gd name="connsiteX5" fmla="*/ 1961627 w 1961627"/>
                  <a:gd name="connsiteY5" fmla="*/ 700116 h 840142"/>
                  <a:gd name="connsiteX6" fmla="*/ 1821601 w 1961627"/>
                  <a:gd name="connsiteY6" fmla="*/ 840142 h 840142"/>
                  <a:gd name="connsiteX7" fmla="*/ 143661 w 1961627"/>
                  <a:gd name="connsiteY7" fmla="*/ 840142 h 840142"/>
                  <a:gd name="connsiteX8" fmla="*/ 3635 w 1961627"/>
                  <a:gd name="connsiteY8" fmla="*/ 700116 h 840142"/>
                  <a:gd name="connsiteX9" fmla="*/ 0 w 1961627"/>
                  <a:gd name="connsiteY9" fmla="*/ 404242 h 840142"/>
                  <a:gd name="connsiteX10" fmla="*/ 3635 w 1961627"/>
                  <a:gd name="connsiteY10" fmla="*/ 140026 h 840142"/>
                  <a:gd name="connsiteX0" fmla="*/ 33765 w 1995392"/>
                  <a:gd name="connsiteY0" fmla="*/ 404242 h 840142"/>
                  <a:gd name="connsiteX1" fmla="*/ 177426 w 1995392"/>
                  <a:gd name="connsiteY1" fmla="*/ 0 h 840142"/>
                  <a:gd name="connsiteX2" fmla="*/ 1855366 w 1995392"/>
                  <a:gd name="connsiteY2" fmla="*/ 0 h 840142"/>
                  <a:gd name="connsiteX3" fmla="*/ 1995392 w 1995392"/>
                  <a:gd name="connsiteY3" fmla="*/ 140026 h 840142"/>
                  <a:gd name="connsiteX4" fmla="*/ 1991154 w 1995392"/>
                  <a:gd name="connsiteY4" fmla="*/ 413767 h 840142"/>
                  <a:gd name="connsiteX5" fmla="*/ 1995392 w 1995392"/>
                  <a:gd name="connsiteY5" fmla="*/ 700116 h 840142"/>
                  <a:gd name="connsiteX6" fmla="*/ 1855366 w 1995392"/>
                  <a:gd name="connsiteY6" fmla="*/ 840142 h 840142"/>
                  <a:gd name="connsiteX7" fmla="*/ 177426 w 1995392"/>
                  <a:gd name="connsiteY7" fmla="*/ 840142 h 840142"/>
                  <a:gd name="connsiteX8" fmla="*/ 37400 w 1995392"/>
                  <a:gd name="connsiteY8" fmla="*/ 700116 h 840142"/>
                  <a:gd name="connsiteX9" fmla="*/ 33765 w 1995392"/>
                  <a:gd name="connsiteY9" fmla="*/ 404242 h 840142"/>
                  <a:gd name="connsiteX0" fmla="*/ 0 w 1961627"/>
                  <a:gd name="connsiteY0" fmla="*/ 404242 h 840142"/>
                  <a:gd name="connsiteX1" fmla="*/ 1821601 w 1961627"/>
                  <a:gd name="connsiteY1" fmla="*/ 0 h 840142"/>
                  <a:gd name="connsiteX2" fmla="*/ 1961627 w 1961627"/>
                  <a:gd name="connsiteY2" fmla="*/ 140026 h 840142"/>
                  <a:gd name="connsiteX3" fmla="*/ 1957389 w 1961627"/>
                  <a:gd name="connsiteY3" fmla="*/ 413767 h 840142"/>
                  <a:gd name="connsiteX4" fmla="*/ 1961627 w 1961627"/>
                  <a:gd name="connsiteY4" fmla="*/ 700116 h 840142"/>
                  <a:gd name="connsiteX5" fmla="*/ 1821601 w 1961627"/>
                  <a:gd name="connsiteY5" fmla="*/ 840142 h 840142"/>
                  <a:gd name="connsiteX6" fmla="*/ 143661 w 1961627"/>
                  <a:gd name="connsiteY6" fmla="*/ 840142 h 840142"/>
                  <a:gd name="connsiteX7" fmla="*/ 3635 w 1961627"/>
                  <a:gd name="connsiteY7" fmla="*/ 700116 h 840142"/>
                  <a:gd name="connsiteX8" fmla="*/ 0 w 1961627"/>
                  <a:gd name="connsiteY8" fmla="*/ 404242 h 840142"/>
                  <a:gd name="connsiteX0" fmla="*/ 0 w 2004794"/>
                  <a:gd name="connsiteY0" fmla="*/ 404242 h 840142"/>
                  <a:gd name="connsiteX1" fmla="*/ 1821601 w 2004794"/>
                  <a:gd name="connsiteY1" fmla="*/ 0 h 840142"/>
                  <a:gd name="connsiteX2" fmla="*/ 1957389 w 2004794"/>
                  <a:gd name="connsiteY2" fmla="*/ 413767 h 840142"/>
                  <a:gd name="connsiteX3" fmla="*/ 1961627 w 2004794"/>
                  <a:gd name="connsiteY3" fmla="*/ 700116 h 840142"/>
                  <a:gd name="connsiteX4" fmla="*/ 1821601 w 2004794"/>
                  <a:gd name="connsiteY4" fmla="*/ 840142 h 840142"/>
                  <a:gd name="connsiteX5" fmla="*/ 143661 w 2004794"/>
                  <a:gd name="connsiteY5" fmla="*/ 840142 h 840142"/>
                  <a:gd name="connsiteX6" fmla="*/ 3635 w 2004794"/>
                  <a:gd name="connsiteY6" fmla="*/ 700116 h 840142"/>
                  <a:gd name="connsiteX7" fmla="*/ 0 w 2004794"/>
                  <a:gd name="connsiteY7" fmla="*/ 404242 h 840142"/>
                  <a:gd name="connsiteX0" fmla="*/ 0 w 1961627"/>
                  <a:gd name="connsiteY0" fmla="*/ 31920 h 467820"/>
                  <a:gd name="connsiteX1" fmla="*/ 1957389 w 1961627"/>
                  <a:gd name="connsiteY1" fmla="*/ 41445 h 467820"/>
                  <a:gd name="connsiteX2" fmla="*/ 1961627 w 1961627"/>
                  <a:gd name="connsiteY2" fmla="*/ 327794 h 467820"/>
                  <a:gd name="connsiteX3" fmla="*/ 1821601 w 1961627"/>
                  <a:gd name="connsiteY3" fmla="*/ 467820 h 467820"/>
                  <a:gd name="connsiteX4" fmla="*/ 143661 w 1961627"/>
                  <a:gd name="connsiteY4" fmla="*/ 467820 h 467820"/>
                  <a:gd name="connsiteX5" fmla="*/ 3635 w 1961627"/>
                  <a:gd name="connsiteY5" fmla="*/ 327794 h 467820"/>
                  <a:gd name="connsiteX6" fmla="*/ 0 w 1961627"/>
                  <a:gd name="connsiteY6" fmla="*/ 31920 h 467820"/>
                  <a:gd name="connsiteX0" fmla="*/ 0 w 1961627"/>
                  <a:gd name="connsiteY0" fmla="*/ 13946 h 449846"/>
                  <a:gd name="connsiteX1" fmla="*/ 1957389 w 1961627"/>
                  <a:gd name="connsiteY1" fmla="*/ 23471 h 449846"/>
                  <a:gd name="connsiteX2" fmla="*/ 1961627 w 1961627"/>
                  <a:gd name="connsiteY2" fmla="*/ 309820 h 449846"/>
                  <a:gd name="connsiteX3" fmla="*/ 1821601 w 1961627"/>
                  <a:gd name="connsiteY3" fmla="*/ 449846 h 449846"/>
                  <a:gd name="connsiteX4" fmla="*/ 143661 w 1961627"/>
                  <a:gd name="connsiteY4" fmla="*/ 449846 h 449846"/>
                  <a:gd name="connsiteX5" fmla="*/ 3635 w 1961627"/>
                  <a:gd name="connsiteY5" fmla="*/ 309820 h 449846"/>
                  <a:gd name="connsiteX6" fmla="*/ 0 w 1961627"/>
                  <a:gd name="connsiteY6" fmla="*/ 13946 h 449846"/>
                  <a:gd name="connsiteX0" fmla="*/ 0 w 1961627"/>
                  <a:gd name="connsiteY0" fmla="*/ 17961 h 453861"/>
                  <a:gd name="connsiteX1" fmla="*/ 1957389 w 1961627"/>
                  <a:gd name="connsiteY1" fmla="*/ 27486 h 453861"/>
                  <a:gd name="connsiteX2" fmla="*/ 1961627 w 1961627"/>
                  <a:gd name="connsiteY2" fmla="*/ 313835 h 453861"/>
                  <a:gd name="connsiteX3" fmla="*/ 1821601 w 1961627"/>
                  <a:gd name="connsiteY3" fmla="*/ 453861 h 453861"/>
                  <a:gd name="connsiteX4" fmla="*/ 143661 w 1961627"/>
                  <a:gd name="connsiteY4" fmla="*/ 453861 h 453861"/>
                  <a:gd name="connsiteX5" fmla="*/ 3635 w 1961627"/>
                  <a:gd name="connsiteY5" fmla="*/ 313835 h 453861"/>
                  <a:gd name="connsiteX6" fmla="*/ 0 w 1961627"/>
                  <a:gd name="connsiteY6" fmla="*/ 17961 h 453861"/>
                  <a:gd name="connsiteX0" fmla="*/ 0 w 1962506"/>
                  <a:gd name="connsiteY0" fmla="*/ 34771 h 470671"/>
                  <a:gd name="connsiteX1" fmla="*/ 1962151 w 1962506"/>
                  <a:gd name="connsiteY1" fmla="*/ 20484 h 470671"/>
                  <a:gd name="connsiteX2" fmla="*/ 1961627 w 1962506"/>
                  <a:gd name="connsiteY2" fmla="*/ 330645 h 470671"/>
                  <a:gd name="connsiteX3" fmla="*/ 1821601 w 1962506"/>
                  <a:gd name="connsiteY3" fmla="*/ 470671 h 470671"/>
                  <a:gd name="connsiteX4" fmla="*/ 143661 w 1962506"/>
                  <a:gd name="connsiteY4" fmla="*/ 470671 h 470671"/>
                  <a:gd name="connsiteX5" fmla="*/ 3635 w 1962506"/>
                  <a:gd name="connsiteY5" fmla="*/ 330645 h 470671"/>
                  <a:gd name="connsiteX6" fmla="*/ 0 w 1962506"/>
                  <a:gd name="connsiteY6" fmla="*/ 34771 h 470671"/>
                  <a:gd name="connsiteX0" fmla="*/ 0 w 1962506"/>
                  <a:gd name="connsiteY0" fmla="*/ 14287 h 450187"/>
                  <a:gd name="connsiteX1" fmla="*/ 1962151 w 1962506"/>
                  <a:gd name="connsiteY1" fmla="*/ 0 h 450187"/>
                  <a:gd name="connsiteX2" fmla="*/ 1961627 w 1962506"/>
                  <a:gd name="connsiteY2" fmla="*/ 310161 h 450187"/>
                  <a:gd name="connsiteX3" fmla="*/ 1821601 w 1962506"/>
                  <a:gd name="connsiteY3" fmla="*/ 450187 h 450187"/>
                  <a:gd name="connsiteX4" fmla="*/ 143661 w 1962506"/>
                  <a:gd name="connsiteY4" fmla="*/ 450187 h 450187"/>
                  <a:gd name="connsiteX5" fmla="*/ 3635 w 1962506"/>
                  <a:gd name="connsiteY5" fmla="*/ 310161 h 450187"/>
                  <a:gd name="connsiteX6" fmla="*/ 0 w 1962506"/>
                  <a:gd name="connsiteY6" fmla="*/ 14287 h 450187"/>
                  <a:gd name="connsiteX0" fmla="*/ 0 w 1962506"/>
                  <a:gd name="connsiteY0" fmla="*/ 2464 h 457414"/>
                  <a:gd name="connsiteX1" fmla="*/ 1962151 w 1962506"/>
                  <a:gd name="connsiteY1" fmla="*/ 7227 h 457414"/>
                  <a:gd name="connsiteX2" fmla="*/ 1961627 w 1962506"/>
                  <a:gd name="connsiteY2" fmla="*/ 317388 h 457414"/>
                  <a:gd name="connsiteX3" fmla="*/ 1821601 w 1962506"/>
                  <a:gd name="connsiteY3" fmla="*/ 457414 h 457414"/>
                  <a:gd name="connsiteX4" fmla="*/ 143661 w 1962506"/>
                  <a:gd name="connsiteY4" fmla="*/ 457414 h 457414"/>
                  <a:gd name="connsiteX5" fmla="*/ 3635 w 1962506"/>
                  <a:gd name="connsiteY5" fmla="*/ 317388 h 457414"/>
                  <a:gd name="connsiteX6" fmla="*/ 0 w 1962506"/>
                  <a:gd name="connsiteY6" fmla="*/ 2464 h 457414"/>
                  <a:gd name="connsiteX0" fmla="*/ 0 w 1967268"/>
                  <a:gd name="connsiteY0" fmla="*/ 4762 h 450187"/>
                  <a:gd name="connsiteX1" fmla="*/ 1966913 w 1967268"/>
                  <a:gd name="connsiteY1" fmla="*/ 0 h 450187"/>
                  <a:gd name="connsiteX2" fmla="*/ 1966389 w 1967268"/>
                  <a:gd name="connsiteY2" fmla="*/ 310161 h 450187"/>
                  <a:gd name="connsiteX3" fmla="*/ 1826363 w 1967268"/>
                  <a:gd name="connsiteY3" fmla="*/ 450187 h 450187"/>
                  <a:gd name="connsiteX4" fmla="*/ 148423 w 1967268"/>
                  <a:gd name="connsiteY4" fmla="*/ 450187 h 450187"/>
                  <a:gd name="connsiteX5" fmla="*/ 8397 w 1967268"/>
                  <a:gd name="connsiteY5" fmla="*/ 310161 h 450187"/>
                  <a:gd name="connsiteX6" fmla="*/ 0 w 1967268"/>
                  <a:gd name="connsiteY6" fmla="*/ 4762 h 450187"/>
                  <a:gd name="connsiteX0" fmla="*/ 0 w 1967268"/>
                  <a:gd name="connsiteY0" fmla="*/ 6401 h 451826"/>
                  <a:gd name="connsiteX1" fmla="*/ 1966913 w 1967268"/>
                  <a:gd name="connsiteY1" fmla="*/ 1639 h 451826"/>
                  <a:gd name="connsiteX2" fmla="*/ 1966389 w 1967268"/>
                  <a:gd name="connsiteY2" fmla="*/ 311800 h 451826"/>
                  <a:gd name="connsiteX3" fmla="*/ 1826363 w 1967268"/>
                  <a:gd name="connsiteY3" fmla="*/ 451826 h 451826"/>
                  <a:gd name="connsiteX4" fmla="*/ 148423 w 1967268"/>
                  <a:gd name="connsiteY4" fmla="*/ 451826 h 451826"/>
                  <a:gd name="connsiteX5" fmla="*/ 8397 w 1967268"/>
                  <a:gd name="connsiteY5" fmla="*/ 311800 h 451826"/>
                  <a:gd name="connsiteX6" fmla="*/ 0 w 1967268"/>
                  <a:gd name="connsiteY6" fmla="*/ 6401 h 451826"/>
                  <a:gd name="connsiteX0" fmla="*/ 0 w 1966913"/>
                  <a:gd name="connsiteY0" fmla="*/ 6401 h 451826"/>
                  <a:gd name="connsiteX1" fmla="*/ 1966913 w 1966913"/>
                  <a:gd name="connsiteY1" fmla="*/ 1639 h 451826"/>
                  <a:gd name="connsiteX2" fmla="*/ 1966389 w 1966913"/>
                  <a:gd name="connsiteY2" fmla="*/ 311800 h 451826"/>
                  <a:gd name="connsiteX3" fmla="*/ 1826363 w 1966913"/>
                  <a:gd name="connsiteY3" fmla="*/ 451826 h 451826"/>
                  <a:gd name="connsiteX4" fmla="*/ 148423 w 1966913"/>
                  <a:gd name="connsiteY4" fmla="*/ 451826 h 451826"/>
                  <a:gd name="connsiteX5" fmla="*/ 8397 w 1966913"/>
                  <a:gd name="connsiteY5" fmla="*/ 311800 h 451826"/>
                  <a:gd name="connsiteX6" fmla="*/ 0 w 1966913"/>
                  <a:gd name="connsiteY6" fmla="*/ 6401 h 451826"/>
                  <a:gd name="connsiteX0" fmla="*/ 0 w 1966913"/>
                  <a:gd name="connsiteY0" fmla="*/ 4861 h 450286"/>
                  <a:gd name="connsiteX1" fmla="*/ 1966913 w 1966913"/>
                  <a:gd name="connsiteY1" fmla="*/ 99 h 450286"/>
                  <a:gd name="connsiteX2" fmla="*/ 1966389 w 1966913"/>
                  <a:gd name="connsiteY2" fmla="*/ 310260 h 450286"/>
                  <a:gd name="connsiteX3" fmla="*/ 1826363 w 1966913"/>
                  <a:gd name="connsiteY3" fmla="*/ 450286 h 450286"/>
                  <a:gd name="connsiteX4" fmla="*/ 148423 w 1966913"/>
                  <a:gd name="connsiteY4" fmla="*/ 450286 h 450286"/>
                  <a:gd name="connsiteX5" fmla="*/ 8397 w 1966913"/>
                  <a:gd name="connsiteY5" fmla="*/ 310260 h 450286"/>
                  <a:gd name="connsiteX6" fmla="*/ 0 w 1966913"/>
                  <a:gd name="connsiteY6" fmla="*/ 4861 h 450286"/>
                  <a:gd name="connsiteX0" fmla="*/ 0 w 1963738"/>
                  <a:gd name="connsiteY0" fmla="*/ 7806 h 450261"/>
                  <a:gd name="connsiteX1" fmla="*/ 1963738 w 1963738"/>
                  <a:gd name="connsiteY1" fmla="*/ 74 h 450261"/>
                  <a:gd name="connsiteX2" fmla="*/ 1963214 w 1963738"/>
                  <a:gd name="connsiteY2" fmla="*/ 310235 h 450261"/>
                  <a:gd name="connsiteX3" fmla="*/ 1823188 w 1963738"/>
                  <a:gd name="connsiteY3" fmla="*/ 450261 h 450261"/>
                  <a:gd name="connsiteX4" fmla="*/ 145248 w 1963738"/>
                  <a:gd name="connsiteY4" fmla="*/ 450261 h 450261"/>
                  <a:gd name="connsiteX5" fmla="*/ 5222 w 1963738"/>
                  <a:gd name="connsiteY5" fmla="*/ 310235 h 450261"/>
                  <a:gd name="connsiteX6" fmla="*/ 0 w 1963738"/>
                  <a:gd name="connsiteY6" fmla="*/ 7806 h 450261"/>
                  <a:gd name="connsiteX0" fmla="*/ 0 w 1963738"/>
                  <a:gd name="connsiteY0" fmla="*/ 0 h 442455"/>
                  <a:gd name="connsiteX1" fmla="*/ 1963738 w 1963738"/>
                  <a:gd name="connsiteY1" fmla="*/ 1178 h 442455"/>
                  <a:gd name="connsiteX2" fmla="*/ 1963214 w 1963738"/>
                  <a:gd name="connsiteY2" fmla="*/ 302429 h 442455"/>
                  <a:gd name="connsiteX3" fmla="*/ 1823188 w 1963738"/>
                  <a:gd name="connsiteY3" fmla="*/ 442455 h 442455"/>
                  <a:gd name="connsiteX4" fmla="*/ 145248 w 1963738"/>
                  <a:gd name="connsiteY4" fmla="*/ 442455 h 442455"/>
                  <a:gd name="connsiteX5" fmla="*/ 5222 w 1963738"/>
                  <a:gd name="connsiteY5" fmla="*/ 302429 h 442455"/>
                  <a:gd name="connsiteX6" fmla="*/ 0 w 1963738"/>
                  <a:gd name="connsiteY6" fmla="*/ 0 h 442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63738" h="442455">
                    <a:moveTo>
                      <a:pt x="0" y="0"/>
                    </a:moveTo>
                    <a:lnTo>
                      <a:pt x="1963738" y="1178"/>
                    </a:lnTo>
                    <a:cubicBezTo>
                      <a:pt x="1961976" y="494601"/>
                      <a:pt x="1961801" y="206979"/>
                      <a:pt x="1963214" y="302429"/>
                    </a:cubicBezTo>
                    <a:cubicBezTo>
                      <a:pt x="1963214" y="379763"/>
                      <a:pt x="1900522" y="442455"/>
                      <a:pt x="1823188" y="442455"/>
                    </a:cubicBezTo>
                    <a:lnTo>
                      <a:pt x="145248" y="442455"/>
                    </a:lnTo>
                    <a:cubicBezTo>
                      <a:pt x="67914" y="442455"/>
                      <a:pt x="5222" y="379763"/>
                      <a:pt x="5222" y="302429"/>
                    </a:cubicBezTo>
                    <a:cubicBezTo>
                      <a:pt x="4010" y="203804"/>
                      <a:pt x="1212" y="98625"/>
                      <a:pt x="0" y="0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1" name="10 CuadroTexto"/>
            <p:cNvSpPr txBox="1"/>
            <p:nvPr/>
          </p:nvSpPr>
          <p:spPr>
            <a:xfrm>
              <a:off x="814873" y="2542268"/>
              <a:ext cx="1728192" cy="5109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s-ES" dirty="0" err="1">
                  <a:solidFill>
                    <a:srgbClr val="FF0000"/>
                  </a:solidFill>
                </a:rPr>
                <a:t>execute</a:t>
              </a:r>
              <a:r>
                <a:rPr lang="es-ES" b="1" u="sng" dirty="0" err="1">
                  <a:solidFill>
                    <a:srgbClr val="FF0000"/>
                  </a:solidFill>
                </a:rPr>
                <a:t>Update</a:t>
              </a:r>
              <a:endParaRPr lang="es-ES" b="1" u="sng" dirty="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</a:pPr>
              <a:r>
                <a:rPr lang="es-ES" sz="1600" dirty="0">
                  <a:solidFill>
                    <a:srgbClr val="FF0000"/>
                  </a:solidFill>
                </a:rPr>
                <a:t>(</a:t>
              </a:r>
              <a:r>
                <a:rPr lang="es-ES" sz="1600" dirty="0">
                  <a:solidFill>
                    <a:srgbClr val="FFC000"/>
                  </a:solidFill>
                </a:rPr>
                <a:t>sentencia SQL</a:t>
              </a:r>
              <a:r>
                <a:rPr lang="es-ES" sz="1600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sp>
        <p:nvSpPr>
          <p:cNvPr id="2" name="1 CuadroTexto"/>
          <p:cNvSpPr txBox="1"/>
          <p:nvPr/>
        </p:nvSpPr>
        <p:spPr>
          <a:xfrm>
            <a:off x="6904475" y="1891632"/>
            <a:ext cx="80765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>
                <a:solidFill>
                  <a:srgbClr val="00B0F0"/>
                </a:solidFill>
              </a:rPr>
              <a:t>DDL</a:t>
            </a:r>
          </a:p>
          <a:p>
            <a:pPr algn="ctr"/>
            <a:r>
              <a:rPr lang="es-ES" sz="1600" dirty="0"/>
              <a:t>CREATE</a:t>
            </a:r>
          </a:p>
          <a:p>
            <a:pPr algn="ctr"/>
            <a:r>
              <a:rPr lang="es-ES" sz="1600" dirty="0"/>
              <a:t>ALTER</a:t>
            </a:r>
          </a:p>
          <a:p>
            <a:pPr algn="ctr"/>
            <a:r>
              <a:rPr lang="es-ES" sz="1600" dirty="0"/>
              <a:t>DROP</a:t>
            </a:r>
          </a:p>
        </p:txBody>
      </p:sp>
      <p:sp>
        <p:nvSpPr>
          <p:cNvPr id="18" name="17 Rectángulo"/>
          <p:cNvSpPr/>
          <p:nvPr/>
        </p:nvSpPr>
        <p:spPr>
          <a:xfrm>
            <a:off x="7812589" y="1882924"/>
            <a:ext cx="102087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00B0F0"/>
                </a:solidFill>
              </a:rPr>
              <a:t>DML</a:t>
            </a:r>
          </a:p>
          <a:p>
            <a:pPr algn="ctr"/>
            <a:r>
              <a:rPr lang="es-ES" sz="1600" dirty="0"/>
              <a:t>INSERT</a:t>
            </a:r>
          </a:p>
          <a:p>
            <a:pPr algn="ctr"/>
            <a:r>
              <a:rPr lang="es-ES" sz="1600" dirty="0"/>
              <a:t>UPDATE</a:t>
            </a:r>
          </a:p>
          <a:p>
            <a:pPr algn="ctr"/>
            <a:r>
              <a:rPr lang="es-ES" sz="1600" dirty="0"/>
              <a:t>DELETE</a:t>
            </a:r>
          </a:p>
        </p:txBody>
      </p:sp>
      <p:grpSp>
        <p:nvGrpSpPr>
          <p:cNvPr id="23" name="22 Grupo"/>
          <p:cNvGrpSpPr/>
          <p:nvPr/>
        </p:nvGrpSpPr>
        <p:grpSpPr>
          <a:xfrm>
            <a:off x="755576" y="4369350"/>
            <a:ext cx="2376264" cy="1161545"/>
            <a:chOff x="755576" y="4369350"/>
            <a:chExt cx="1963738" cy="1161545"/>
          </a:xfrm>
        </p:grpSpPr>
        <p:grpSp>
          <p:nvGrpSpPr>
            <p:cNvPr id="24" name="23 Grupo"/>
            <p:cNvGrpSpPr/>
            <p:nvPr/>
          </p:nvGrpSpPr>
          <p:grpSpPr>
            <a:xfrm>
              <a:off x="755576" y="4369350"/>
              <a:ext cx="1963738" cy="1133079"/>
              <a:chOff x="6466912" y="3190137"/>
              <a:chExt cx="1963738" cy="1133079"/>
            </a:xfrm>
          </p:grpSpPr>
          <p:grpSp>
            <p:nvGrpSpPr>
              <p:cNvPr id="25" name="24 Grupo"/>
              <p:cNvGrpSpPr/>
              <p:nvPr/>
            </p:nvGrpSpPr>
            <p:grpSpPr>
              <a:xfrm>
                <a:off x="6468375" y="3190137"/>
                <a:ext cx="1957992" cy="840142"/>
                <a:chOff x="5903640" y="1594288"/>
                <a:chExt cx="2124744" cy="679430"/>
              </a:xfrm>
            </p:grpSpPr>
            <p:sp>
              <p:nvSpPr>
                <p:cNvPr id="27" name="26 Rectángulo redondeado"/>
                <p:cNvSpPr/>
                <p:nvPr/>
              </p:nvSpPr>
              <p:spPr>
                <a:xfrm>
                  <a:off x="5903640" y="1594288"/>
                  <a:ext cx="2124744" cy="679430"/>
                </a:xfrm>
                <a:prstGeom prst="round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8" name="27 CuadroTexto"/>
                <p:cNvSpPr txBox="1"/>
                <p:nvPr/>
              </p:nvSpPr>
              <p:spPr>
                <a:xfrm>
                  <a:off x="5903640" y="1594288"/>
                  <a:ext cx="2124744" cy="5475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b="1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Statement</a:t>
                  </a:r>
                  <a:r>
                    <a:rPr lang="es-ES" dirty="0"/>
                    <a:t> </a:t>
                  </a:r>
                </a:p>
                <a:p>
                  <a:pPr algn="ctr"/>
                  <a:r>
                    <a:rPr lang="es-ES" sz="2000" b="1" dirty="0"/>
                    <a:t>sentencia</a:t>
                  </a:r>
                </a:p>
              </p:txBody>
            </p:sp>
          </p:grpSp>
          <p:sp>
            <p:nvSpPr>
              <p:cNvPr id="26" name="32 Rectángulo redondeado"/>
              <p:cNvSpPr/>
              <p:nvPr/>
            </p:nvSpPr>
            <p:spPr>
              <a:xfrm>
                <a:off x="6466912" y="3850213"/>
                <a:ext cx="1963738" cy="473003"/>
              </a:xfrm>
              <a:custGeom>
                <a:avLst/>
                <a:gdLst>
                  <a:gd name="connsiteX0" fmla="*/ 0 w 1957992"/>
                  <a:gd name="connsiteY0" fmla="*/ 140026 h 840142"/>
                  <a:gd name="connsiteX1" fmla="*/ 140026 w 1957992"/>
                  <a:gd name="connsiteY1" fmla="*/ 0 h 840142"/>
                  <a:gd name="connsiteX2" fmla="*/ 1817966 w 1957992"/>
                  <a:gd name="connsiteY2" fmla="*/ 0 h 840142"/>
                  <a:gd name="connsiteX3" fmla="*/ 1957992 w 1957992"/>
                  <a:gd name="connsiteY3" fmla="*/ 140026 h 840142"/>
                  <a:gd name="connsiteX4" fmla="*/ 1957992 w 1957992"/>
                  <a:gd name="connsiteY4" fmla="*/ 700116 h 840142"/>
                  <a:gd name="connsiteX5" fmla="*/ 1817966 w 1957992"/>
                  <a:gd name="connsiteY5" fmla="*/ 840142 h 840142"/>
                  <a:gd name="connsiteX6" fmla="*/ 140026 w 1957992"/>
                  <a:gd name="connsiteY6" fmla="*/ 840142 h 840142"/>
                  <a:gd name="connsiteX7" fmla="*/ 0 w 1957992"/>
                  <a:gd name="connsiteY7" fmla="*/ 700116 h 840142"/>
                  <a:gd name="connsiteX8" fmla="*/ 0 w 1957992"/>
                  <a:gd name="connsiteY8" fmla="*/ 140026 h 840142"/>
                  <a:gd name="connsiteX0" fmla="*/ 3635 w 1961627"/>
                  <a:gd name="connsiteY0" fmla="*/ 140026 h 840142"/>
                  <a:gd name="connsiteX1" fmla="*/ 143661 w 1961627"/>
                  <a:gd name="connsiteY1" fmla="*/ 0 h 840142"/>
                  <a:gd name="connsiteX2" fmla="*/ 1821601 w 1961627"/>
                  <a:gd name="connsiteY2" fmla="*/ 0 h 840142"/>
                  <a:gd name="connsiteX3" fmla="*/ 1961627 w 1961627"/>
                  <a:gd name="connsiteY3" fmla="*/ 140026 h 840142"/>
                  <a:gd name="connsiteX4" fmla="*/ 1961627 w 1961627"/>
                  <a:gd name="connsiteY4" fmla="*/ 700116 h 840142"/>
                  <a:gd name="connsiteX5" fmla="*/ 1821601 w 1961627"/>
                  <a:gd name="connsiteY5" fmla="*/ 840142 h 840142"/>
                  <a:gd name="connsiteX6" fmla="*/ 143661 w 1961627"/>
                  <a:gd name="connsiteY6" fmla="*/ 840142 h 840142"/>
                  <a:gd name="connsiteX7" fmla="*/ 3635 w 1961627"/>
                  <a:gd name="connsiteY7" fmla="*/ 700116 h 840142"/>
                  <a:gd name="connsiteX8" fmla="*/ 0 w 1961627"/>
                  <a:gd name="connsiteY8" fmla="*/ 404242 h 840142"/>
                  <a:gd name="connsiteX9" fmla="*/ 3635 w 1961627"/>
                  <a:gd name="connsiteY9" fmla="*/ 140026 h 840142"/>
                  <a:gd name="connsiteX0" fmla="*/ 3635 w 1961627"/>
                  <a:gd name="connsiteY0" fmla="*/ 140026 h 840142"/>
                  <a:gd name="connsiteX1" fmla="*/ 143661 w 1961627"/>
                  <a:gd name="connsiteY1" fmla="*/ 0 h 840142"/>
                  <a:gd name="connsiteX2" fmla="*/ 1821601 w 1961627"/>
                  <a:gd name="connsiteY2" fmla="*/ 0 h 840142"/>
                  <a:gd name="connsiteX3" fmla="*/ 1961627 w 1961627"/>
                  <a:gd name="connsiteY3" fmla="*/ 140026 h 840142"/>
                  <a:gd name="connsiteX4" fmla="*/ 1957389 w 1961627"/>
                  <a:gd name="connsiteY4" fmla="*/ 413767 h 840142"/>
                  <a:gd name="connsiteX5" fmla="*/ 1961627 w 1961627"/>
                  <a:gd name="connsiteY5" fmla="*/ 700116 h 840142"/>
                  <a:gd name="connsiteX6" fmla="*/ 1821601 w 1961627"/>
                  <a:gd name="connsiteY6" fmla="*/ 840142 h 840142"/>
                  <a:gd name="connsiteX7" fmla="*/ 143661 w 1961627"/>
                  <a:gd name="connsiteY7" fmla="*/ 840142 h 840142"/>
                  <a:gd name="connsiteX8" fmla="*/ 3635 w 1961627"/>
                  <a:gd name="connsiteY8" fmla="*/ 700116 h 840142"/>
                  <a:gd name="connsiteX9" fmla="*/ 0 w 1961627"/>
                  <a:gd name="connsiteY9" fmla="*/ 404242 h 840142"/>
                  <a:gd name="connsiteX10" fmla="*/ 3635 w 1961627"/>
                  <a:gd name="connsiteY10" fmla="*/ 140026 h 840142"/>
                  <a:gd name="connsiteX0" fmla="*/ 33765 w 1995392"/>
                  <a:gd name="connsiteY0" fmla="*/ 404242 h 840142"/>
                  <a:gd name="connsiteX1" fmla="*/ 177426 w 1995392"/>
                  <a:gd name="connsiteY1" fmla="*/ 0 h 840142"/>
                  <a:gd name="connsiteX2" fmla="*/ 1855366 w 1995392"/>
                  <a:gd name="connsiteY2" fmla="*/ 0 h 840142"/>
                  <a:gd name="connsiteX3" fmla="*/ 1995392 w 1995392"/>
                  <a:gd name="connsiteY3" fmla="*/ 140026 h 840142"/>
                  <a:gd name="connsiteX4" fmla="*/ 1991154 w 1995392"/>
                  <a:gd name="connsiteY4" fmla="*/ 413767 h 840142"/>
                  <a:gd name="connsiteX5" fmla="*/ 1995392 w 1995392"/>
                  <a:gd name="connsiteY5" fmla="*/ 700116 h 840142"/>
                  <a:gd name="connsiteX6" fmla="*/ 1855366 w 1995392"/>
                  <a:gd name="connsiteY6" fmla="*/ 840142 h 840142"/>
                  <a:gd name="connsiteX7" fmla="*/ 177426 w 1995392"/>
                  <a:gd name="connsiteY7" fmla="*/ 840142 h 840142"/>
                  <a:gd name="connsiteX8" fmla="*/ 37400 w 1995392"/>
                  <a:gd name="connsiteY8" fmla="*/ 700116 h 840142"/>
                  <a:gd name="connsiteX9" fmla="*/ 33765 w 1995392"/>
                  <a:gd name="connsiteY9" fmla="*/ 404242 h 840142"/>
                  <a:gd name="connsiteX0" fmla="*/ 0 w 1961627"/>
                  <a:gd name="connsiteY0" fmla="*/ 404242 h 840142"/>
                  <a:gd name="connsiteX1" fmla="*/ 1821601 w 1961627"/>
                  <a:gd name="connsiteY1" fmla="*/ 0 h 840142"/>
                  <a:gd name="connsiteX2" fmla="*/ 1961627 w 1961627"/>
                  <a:gd name="connsiteY2" fmla="*/ 140026 h 840142"/>
                  <a:gd name="connsiteX3" fmla="*/ 1957389 w 1961627"/>
                  <a:gd name="connsiteY3" fmla="*/ 413767 h 840142"/>
                  <a:gd name="connsiteX4" fmla="*/ 1961627 w 1961627"/>
                  <a:gd name="connsiteY4" fmla="*/ 700116 h 840142"/>
                  <a:gd name="connsiteX5" fmla="*/ 1821601 w 1961627"/>
                  <a:gd name="connsiteY5" fmla="*/ 840142 h 840142"/>
                  <a:gd name="connsiteX6" fmla="*/ 143661 w 1961627"/>
                  <a:gd name="connsiteY6" fmla="*/ 840142 h 840142"/>
                  <a:gd name="connsiteX7" fmla="*/ 3635 w 1961627"/>
                  <a:gd name="connsiteY7" fmla="*/ 700116 h 840142"/>
                  <a:gd name="connsiteX8" fmla="*/ 0 w 1961627"/>
                  <a:gd name="connsiteY8" fmla="*/ 404242 h 840142"/>
                  <a:gd name="connsiteX0" fmla="*/ 0 w 2004794"/>
                  <a:gd name="connsiteY0" fmla="*/ 404242 h 840142"/>
                  <a:gd name="connsiteX1" fmla="*/ 1821601 w 2004794"/>
                  <a:gd name="connsiteY1" fmla="*/ 0 h 840142"/>
                  <a:gd name="connsiteX2" fmla="*/ 1957389 w 2004794"/>
                  <a:gd name="connsiteY2" fmla="*/ 413767 h 840142"/>
                  <a:gd name="connsiteX3" fmla="*/ 1961627 w 2004794"/>
                  <a:gd name="connsiteY3" fmla="*/ 700116 h 840142"/>
                  <a:gd name="connsiteX4" fmla="*/ 1821601 w 2004794"/>
                  <a:gd name="connsiteY4" fmla="*/ 840142 h 840142"/>
                  <a:gd name="connsiteX5" fmla="*/ 143661 w 2004794"/>
                  <a:gd name="connsiteY5" fmla="*/ 840142 h 840142"/>
                  <a:gd name="connsiteX6" fmla="*/ 3635 w 2004794"/>
                  <a:gd name="connsiteY6" fmla="*/ 700116 h 840142"/>
                  <a:gd name="connsiteX7" fmla="*/ 0 w 2004794"/>
                  <a:gd name="connsiteY7" fmla="*/ 404242 h 840142"/>
                  <a:gd name="connsiteX0" fmla="*/ 0 w 1961627"/>
                  <a:gd name="connsiteY0" fmla="*/ 31920 h 467820"/>
                  <a:gd name="connsiteX1" fmla="*/ 1957389 w 1961627"/>
                  <a:gd name="connsiteY1" fmla="*/ 41445 h 467820"/>
                  <a:gd name="connsiteX2" fmla="*/ 1961627 w 1961627"/>
                  <a:gd name="connsiteY2" fmla="*/ 327794 h 467820"/>
                  <a:gd name="connsiteX3" fmla="*/ 1821601 w 1961627"/>
                  <a:gd name="connsiteY3" fmla="*/ 467820 h 467820"/>
                  <a:gd name="connsiteX4" fmla="*/ 143661 w 1961627"/>
                  <a:gd name="connsiteY4" fmla="*/ 467820 h 467820"/>
                  <a:gd name="connsiteX5" fmla="*/ 3635 w 1961627"/>
                  <a:gd name="connsiteY5" fmla="*/ 327794 h 467820"/>
                  <a:gd name="connsiteX6" fmla="*/ 0 w 1961627"/>
                  <a:gd name="connsiteY6" fmla="*/ 31920 h 467820"/>
                  <a:gd name="connsiteX0" fmla="*/ 0 w 1961627"/>
                  <a:gd name="connsiteY0" fmla="*/ 13946 h 449846"/>
                  <a:gd name="connsiteX1" fmla="*/ 1957389 w 1961627"/>
                  <a:gd name="connsiteY1" fmla="*/ 23471 h 449846"/>
                  <a:gd name="connsiteX2" fmla="*/ 1961627 w 1961627"/>
                  <a:gd name="connsiteY2" fmla="*/ 309820 h 449846"/>
                  <a:gd name="connsiteX3" fmla="*/ 1821601 w 1961627"/>
                  <a:gd name="connsiteY3" fmla="*/ 449846 h 449846"/>
                  <a:gd name="connsiteX4" fmla="*/ 143661 w 1961627"/>
                  <a:gd name="connsiteY4" fmla="*/ 449846 h 449846"/>
                  <a:gd name="connsiteX5" fmla="*/ 3635 w 1961627"/>
                  <a:gd name="connsiteY5" fmla="*/ 309820 h 449846"/>
                  <a:gd name="connsiteX6" fmla="*/ 0 w 1961627"/>
                  <a:gd name="connsiteY6" fmla="*/ 13946 h 449846"/>
                  <a:gd name="connsiteX0" fmla="*/ 0 w 1961627"/>
                  <a:gd name="connsiteY0" fmla="*/ 17961 h 453861"/>
                  <a:gd name="connsiteX1" fmla="*/ 1957389 w 1961627"/>
                  <a:gd name="connsiteY1" fmla="*/ 27486 h 453861"/>
                  <a:gd name="connsiteX2" fmla="*/ 1961627 w 1961627"/>
                  <a:gd name="connsiteY2" fmla="*/ 313835 h 453861"/>
                  <a:gd name="connsiteX3" fmla="*/ 1821601 w 1961627"/>
                  <a:gd name="connsiteY3" fmla="*/ 453861 h 453861"/>
                  <a:gd name="connsiteX4" fmla="*/ 143661 w 1961627"/>
                  <a:gd name="connsiteY4" fmla="*/ 453861 h 453861"/>
                  <a:gd name="connsiteX5" fmla="*/ 3635 w 1961627"/>
                  <a:gd name="connsiteY5" fmla="*/ 313835 h 453861"/>
                  <a:gd name="connsiteX6" fmla="*/ 0 w 1961627"/>
                  <a:gd name="connsiteY6" fmla="*/ 17961 h 453861"/>
                  <a:gd name="connsiteX0" fmla="*/ 0 w 1962506"/>
                  <a:gd name="connsiteY0" fmla="*/ 34771 h 470671"/>
                  <a:gd name="connsiteX1" fmla="*/ 1962151 w 1962506"/>
                  <a:gd name="connsiteY1" fmla="*/ 20484 h 470671"/>
                  <a:gd name="connsiteX2" fmla="*/ 1961627 w 1962506"/>
                  <a:gd name="connsiteY2" fmla="*/ 330645 h 470671"/>
                  <a:gd name="connsiteX3" fmla="*/ 1821601 w 1962506"/>
                  <a:gd name="connsiteY3" fmla="*/ 470671 h 470671"/>
                  <a:gd name="connsiteX4" fmla="*/ 143661 w 1962506"/>
                  <a:gd name="connsiteY4" fmla="*/ 470671 h 470671"/>
                  <a:gd name="connsiteX5" fmla="*/ 3635 w 1962506"/>
                  <a:gd name="connsiteY5" fmla="*/ 330645 h 470671"/>
                  <a:gd name="connsiteX6" fmla="*/ 0 w 1962506"/>
                  <a:gd name="connsiteY6" fmla="*/ 34771 h 470671"/>
                  <a:gd name="connsiteX0" fmla="*/ 0 w 1962506"/>
                  <a:gd name="connsiteY0" fmla="*/ 14287 h 450187"/>
                  <a:gd name="connsiteX1" fmla="*/ 1962151 w 1962506"/>
                  <a:gd name="connsiteY1" fmla="*/ 0 h 450187"/>
                  <a:gd name="connsiteX2" fmla="*/ 1961627 w 1962506"/>
                  <a:gd name="connsiteY2" fmla="*/ 310161 h 450187"/>
                  <a:gd name="connsiteX3" fmla="*/ 1821601 w 1962506"/>
                  <a:gd name="connsiteY3" fmla="*/ 450187 h 450187"/>
                  <a:gd name="connsiteX4" fmla="*/ 143661 w 1962506"/>
                  <a:gd name="connsiteY4" fmla="*/ 450187 h 450187"/>
                  <a:gd name="connsiteX5" fmla="*/ 3635 w 1962506"/>
                  <a:gd name="connsiteY5" fmla="*/ 310161 h 450187"/>
                  <a:gd name="connsiteX6" fmla="*/ 0 w 1962506"/>
                  <a:gd name="connsiteY6" fmla="*/ 14287 h 450187"/>
                  <a:gd name="connsiteX0" fmla="*/ 0 w 1962506"/>
                  <a:gd name="connsiteY0" fmla="*/ 2464 h 457414"/>
                  <a:gd name="connsiteX1" fmla="*/ 1962151 w 1962506"/>
                  <a:gd name="connsiteY1" fmla="*/ 7227 h 457414"/>
                  <a:gd name="connsiteX2" fmla="*/ 1961627 w 1962506"/>
                  <a:gd name="connsiteY2" fmla="*/ 317388 h 457414"/>
                  <a:gd name="connsiteX3" fmla="*/ 1821601 w 1962506"/>
                  <a:gd name="connsiteY3" fmla="*/ 457414 h 457414"/>
                  <a:gd name="connsiteX4" fmla="*/ 143661 w 1962506"/>
                  <a:gd name="connsiteY4" fmla="*/ 457414 h 457414"/>
                  <a:gd name="connsiteX5" fmla="*/ 3635 w 1962506"/>
                  <a:gd name="connsiteY5" fmla="*/ 317388 h 457414"/>
                  <a:gd name="connsiteX6" fmla="*/ 0 w 1962506"/>
                  <a:gd name="connsiteY6" fmla="*/ 2464 h 457414"/>
                  <a:gd name="connsiteX0" fmla="*/ 0 w 1967268"/>
                  <a:gd name="connsiteY0" fmla="*/ 4762 h 450187"/>
                  <a:gd name="connsiteX1" fmla="*/ 1966913 w 1967268"/>
                  <a:gd name="connsiteY1" fmla="*/ 0 h 450187"/>
                  <a:gd name="connsiteX2" fmla="*/ 1966389 w 1967268"/>
                  <a:gd name="connsiteY2" fmla="*/ 310161 h 450187"/>
                  <a:gd name="connsiteX3" fmla="*/ 1826363 w 1967268"/>
                  <a:gd name="connsiteY3" fmla="*/ 450187 h 450187"/>
                  <a:gd name="connsiteX4" fmla="*/ 148423 w 1967268"/>
                  <a:gd name="connsiteY4" fmla="*/ 450187 h 450187"/>
                  <a:gd name="connsiteX5" fmla="*/ 8397 w 1967268"/>
                  <a:gd name="connsiteY5" fmla="*/ 310161 h 450187"/>
                  <a:gd name="connsiteX6" fmla="*/ 0 w 1967268"/>
                  <a:gd name="connsiteY6" fmla="*/ 4762 h 450187"/>
                  <a:gd name="connsiteX0" fmla="*/ 0 w 1967268"/>
                  <a:gd name="connsiteY0" fmla="*/ 6401 h 451826"/>
                  <a:gd name="connsiteX1" fmla="*/ 1966913 w 1967268"/>
                  <a:gd name="connsiteY1" fmla="*/ 1639 h 451826"/>
                  <a:gd name="connsiteX2" fmla="*/ 1966389 w 1967268"/>
                  <a:gd name="connsiteY2" fmla="*/ 311800 h 451826"/>
                  <a:gd name="connsiteX3" fmla="*/ 1826363 w 1967268"/>
                  <a:gd name="connsiteY3" fmla="*/ 451826 h 451826"/>
                  <a:gd name="connsiteX4" fmla="*/ 148423 w 1967268"/>
                  <a:gd name="connsiteY4" fmla="*/ 451826 h 451826"/>
                  <a:gd name="connsiteX5" fmla="*/ 8397 w 1967268"/>
                  <a:gd name="connsiteY5" fmla="*/ 311800 h 451826"/>
                  <a:gd name="connsiteX6" fmla="*/ 0 w 1967268"/>
                  <a:gd name="connsiteY6" fmla="*/ 6401 h 451826"/>
                  <a:gd name="connsiteX0" fmla="*/ 0 w 1966913"/>
                  <a:gd name="connsiteY0" fmla="*/ 6401 h 451826"/>
                  <a:gd name="connsiteX1" fmla="*/ 1966913 w 1966913"/>
                  <a:gd name="connsiteY1" fmla="*/ 1639 h 451826"/>
                  <a:gd name="connsiteX2" fmla="*/ 1966389 w 1966913"/>
                  <a:gd name="connsiteY2" fmla="*/ 311800 h 451826"/>
                  <a:gd name="connsiteX3" fmla="*/ 1826363 w 1966913"/>
                  <a:gd name="connsiteY3" fmla="*/ 451826 h 451826"/>
                  <a:gd name="connsiteX4" fmla="*/ 148423 w 1966913"/>
                  <a:gd name="connsiteY4" fmla="*/ 451826 h 451826"/>
                  <a:gd name="connsiteX5" fmla="*/ 8397 w 1966913"/>
                  <a:gd name="connsiteY5" fmla="*/ 311800 h 451826"/>
                  <a:gd name="connsiteX6" fmla="*/ 0 w 1966913"/>
                  <a:gd name="connsiteY6" fmla="*/ 6401 h 451826"/>
                  <a:gd name="connsiteX0" fmla="*/ 0 w 1966913"/>
                  <a:gd name="connsiteY0" fmla="*/ 4861 h 450286"/>
                  <a:gd name="connsiteX1" fmla="*/ 1966913 w 1966913"/>
                  <a:gd name="connsiteY1" fmla="*/ 99 h 450286"/>
                  <a:gd name="connsiteX2" fmla="*/ 1966389 w 1966913"/>
                  <a:gd name="connsiteY2" fmla="*/ 310260 h 450286"/>
                  <a:gd name="connsiteX3" fmla="*/ 1826363 w 1966913"/>
                  <a:gd name="connsiteY3" fmla="*/ 450286 h 450286"/>
                  <a:gd name="connsiteX4" fmla="*/ 148423 w 1966913"/>
                  <a:gd name="connsiteY4" fmla="*/ 450286 h 450286"/>
                  <a:gd name="connsiteX5" fmla="*/ 8397 w 1966913"/>
                  <a:gd name="connsiteY5" fmla="*/ 310260 h 450286"/>
                  <a:gd name="connsiteX6" fmla="*/ 0 w 1966913"/>
                  <a:gd name="connsiteY6" fmla="*/ 4861 h 450286"/>
                  <a:gd name="connsiteX0" fmla="*/ 0 w 1963738"/>
                  <a:gd name="connsiteY0" fmla="*/ 7806 h 450261"/>
                  <a:gd name="connsiteX1" fmla="*/ 1963738 w 1963738"/>
                  <a:gd name="connsiteY1" fmla="*/ 74 h 450261"/>
                  <a:gd name="connsiteX2" fmla="*/ 1963214 w 1963738"/>
                  <a:gd name="connsiteY2" fmla="*/ 310235 h 450261"/>
                  <a:gd name="connsiteX3" fmla="*/ 1823188 w 1963738"/>
                  <a:gd name="connsiteY3" fmla="*/ 450261 h 450261"/>
                  <a:gd name="connsiteX4" fmla="*/ 145248 w 1963738"/>
                  <a:gd name="connsiteY4" fmla="*/ 450261 h 450261"/>
                  <a:gd name="connsiteX5" fmla="*/ 5222 w 1963738"/>
                  <a:gd name="connsiteY5" fmla="*/ 310235 h 450261"/>
                  <a:gd name="connsiteX6" fmla="*/ 0 w 1963738"/>
                  <a:gd name="connsiteY6" fmla="*/ 7806 h 450261"/>
                  <a:gd name="connsiteX0" fmla="*/ 0 w 1963738"/>
                  <a:gd name="connsiteY0" fmla="*/ 0 h 442455"/>
                  <a:gd name="connsiteX1" fmla="*/ 1963738 w 1963738"/>
                  <a:gd name="connsiteY1" fmla="*/ 1178 h 442455"/>
                  <a:gd name="connsiteX2" fmla="*/ 1963214 w 1963738"/>
                  <a:gd name="connsiteY2" fmla="*/ 302429 h 442455"/>
                  <a:gd name="connsiteX3" fmla="*/ 1823188 w 1963738"/>
                  <a:gd name="connsiteY3" fmla="*/ 442455 h 442455"/>
                  <a:gd name="connsiteX4" fmla="*/ 145248 w 1963738"/>
                  <a:gd name="connsiteY4" fmla="*/ 442455 h 442455"/>
                  <a:gd name="connsiteX5" fmla="*/ 5222 w 1963738"/>
                  <a:gd name="connsiteY5" fmla="*/ 302429 h 442455"/>
                  <a:gd name="connsiteX6" fmla="*/ 0 w 1963738"/>
                  <a:gd name="connsiteY6" fmla="*/ 0 h 442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63738" h="442455">
                    <a:moveTo>
                      <a:pt x="0" y="0"/>
                    </a:moveTo>
                    <a:lnTo>
                      <a:pt x="1963738" y="1178"/>
                    </a:lnTo>
                    <a:cubicBezTo>
                      <a:pt x="1961976" y="494601"/>
                      <a:pt x="1961801" y="206979"/>
                      <a:pt x="1963214" y="302429"/>
                    </a:cubicBezTo>
                    <a:cubicBezTo>
                      <a:pt x="1963214" y="379763"/>
                      <a:pt x="1900522" y="442455"/>
                      <a:pt x="1823188" y="442455"/>
                    </a:cubicBezTo>
                    <a:lnTo>
                      <a:pt x="145248" y="442455"/>
                    </a:lnTo>
                    <a:cubicBezTo>
                      <a:pt x="67914" y="442455"/>
                      <a:pt x="5222" y="379763"/>
                      <a:pt x="5222" y="302429"/>
                    </a:cubicBezTo>
                    <a:cubicBezTo>
                      <a:pt x="4010" y="203804"/>
                      <a:pt x="1212" y="98625"/>
                      <a:pt x="0" y="0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29" name="28 CuadroTexto"/>
            <p:cNvSpPr txBox="1"/>
            <p:nvPr/>
          </p:nvSpPr>
          <p:spPr>
            <a:xfrm>
              <a:off x="876888" y="5019986"/>
              <a:ext cx="1728192" cy="5109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s-ES" dirty="0" err="1">
                  <a:solidFill>
                    <a:srgbClr val="FF0000"/>
                  </a:solidFill>
                </a:rPr>
                <a:t>execute</a:t>
              </a:r>
              <a:r>
                <a:rPr lang="es-ES" b="1" u="sng" dirty="0" err="1">
                  <a:solidFill>
                    <a:srgbClr val="FF0000"/>
                  </a:solidFill>
                </a:rPr>
                <a:t>Query</a:t>
              </a:r>
              <a:endParaRPr lang="es-ES" b="1" u="sng" dirty="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</a:pPr>
              <a:r>
                <a:rPr lang="es-ES" sz="1600" dirty="0">
                  <a:solidFill>
                    <a:srgbClr val="FF0000"/>
                  </a:solidFill>
                </a:rPr>
                <a:t>(</a:t>
              </a:r>
              <a:r>
                <a:rPr lang="es-ES" sz="1600" dirty="0">
                  <a:solidFill>
                    <a:srgbClr val="FFC000"/>
                  </a:solidFill>
                </a:rPr>
                <a:t>sentencia SQL</a:t>
              </a:r>
              <a:r>
                <a:rPr lang="es-ES" sz="1600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sp>
        <p:nvSpPr>
          <p:cNvPr id="34" name="33 Rectángulo"/>
          <p:cNvSpPr/>
          <p:nvPr/>
        </p:nvSpPr>
        <p:spPr>
          <a:xfrm>
            <a:off x="7308304" y="5084125"/>
            <a:ext cx="1020875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00B0F0"/>
                </a:solidFill>
              </a:rPr>
              <a:t>DML</a:t>
            </a:r>
          </a:p>
          <a:p>
            <a:pPr algn="ctr"/>
            <a:r>
              <a:rPr lang="es-ES" sz="1600" dirty="0"/>
              <a:t>SELECT</a:t>
            </a:r>
          </a:p>
        </p:txBody>
      </p:sp>
      <p:grpSp>
        <p:nvGrpSpPr>
          <p:cNvPr id="36" name="35 Grupo"/>
          <p:cNvGrpSpPr/>
          <p:nvPr/>
        </p:nvGrpSpPr>
        <p:grpSpPr>
          <a:xfrm>
            <a:off x="758448" y="5737502"/>
            <a:ext cx="2235159" cy="677108"/>
            <a:chOff x="758448" y="5737502"/>
            <a:chExt cx="2235159" cy="677108"/>
          </a:xfrm>
        </p:grpSpPr>
        <p:sp>
          <p:nvSpPr>
            <p:cNvPr id="39" name="38 Rectángulo redondeado"/>
            <p:cNvSpPr/>
            <p:nvPr/>
          </p:nvSpPr>
          <p:spPr>
            <a:xfrm>
              <a:off x="758448" y="5737502"/>
              <a:ext cx="2235159" cy="67710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39 CuadroTexto"/>
            <p:cNvSpPr txBox="1"/>
            <p:nvPr/>
          </p:nvSpPr>
          <p:spPr>
            <a:xfrm>
              <a:off x="922216" y="5737502"/>
              <a:ext cx="1957992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 err="1">
                  <a:solidFill>
                    <a:schemeClr val="bg1">
                      <a:lumMod val="50000"/>
                    </a:schemeClr>
                  </a:solidFill>
                </a:rPr>
                <a:t>ResultSet</a:t>
              </a:r>
              <a:endParaRPr lang="es-ES" dirty="0"/>
            </a:p>
            <a:p>
              <a:pPr algn="ctr"/>
              <a:r>
                <a:rPr lang="es-ES" sz="2000" b="1" dirty="0"/>
                <a:t>resultado</a:t>
              </a:r>
            </a:p>
          </p:txBody>
        </p:sp>
      </p:grpSp>
      <p:grpSp>
        <p:nvGrpSpPr>
          <p:cNvPr id="38" name="37 Grupo"/>
          <p:cNvGrpSpPr/>
          <p:nvPr/>
        </p:nvGrpSpPr>
        <p:grpSpPr>
          <a:xfrm>
            <a:off x="611560" y="3649270"/>
            <a:ext cx="8424936" cy="2655507"/>
            <a:chOff x="611560" y="3649270"/>
            <a:chExt cx="8424936" cy="2655507"/>
          </a:xfrm>
        </p:grpSpPr>
        <p:sp>
          <p:nvSpPr>
            <p:cNvPr id="21" name="20 Rectángulo"/>
            <p:cNvSpPr/>
            <p:nvPr/>
          </p:nvSpPr>
          <p:spPr>
            <a:xfrm>
              <a:off x="611560" y="3649270"/>
              <a:ext cx="8424936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21 Flecha arriba"/>
            <p:cNvSpPr/>
            <p:nvPr/>
          </p:nvSpPr>
          <p:spPr>
            <a:xfrm rot="5400000">
              <a:off x="4216983" y="4027722"/>
              <a:ext cx="576064" cy="1936428"/>
            </a:xfrm>
            <a:prstGeom prst="upArrow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30" name="29 Grupo"/>
            <p:cNvGrpSpPr/>
            <p:nvPr/>
          </p:nvGrpSpPr>
          <p:grpSpPr>
            <a:xfrm>
              <a:off x="5715001" y="4643161"/>
              <a:ext cx="1373791" cy="1543171"/>
              <a:chOff x="4595996" y="184796"/>
              <a:chExt cx="1043608" cy="1221575"/>
            </a:xfrm>
          </p:grpSpPr>
          <p:sp>
            <p:nvSpPr>
              <p:cNvPr id="31" name="30 Cilindro"/>
              <p:cNvSpPr/>
              <p:nvPr/>
            </p:nvSpPr>
            <p:spPr>
              <a:xfrm>
                <a:off x="4595996" y="184796"/>
                <a:ext cx="1043608" cy="1221575"/>
              </a:xfrm>
              <a:prstGeom prst="can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2" name="31 CuadroTexto"/>
              <p:cNvSpPr txBox="1"/>
              <p:nvPr/>
            </p:nvSpPr>
            <p:spPr>
              <a:xfrm>
                <a:off x="4628301" y="555882"/>
                <a:ext cx="978996" cy="535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>
                    <a:solidFill>
                      <a:schemeClr val="bg1"/>
                    </a:solidFill>
                  </a:rPr>
                  <a:t>Servidor</a:t>
                </a:r>
              </a:p>
              <a:p>
                <a:pPr algn="ctr"/>
                <a:r>
                  <a:rPr lang="es-ES" sz="2000" b="1" dirty="0" err="1">
                    <a:solidFill>
                      <a:schemeClr val="bg1"/>
                    </a:solidFill>
                  </a:rPr>
                  <a:t>MySQL</a:t>
                </a:r>
                <a:endParaRPr lang="es-E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5" name="34 CuadroTexto"/>
            <p:cNvSpPr txBox="1"/>
            <p:nvPr/>
          </p:nvSpPr>
          <p:spPr>
            <a:xfrm>
              <a:off x="683567" y="3674052"/>
              <a:ext cx="13181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solidFill>
                    <a:srgbClr val="FF0000"/>
                  </a:solidFill>
                </a:rPr>
                <a:t>CONSULTAR</a:t>
              </a:r>
            </a:p>
          </p:txBody>
        </p:sp>
        <p:sp>
          <p:nvSpPr>
            <p:cNvPr id="41" name="40 Flecha arriba"/>
            <p:cNvSpPr/>
            <p:nvPr/>
          </p:nvSpPr>
          <p:spPr>
            <a:xfrm rot="16200000" flipH="1">
              <a:off x="4206388" y="5048531"/>
              <a:ext cx="576064" cy="1936428"/>
            </a:xfrm>
            <a:prstGeom prst="upArrow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42" name="41 Rectángulo"/>
          <p:cNvSpPr/>
          <p:nvPr/>
        </p:nvSpPr>
        <p:spPr>
          <a:xfrm>
            <a:off x="1803968" y="3670862"/>
            <a:ext cx="79642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ResultSet</a:t>
            </a:r>
            <a:r>
              <a:rPr lang="es-ES" sz="1600" dirty="0"/>
              <a:t> </a:t>
            </a:r>
            <a:r>
              <a:rPr lang="es-ES" sz="1600" b="1" dirty="0"/>
              <a:t>resultado</a:t>
            </a:r>
            <a:r>
              <a:rPr lang="es-ES" sz="1600" dirty="0"/>
              <a:t> = </a:t>
            </a:r>
            <a:r>
              <a:rPr lang="es-ES" sz="1600" b="1" dirty="0" err="1"/>
              <a:t>sentencia</a:t>
            </a:r>
            <a:r>
              <a:rPr lang="es-ES" sz="1600" dirty="0" err="1"/>
              <a:t>.</a:t>
            </a:r>
            <a:r>
              <a:rPr lang="es-ES" sz="1600" dirty="0" err="1">
                <a:solidFill>
                  <a:srgbClr val="FF0000"/>
                </a:solidFill>
              </a:rPr>
              <a:t>executeQuery</a:t>
            </a:r>
            <a:r>
              <a:rPr lang="es-ES" sz="1100" dirty="0">
                <a:solidFill>
                  <a:srgbClr val="FF0000"/>
                </a:solidFill>
              </a:rPr>
              <a:t>(</a:t>
            </a:r>
            <a:r>
              <a:rPr lang="es-ES" sz="1100" dirty="0"/>
              <a:t>"</a:t>
            </a:r>
            <a:r>
              <a:rPr lang="es-ES" sz="1100" dirty="0">
                <a:solidFill>
                  <a:srgbClr val="00B050"/>
                </a:solidFill>
              </a:rPr>
              <a:t>SELECT * FROM </a:t>
            </a:r>
            <a:r>
              <a:rPr lang="es-ES" sz="1100" i="1" dirty="0">
                <a:solidFill>
                  <a:srgbClr val="00B050"/>
                </a:solidFill>
              </a:rPr>
              <a:t>ALBUMES</a:t>
            </a:r>
            <a:r>
              <a:rPr lang="es-ES" sz="1100" dirty="0"/>
              <a:t>"</a:t>
            </a:r>
            <a:r>
              <a:rPr lang="es-ES" sz="1100" dirty="0">
                <a:solidFill>
                  <a:srgbClr val="FF0000"/>
                </a:solidFill>
              </a:rPr>
              <a:t>)</a:t>
            </a:r>
            <a:r>
              <a:rPr lang="es-ES" sz="11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5201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18" grpId="0"/>
      <p:bldP spid="34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65623" y="116632"/>
            <a:ext cx="581281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Procesamiento de Resultado</a:t>
            </a:r>
          </a:p>
        </p:txBody>
      </p:sp>
      <p:grpSp>
        <p:nvGrpSpPr>
          <p:cNvPr id="13" name="12 Grupo"/>
          <p:cNvGrpSpPr/>
          <p:nvPr/>
        </p:nvGrpSpPr>
        <p:grpSpPr>
          <a:xfrm>
            <a:off x="755576" y="840958"/>
            <a:ext cx="7810280" cy="384721"/>
            <a:chOff x="755576" y="840958"/>
            <a:chExt cx="7810280" cy="384721"/>
          </a:xfrm>
        </p:grpSpPr>
        <p:sp>
          <p:nvSpPr>
            <p:cNvPr id="3" name="2 Rectángulo"/>
            <p:cNvSpPr/>
            <p:nvPr/>
          </p:nvSpPr>
          <p:spPr>
            <a:xfrm>
              <a:off x="755576" y="840958"/>
              <a:ext cx="7810280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5 Rectángulo"/>
            <p:cNvSpPr/>
            <p:nvPr/>
          </p:nvSpPr>
          <p:spPr>
            <a:xfrm>
              <a:off x="876888" y="840958"/>
              <a:ext cx="7542230" cy="3847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b="1" dirty="0" err="1">
                  <a:solidFill>
                    <a:schemeClr val="bg1">
                      <a:lumMod val="50000"/>
                    </a:schemeClr>
                  </a:solidFill>
                </a:rPr>
                <a:t>ResultSet</a:t>
              </a:r>
              <a:r>
                <a:rPr lang="es-ES" dirty="0"/>
                <a:t> </a:t>
              </a:r>
              <a:r>
                <a:rPr lang="es-ES" sz="1600" b="1" dirty="0"/>
                <a:t>resultado</a:t>
              </a:r>
              <a:r>
                <a:rPr lang="es-ES" sz="1600" dirty="0"/>
                <a:t> = </a:t>
              </a:r>
              <a:r>
                <a:rPr lang="es-ES" sz="1600" b="1" dirty="0" err="1"/>
                <a:t>sentencia</a:t>
              </a:r>
              <a:r>
                <a:rPr lang="es-ES" sz="1600" dirty="0" err="1"/>
                <a:t>.</a:t>
              </a:r>
              <a:r>
                <a:rPr lang="es-ES" sz="1600" dirty="0" err="1">
                  <a:solidFill>
                    <a:srgbClr val="FF0000"/>
                  </a:solidFill>
                </a:rPr>
                <a:t>executeQuery</a:t>
              </a:r>
              <a:r>
                <a:rPr lang="es-ES" sz="1200" dirty="0">
                  <a:solidFill>
                    <a:srgbClr val="FF0000"/>
                  </a:solidFill>
                </a:rPr>
                <a:t>(</a:t>
              </a:r>
              <a:r>
                <a:rPr lang="es-ES" sz="1200" dirty="0"/>
                <a:t>"</a:t>
              </a:r>
              <a:r>
                <a:rPr lang="es-ES" sz="1200" dirty="0">
                  <a:solidFill>
                    <a:srgbClr val="00B050"/>
                  </a:solidFill>
                </a:rPr>
                <a:t>SELECT * FROM </a:t>
              </a:r>
              <a:r>
                <a:rPr lang="es-ES" sz="1200" i="1" dirty="0" err="1">
                  <a:solidFill>
                    <a:srgbClr val="00B050"/>
                  </a:solidFill>
                </a:rPr>
                <a:t>albumes</a:t>
              </a:r>
              <a:r>
                <a:rPr lang="es-ES" sz="1200" dirty="0"/>
                <a:t>"</a:t>
              </a:r>
              <a:r>
                <a:rPr lang="es-ES" sz="1200" dirty="0">
                  <a:solidFill>
                    <a:srgbClr val="FF0000"/>
                  </a:solidFill>
                </a:rPr>
                <a:t>)</a:t>
              </a:r>
              <a:r>
                <a:rPr lang="es-ES" sz="1200" dirty="0"/>
                <a:t>;</a:t>
              </a:r>
              <a:endParaRPr lang="es-ES" sz="1600" dirty="0"/>
            </a:p>
          </p:txBody>
        </p:sp>
      </p:grpSp>
      <p:grpSp>
        <p:nvGrpSpPr>
          <p:cNvPr id="47" name="46 Grupo"/>
          <p:cNvGrpSpPr/>
          <p:nvPr/>
        </p:nvGrpSpPr>
        <p:grpSpPr>
          <a:xfrm>
            <a:off x="1881447" y="1484784"/>
            <a:ext cx="4168576" cy="1161545"/>
            <a:chOff x="1881447" y="1484784"/>
            <a:chExt cx="4168576" cy="1161545"/>
          </a:xfrm>
        </p:grpSpPr>
        <p:sp>
          <p:nvSpPr>
            <p:cNvPr id="5" name="4 Flecha arriba"/>
            <p:cNvSpPr/>
            <p:nvPr/>
          </p:nvSpPr>
          <p:spPr>
            <a:xfrm rot="5400000">
              <a:off x="4793777" y="1088388"/>
              <a:ext cx="576064" cy="1936428"/>
            </a:xfrm>
            <a:prstGeom prst="upArrow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14" name="13 Grupo"/>
            <p:cNvGrpSpPr/>
            <p:nvPr/>
          </p:nvGrpSpPr>
          <p:grpSpPr>
            <a:xfrm>
              <a:off x="1881447" y="1484784"/>
              <a:ext cx="1963738" cy="1161545"/>
              <a:chOff x="1881447" y="1561038"/>
              <a:chExt cx="1963738" cy="1161545"/>
            </a:xfrm>
          </p:grpSpPr>
          <p:grpSp>
            <p:nvGrpSpPr>
              <p:cNvPr id="7" name="6 Grupo"/>
              <p:cNvGrpSpPr/>
              <p:nvPr/>
            </p:nvGrpSpPr>
            <p:grpSpPr>
              <a:xfrm>
                <a:off x="1881447" y="1561038"/>
                <a:ext cx="1963738" cy="1133079"/>
                <a:chOff x="6466912" y="3190137"/>
                <a:chExt cx="1963738" cy="1133079"/>
              </a:xfrm>
            </p:grpSpPr>
            <p:grpSp>
              <p:nvGrpSpPr>
                <p:cNvPr id="8" name="7 Grupo"/>
                <p:cNvGrpSpPr/>
                <p:nvPr/>
              </p:nvGrpSpPr>
              <p:grpSpPr>
                <a:xfrm>
                  <a:off x="6468375" y="3190137"/>
                  <a:ext cx="1957992" cy="840142"/>
                  <a:chOff x="5903640" y="1594288"/>
                  <a:chExt cx="2124744" cy="679430"/>
                </a:xfrm>
              </p:grpSpPr>
              <p:sp>
                <p:nvSpPr>
                  <p:cNvPr id="10" name="9 Rectángulo redondeado"/>
                  <p:cNvSpPr/>
                  <p:nvPr/>
                </p:nvSpPr>
                <p:spPr>
                  <a:xfrm>
                    <a:off x="5903640" y="1594288"/>
                    <a:ext cx="2124744" cy="679430"/>
                  </a:xfrm>
                  <a:prstGeom prst="roundRect">
                    <a:avLst/>
                  </a:prstGeom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1" name="10 CuadroTexto"/>
                  <p:cNvSpPr txBox="1"/>
                  <p:nvPr/>
                </p:nvSpPr>
                <p:spPr>
                  <a:xfrm>
                    <a:off x="5903640" y="1594288"/>
                    <a:ext cx="2124744" cy="5475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s-ES" b="1" dirty="0" err="1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Statement</a:t>
                    </a:r>
                    <a:r>
                      <a:rPr lang="es-ES" dirty="0"/>
                      <a:t> </a:t>
                    </a:r>
                  </a:p>
                  <a:p>
                    <a:pPr algn="ctr"/>
                    <a:r>
                      <a:rPr lang="es-ES" sz="2000" b="1" dirty="0"/>
                      <a:t>sentencia</a:t>
                    </a:r>
                  </a:p>
                </p:txBody>
              </p:sp>
            </p:grpSp>
            <p:sp>
              <p:nvSpPr>
                <p:cNvPr id="9" name="32 Rectángulo redondeado"/>
                <p:cNvSpPr/>
                <p:nvPr/>
              </p:nvSpPr>
              <p:spPr>
                <a:xfrm>
                  <a:off x="6466912" y="3850213"/>
                  <a:ext cx="1963738" cy="473003"/>
                </a:xfrm>
                <a:custGeom>
                  <a:avLst/>
                  <a:gdLst>
                    <a:gd name="connsiteX0" fmla="*/ 0 w 1957992"/>
                    <a:gd name="connsiteY0" fmla="*/ 140026 h 840142"/>
                    <a:gd name="connsiteX1" fmla="*/ 140026 w 1957992"/>
                    <a:gd name="connsiteY1" fmla="*/ 0 h 840142"/>
                    <a:gd name="connsiteX2" fmla="*/ 1817966 w 1957992"/>
                    <a:gd name="connsiteY2" fmla="*/ 0 h 840142"/>
                    <a:gd name="connsiteX3" fmla="*/ 1957992 w 1957992"/>
                    <a:gd name="connsiteY3" fmla="*/ 140026 h 840142"/>
                    <a:gd name="connsiteX4" fmla="*/ 1957992 w 1957992"/>
                    <a:gd name="connsiteY4" fmla="*/ 700116 h 840142"/>
                    <a:gd name="connsiteX5" fmla="*/ 1817966 w 1957992"/>
                    <a:gd name="connsiteY5" fmla="*/ 840142 h 840142"/>
                    <a:gd name="connsiteX6" fmla="*/ 140026 w 1957992"/>
                    <a:gd name="connsiteY6" fmla="*/ 840142 h 840142"/>
                    <a:gd name="connsiteX7" fmla="*/ 0 w 1957992"/>
                    <a:gd name="connsiteY7" fmla="*/ 700116 h 840142"/>
                    <a:gd name="connsiteX8" fmla="*/ 0 w 1957992"/>
                    <a:gd name="connsiteY8" fmla="*/ 140026 h 840142"/>
                    <a:gd name="connsiteX0" fmla="*/ 3635 w 1961627"/>
                    <a:gd name="connsiteY0" fmla="*/ 140026 h 840142"/>
                    <a:gd name="connsiteX1" fmla="*/ 143661 w 1961627"/>
                    <a:gd name="connsiteY1" fmla="*/ 0 h 840142"/>
                    <a:gd name="connsiteX2" fmla="*/ 1821601 w 1961627"/>
                    <a:gd name="connsiteY2" fmla="*/ 0 h 840142"/>
                    <a:gd name="connsiteX3" fmla="*/ 1961627 w 1961627"/>
                    <a:gd name="connsiteY3" fmla="*/ 140026 h 840142"/>
                    <a:gd name="connsiteX4" fmla="*/ 1961627 w 1961627"/>
                    <a:gd name="connsiteY4" fmla="*/ 700116 h 840142"/>
                    <a:gd name="connsiteX5" fmla="*/ 1821601 w 1961627"/>
                    <a:gd name="connsiteY5" fmla="*/ 840142 h 840142"/>
                    <a:gd name="connsiteX6" fmla="*/ 143661 w 1961627"/>
                    <a:gd name="connsiteY6" fmla="*/ 840142 h 840142"/>
                    <a:gd name="connsiteX7" fmla="*/ 3635 w 1961627"/>
                    <a:gd name="connsiteY7" fmla="*/ 700116 h 840142"/>
                    <a:gd name="connsiteX8" fmla="*/ 0 w 1961627"/>
                    <a:gd name="connsiteY8" fmla="*/ 404242 h 840142"/>
                    <a:gd name="connsiteX9" fmla="*/ 3635 w 1961627"/>
                    <a:gd name="connsiteY9" fmla="*/ 140026 h 840142"/>
                    <a:gd name="connsiteX0" fmla="*/ 3635 w 1961627"/>
                    <a:gd name="connsiteY0" fmla="*/ 140026 h 840142"/>
                    <a:gd name="connsiteX1" fmla="*/ 143661 w 1961627"/>
                    <a:gd name="connsiteY1" fmla="*/ 0 h 840142"/>
                    <a:gd name="connsiteX2" fmla="*/ 1821601 w 1961627"/>
                    <a:gd name="connsiteY2" fmla="*/ 0 h 840142"/>
                    <a:gd name="connsiteX3" fmla="*/ 1961627 w 1961627"/>
                    <a:gd name="connsiteY3" fmla="*/ 140026 h 840142"/>
                    <a:gd name="connsiteX4" fmla="*/ 1957389 w 1961627"/>
                    <a:gd name="connsiteY4" fmla="*/ 413767 h 840142"/>
                    <a:gd name="connsiteX5" fmla="*/ 1961627 w 1961627"/>
                    <a:gd name="connsiteY5" fmla="*/ 700116 h 840142"/>
                    <a:gd name="connsiteX6" fmla="*/ 1821601 w 1961627"/>
                    <a:gd name="connsiteY6" fmla="*/ 840142 h 840142"/>
                    <a:gd name="connsiteX7" fmla="*/ 143661 w 1961627"/>
                    <a:gd name="connsiteY7" fmla="*/ 840142 h 840142"/>
                    <a:gd name="connsiteX8" fmla="*/ 3635 w 1961627"/>
                    <a:gd name="connsiteY8" fmla="*/ 700116 h 840142"/>
                    <a:gd name="connsiteX9" fmla="*/ 0 w 1961627"/>
                    <a:gd name="connsiteY9" fmla="*/ 404242 h 840142"/>
                    <a:gd name="connsiteX10" fmla="*/ 3635 w 1961627"/>
                    <a:gd name="connsiteY10" fmla="*/ 140026 h 840142"/>
                    <a:gd name="connsiteX0" fmla="*/ 33765 w 1995392"/>
                    <a:gd name="connsiteY0" fmla="*/ 404242 h 840142"/>
                    <a:gd name="connsiteX1" fmla="*/ 177426 w 1995392"/>
                    <a:gd name="connsiteY1" fmla="*/ 0 h 840142"/>
                    <a:gd name="connsiteX2" fmla="*/ 1855366 w 1995392"/>
                    <a:gd name="connsiteY2" fmla="*/ 0 h 840142"/>
                    <a:gd name="connsiteX3" fmla="*/ 1995392 w 1995392"/>
                    <a:gd name="connsiteY3" fmla="*/ 140026 h 840142"/>
                    <a:gd name="connsiteX4" fmla="*/ 1991154 w 1995392"/>
                    <a:gd name="connsiteY4" fmla="*/ 413767 h 840142"/>
                    <a:gd name="connsiteX5" fmla="*/ 1995392 w 1995392"/>
                    <a:gd name="connsiteY5" fmla="*/ 700116 h 840142"/>
                    <a:gd name="connsiteX6" fmla="*/ 1855366 w 1995392"/>
                    <a:gd name="connsiteY6" fmla="*/ 840142 h 840142"/>
                    <a:gd name="connsiteX7" fmla="*/ 177426 w 1995392"/>
                    <a:gd name="connsiteY7" fmla="*/ 840142 h 840142"/>
                    <a:gd name="connsiteX8" fmla="*/ 37400 w 1995392"/>
                    <a:gd name="connsiteY8" fmla="*/ 700116 h 840142"/>
                    <a:gd name="connsiteX9" fmla="*/ 33765 w 1995392"/>
                    <a:gd name="connsiteY9" fmla="*/ 404242 h 840142"/>
                    <a:gd name="connsiteX0" fmla="*/ 0 w 1961627"/>
                    <a:gd name="connsiteY0" fmla="*/ 404242 h 840142"/>
                    <a:gd name="connsiteX1" fmla="*/ 1821601 w 1961627"/>
                    <a:gd name="connsiteY1" fmla="*/ 0 h 840142"/>
                    <a:gd name="connsiteX2" fmla="*/ 1961627 w 1961627"/>
                    <a:gd name="connsiteY2" fmla="*/ 140026 h 840142"/>
                    <a:gd name="connsiteX3" fmla="*/ 1957389 w 1961627"/>
                    <a:gd name="connsiteY3" fmla="*/ 413767 h 840142"/>
                    <a:gd name="connsiteX4" fmla="*/ 1961627 w 1961627"/>
                    <a:gd name="connsiteY4" fmla="*/ 700116 h 840142"/>
                    <a:gd name="connsiteX5" fmla="*/ 1821601 w 1961627"/>
                    <a:gd name="connsiteY5" fmla="*/ 840142 h 840142"/>
                    <a:gd name="connsiteX6" fmla="*/ 143661 w 1961627"/>
                    <a:gd name="connsiteY6" fmla="*/ 840142 h 840142"/>
                    <a:gd name="connsiteX7" fmla="*/ 3635 w 1961627"/>
                    <a:gd name="connsiteY7" fmla="*/ 700116 h 840142"/>
                    <a:gd name="connsiteX8" fmla="*/ 0 w 1961627"/>
                    <a:gd name="connsiteY8" fmla="*/ 404242 h 840142"/>
                    <a:gd name="connsiteX0" fmla="*/ 0 w 2004794"/>
                    <a:gd name="connsiteY0" fmla="*/ 404242 h 840142"/>
                    <a:gd name="connsiteX1" fmla="*/ 1821601 w 2004794"/>
                    <a:gd name="connsiteY1" fmla="*/ 0 h 840142"/>
                    <a:gd name="connsiteX2" fmla="*/ 1957389 w 2004794"/>
                    <a:gd name="connsiteY2" fmla="*/ 413767 h 840142"/>
                    <a:gd name="connsiteX3" fmla="*/ 1961627 w 2004794"/>
                    <a:gd name="connsiteY3" fmla="*/ 700116 h 840142"/>
                    <a:gd name="connsiteX4" fmla="*/ 1821601 w 2004794"/>
                    <a:gd name="connsiteY4" fmla="*/ 840142 h 840142"/>
                    <a:gd name="connsiteX5" fmla="*/ 143661 w 2004794"/>
                    <a:gd name="connsiteY5" fmla="*/ 840142 h 840142"/>
                    <a:gd name="connsiteX6" fmla="*/ 3635 w 2004794"/>
                    <a:gd name="connsiteY6" fmla="*/ 700116 h 840142"/>
                    <a:gd name="connsiteX7" fmla="*/ 0 w 2004794"/>
                    <a:gd name="connsiteY7" fmla="*/ 404242 h 840142"/>
                    <a:gd name="connsiteX0" fmla="*/ 0 w 1961627"/>
                    <a:gd name="connsiteY0" fmla="*/ 31920 h 467820"/>
                    <a:gd name="connsiteX1" fmla="*/ 1957389 w 1961627"/>
                    <a:gd name="connsiteY1" fmla="*/ 41445 h 467820"/>
                    <a:gd name="connsiteX2" fmla="*/ 1961627 w 1961627"/>
                    <a:gd name="connsiteY2" fmla="*/ 327794 h 467820"/>
                    <a:gd name="connsiteX3" fmla="*/ 1821601 w 1961627"/>
                    <a:gd name="connsiteY3" fmla="*/ 467820 h 467820"/>
                    <a:gd name="connsiteX4" fmla="*/ 143661 w 1961627"/>
                    <a:gd name="connsiteY4" fmla="*/ 467820 h 467820"/>
                    <a:gd name="connsiteX5" fmla="*/ 3635 w 1961627"/>
                    <a:gd name="connsiteY5" fmla="*/ 327794 h 467820"/>
                    <a:gd name="connsiteX6" fmla="*/ 0 w 1961627"/>
                    <a:gd name="connsiteY6" fmla="*/ 31920 h 467820"/>
                    <a:gd name="connsiteX0" fmla="*/ 0 w 1961627"/>
                    <a:gd name="connsiteY0" fmla="*/ 13946 h 449846"/>
                    <a:gd name="connsiteX1" fmla="*/ 1957389 w 1961627"/>
                    <a:gd name="connsiteY1" fmla="*/ 23471 h 449846"/>
                    <a:gd name="connsiteX2" fmla="*/ 1961627 w 1961627"/>
                    <a:gd name="connsiteY2" fmla="*/ 309820 h 449846"/>
                    <a:gd name="connsiteX3" fmla="*/ 1821601 w 1961627"/>
                    <a:gd name="connsiteY3" fmla="*/ 449846 h 449846"/>
                    <a:gd name="connsiteX4" fmla="*/ 143661 w 1961627"/>
                    <a:gd name="connsiteY4" fmla="*/ 449846 h 449846"/>
                    <a:gd name="connsiteX5" fmla="*/ 3635 w 1961627"/>
                    <a:gd name="connsiteY5" fmla="*/ 309820 h 449846"/>
                    <a:gd name="connsiteX6" fmla="*/ 0 w 1961627"/>
                    <a:gd name="connsiteY6" fmla="*/ 13946 h 449846"/>
                    <a:gd name="connsiteX0" fmla="*/ 0 w 1961627"/>
                    <a:gd name="connsiteY0" fmla="*/ 17961 h 453861"/>
                    <a:gd name="connsiteX1" fmla="*/ 1957389 w 1961627"/>
                    <a:gd name="connsiteY1" fmla="*/ 27486 h 453861"/>
                    <a:gd name="connsiteX2" fmla="*/ 1961627 w 1961627"/>
                    <a:gd name="connsiteY2" fmla="*/ 313835 h 453861"/>
                    <a:gd name="connsiteX3" fmla="*/ 1821601 w 1961627"/>
                    <a:gd name="connsiteY3" fmla="*/ 453861 h 453861"/>
                    <a:gd name="connsiteX4" fmla="*/ 143661 w 1961627"/>
                    <a:gd name="connsiteY4" fmla="*/ 453861 h 453861"/>
                    <a:gd name="connsiteX5" fmla="*/ 3635 w 1961627"/>
                    <a:gd name="connsiteY5" fmla="*/ 313835 h 453861"/>
                    <a:gd name="connsiteX6" fmla="*/ 0 w 1961627"/>
                    <a:gd name="connsiteY6" fmla="*/ 17961 h 453861"/>
                    <a:gd name="connsiteX0" fmla="*/ 0 w 1962506"/>
                    <a:gd name="connsiteY0" fmla="*/ 34771 h 470671"/>
                    <a:gd name="connsiteX1" fmla="*/ 1962151 w 1962506"/>
                    <a:gd name="connsiteY1" fmla="*/ 20484 h 470671"/>
                    <a:gd name="connsiteX2" fmla="*/ 1961627 w 1962506"/>
                    <a:gd name="connsiteY2" fmla="*/ 330645 h 470671"/>
                    <a:gd name="connsiteX3" fmla="*/ 1821601 w 1962506"/>
                    <a:gd name="connsiteY3" fmla="*/ 470671 h 470671"/>
                    <a:gd name="connsiteX4" fmla="*/ 143661 w 1962506"/>
                    <a:gd name="connsiteY4" fmla="*/ 470671 h 470671"/>
                    <a:gd name="connsiteX5" fmla="*/ 3635 w 1962506"/>
                    <a:gd name="connsiteY5" fmla="*/ 330645 h 470671"/>
                    <a:gd name="connsiteX6" fmla="*/ 0 w 1962506"/>
                    <a:gd name="connsiteY6" fmla="*/ 34771 h 470671"/>
                    <a:gd name="connsiteX0" fmla="*/ 0 w 1962506"/>
                    <a:gd name="connsiteY0" fmla="*/ 14287 h 450187"/>
                    <a:gd name="connsiteX1" fmla="*/ 1962151 w 1962506"/>
                    <a:gd name="connsiteY1" fmla="*/ 0 h 450187"/>
                    <a:gd name="connsiteX2" fmla="*/ 1961627 w 1962506"/>
                    <a:gd name="connsiteY2" fmla="*/ 310161 h 450187"/>
                    <a:gd name="connsiteX3" fmla="*/ 1821601 w 1962506"/>
                    <a:gd name="connsiteY3" fmla="*/ 450187 h 450187"/>
                    <a:gd name="connsiteX4" fmla="*/ 143661 w 1962506"/>
                    <a:gd name="connsiteY4" fmla="*/ 450187 h 450187"/>
                    <a:gd name="connsiteX5" fmla="*/ 3635 w 1962506"/>
                    <a:gd name="connsiteY5" fmla="*/ 310161 h 450187"/>
                    <a:gd name="connsiteX6" fmla="*/ 0 w 1962506"/>
                    <a:gd name="connsiteY6" fmla="*/ 14287 h 450187"/>
                    <a:gd name="connsiteX0" fmla="*/ 0 w 1962506"/>
                    <a:gd name="connsiteY0" fmla="*/ 2464 h 457414"/>
                    <a:gd name="connsiteX1" fmla="*/ 1962151 w 1962506"/>
                    <a:gd name="connsiteY1" fmla="*/ 7227 h 457414"/>
                    <a:gd name="connsiteX2" fmla="*/ 1961627 w 1962506"/>
                    <a:gd name="connsiteY2" fmla="*/ 317388 h 457414"/>
                    <a:gd name="connsiteX3" fmla="*/ 1821601 w 1962506"/>
                    <a:gd name="connsiteY3" fmla="*/ 457414 h 457414"/>
                    <a:gd name="connsiteX4" fmla="*/ 143661 w 1962506"/>
                    <a:gd name="connsiteY4" fmla="*/ 457414 h 457414"/>
                    <a:gd name="connsiteX5" fmla="*/ 3635 w 1962506"/>
                    <a:gd name="connsiteY5" fmla="*/ 317388 h 457414"/>
                    <a:gd name="connsiteX6" fmla="*/ 0 w 1962506"/>
                    <a:gd name="connsiteY6" fmla="*/ 2464 h 457414"/>
                    <a:gd name="connsiteX0" fmla="*/ 0 w 1967268"/>
                    <a:gd name="connsiteY0" fmla="*/ 4762 h 450187"/>
                    <a:gd name="connsiteX1" fmla="*/ 1966913 w 1967268"/>
                    <a:gd name="connsiteY1" fmla="*/ 0 h 450187"/>
                    <a:gd name="connsiteX2" fmla="*/ 1966389 w 1967268"/>
                    <a:gd name="connsiteY2" fmla="*/ 310161 h 450187"/>
                    <a:gd name="connsiteX3" fmla="*/ 1826363 w 1967268"/>
                    <a:gd name="connsiteY3" fmla="*/ 450187 h 450187"/>
                    <a:gd name="connsiteX4" fmla="*/ 148423 w 1967268"/>
                    <a:gd name="connsiteY4" fmla="*/ 450187 h 450187"/>
                    <a:gd name="connsiteX5" fmla="*/ 8397 w 1967268"/>
                    <a:gd name="connsiteY5" fmla="*/ 310161 h 450187"/>
                    <a:gd name="connsiteX6" fmla="*/ 0 w 1967268"/>
                    <a:gd name="connsiteY6" fmla="*/ 4762 h 450187"/>
                    <a:gd name="connsiteX0" fmla="*/ 0 w 1967268"/>
                    <a:gd name="connsiteY0" fmla="*/ 6401 h 451826"/>
                    <a:gd name="connsiteX1" fmla="*/ 1966913 w 1967268"/>
                    <a:gd name="connsiteY1" fmla="*/ 1639 h 451826"/>
                    <a:gd name="connsiteX2" fmla="*/ 1966389 w 1967268"/>
                    <a:gd name="connsiteY2" fmla="*/ 311800 h 451826"/>
                    <a:gd name="connsiteX3" fmla="*/ 1826363 w 1967268"/>
                    <a:gd name="connsiteY3" fmla="*/ 451826 h 451826"/>
                    <a:gd name="connsiteX4" fmla="*/ 148423 w 1967268"/>
                    <a:gd name="connsiteY4" fmla="*/ 451826 h 451826"/>
                    <a:gd name="connsiteX5" fmla="*/ 8397 w 1967268"/>
                    <a:gd name="connsiteY5" fmla="*/ 311800 h 451826"/>
                    <a:gd name="connsiteX6" fmla="*/ 0 w 1967268"/>
                    <a:gd name="connsiteY6" fmla="*/ 6401 h 451826"/>
                    <a:gd name="connsiteX0" fmla="*/ 0 w 1966913"/>
                    <a:gd name="connsiteY0" fmla="*/ 6401 h 451826"/>
                    <a:gd name="connsiteX1" fmla="*/ 1966913 w 1966913"/>
                    <a:gd name="connsiteY1" fmla="*/ 1639 h 451826"/>
                    <a:gd name="connsiteX2" fmla="*/ 1966389 w 1966913"/>
                    <a:gd name="connsiteY2" fmla="*/ 311800 h 451826"/>
                    <a:gd name="connsiteX3" fmla="*/ 1826363 w 1966913"/>
                    <a:gd name="connsiteY3" fmla="*/ 451826 h 451826"/>
                    <a:gd name="connsiteX4" fmla="*/ 148423 w 1966913"/>
                    <a:gd name="connsiteY4" fmla="*/ 451826 h 451826"/>
                    <a:gd name="connsiteX5" fmla="*/ 8397 w 1966913"/>
                    <a:gd name="connsiteY5" fmla="*/ 311800 h 451826"/>
                    <a:gd name="connsiteX6" fmla="*/ 0 w 1966913"/>
                    <a:gd name="connsiteY6" fmla="*/ 6401 h 451826"/>
                    <a:gd name="connsiteX0" fmla="*/ 0 w 1966913"/>
                    <a:gd name="connsiteY0" fmla="*/ 4861 h 450286"/>
                    <a:gd name="connsiteX1" fmla="*/ 1966913 w 1966913"/>
                    <a:gd name="connsiteY1" fmla="*/ 99 h 450286"/>
                    <a:gd name="connsiteX2" fmla="*/ 1966389 w 1966913"/>
                    <a:gd name="connsiteY2" fmla="*/ 310260 h 450286"/>
                    <a:gd name="connsiteX3" fmla="*/ 1826363 w 1966913"/>
                    <a:gd name="connsiteY3" fmla="*/ 450286 h 450286"/>
                    <a:gd name="connsiteX4" fmla="*/ 148423 w 1966913"/>
                    <a:gd name="connsiteY4" fmla="*/ 450286 h 450286"/>
                    <a:gd name="connsiteX5" fmla="*/ 8397 w 1966913"/>
                    <a:gd name="connsiteY5" fmla="*/ 310260 h 450286"/>
                    <a:gd name="connsiteX6" fmla="*/ 0 w 1966913"/>
                    <a:gd name="connsiteY6" fmla="*/ 4861 h 450286"/>
                    <a:gd name="connsiteX0" fmla="*/ 0 w 1963738"/>
                    <a:gd name="connsiteY0" fmla="*/ 7806 h 450261"/>
                    <a:gd name="connsiteX1" fmla="*/ 1963738 w 1963738"/>
                    <a:gd name="connsiteY1" fmla="*/ 74 h 450261"/>
                    <a:gd name="connsiteX2" fmla="*/ 1963214 w 1963738"/>
                    <a:gd name="connsiteY2" fmla="*/ 310235 h 450261"/>
                    <a:gd name="connsiteX3" fmla="*/ 1823188 w 1963738"/>
                    <a:gd name="connsiteY3" fmla="*/ 450261 h 450261"/>
                    <a:gd name="connsiteX4" fmla="*/ 145248 w 1963738"/>
                    <a:gd name="connsiteY4" fmla="*/ 450261 h 450261"/>
                    <a:gd name="connsiteX5" fmla="*/ 5222 w 1963738"/>
                    <a:gd name="connsiteY5" fmla="*/ 310235 h 450261"/>
                    <a:gd name="connsiteX6" fmla="*/ 0 w 1963738"/>
                    <a:gd name="connsiteY6" fmla="*/ 7806 h 450261"/>
                    <a:gd name="connsiteX0" fmla="*/ 0 w 1963738"/>
                    <a:gd name="connsiteY0" fmla="*/ 0 h 442455"/>
                    <a:gd name="connsiteX1" fmla="*/ 1963738 w 1963738"/>
                    <a:gd name="connsiteY1" fmla="*/ 1178 h 442455"/>
                    <a:gd name="connsiteX2" fmla="*/ 1963214 w 1963738"/>
                    <a:gd name="connsiteY2" fmla="*/ 302429 h 442455"/>
                    <a:gd name="connsiteX3" fmla="*/ 1823188 w 1963738"/>
                    <a:gd name="connsiteY3" fmla="*/ 442455 h 442455"/>
                    <a:gd name="connsiteX4" fmla="*/ 145248 w 1963738"/>
                    <a:gd name="connsiteY4" fmla="*/ 442455 h 442455"/>
                    <a:gd name="connsiteX5" fmla="*/ 5222 w 1963738"/>
                    <a:gd name="connsiteY5" fmla="*/ 302429 h 442455"/>
                    <a:gd name="connsiteX6" fmla="*/ 0 w 1963738"/>
                    <a:gd name="connsiteY6" fmla="*/ 0 h 442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63738" h="442455">
                      <a:moveTo>
                        <a:pt x="0" y="0"/>
                      </a:moveTo>
                      <a:lnTo>
                        <a:pt x="1963738" y="1178"/>
                      </a:lnTo>
                      <a:cubicBezTo>
                        <a:pt x="1961976" y="494601"/>
                        <a:pt x="1961801" y="206979"/>
                        <a:pt x="1963214" y="302429"/>
                      </a:cubicBezTo>
                      <a:cubicBezTo>
                        <a:pt x="1963214" y="379763"/>
                        <a:pt x="1900522" y="442455"/>
                        <a:pt x="1823188" y="442455"/>
                      </a:cubicBezTo>
                      <a:lnTo>
                        <a:pt x="145248" y="442455"/>
                      </a:lnTo>
                      <a:cubicBezTo>
                        <a:pt x="67914" y="442455"/>
                        <a:pt x="5222" y="379763"/>
                        <a:pt x="5222" y="302429"/>
                      </a:cubicBezTo>
                      <a:cubicBezTo>
                        <a:pt x="4010" y="203804"/>
                        <a:pt x="1212" y="98625"/>
                        <a:pt x="0" y="0"/>
                      </a:cubicBezTo>
                      <a:close/>
                    </a:path>
                  </a:pathLst>
                </a:custGeom>
                <a:ln w="12700"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12" name="11 CuadroTexto"/>
              <p:cNvSpPr txBox="1"/>
              <p:nvPr/>
            </p:nvSpPr>
            <p:spPr>
              <a:xfrm>
                <a:off x="2002759" y="2211674"/>
                <a:ext cx="1728192" cy="510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s-ES" dirty="0" err="1">
                    <a:solidFill>
                      <a:srgbClr val="FF0000"/>
                    </a:solidFill>
                  </a:rPr>
                  <a:t>executeQuery</a:t>
                </a:r>
                <a:endParaRPr lang="es-ES" dirty="0">
                  <a:solidFill>
                    <a:srgbClr val="FF0000"/>
                  </a:solidFill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s-ES" sz="1600" dirty="0">
                    <a:solidFill>
                      <a:srgbClr val="FF0000"/>
                    </a:solidFill>
                  </a:rPr>
                  <a:t>(</a:t>
                </a:r>
                <a:r>
                  <a:rPr lang="es-ES" sz="1600" dirty="0">
                    <a:solidFill>
                      <a:srgbClr val="FFC000"/>
                    </a:solidFill>
                  </a:rPr>
                  <a:t>sentencia SQL</a:t>
                </a:r>
                <a:r>
                  <a:rPr lang="es-ES" sz="1600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</p:grpSp>
      </p:grpSp>
      <p:grpSp>
        <p:nvGrpSpPr>
          <p:cNvPr id="48" name="47 Grupo"/>
          <p:cNvGrpSpPr/>
          <p:nvPr/>
        </p:nvGrpSpPr>
        <p:grpSpPr>
          <a:xfrm>
            <a:off x="1884320" y="2852936"/>
            <a:ext cx="4173591" cy="677108"/>
            <a:chOff x="1884320" y="2852936"/>
            <a:chExt cx="4173591" cy="677108"/>
          </a:xfrm>
        </p:grpSpPr>
        <p:grpSp>
          <p:nvGrpSpPr>
            <p:cNvPr id="15" name="14 Grupo"/>
            <p:cNvGrpSpPr/>
            <p:nvPr/>
          </p:nvGrpSpPr>
          <p:grpSpPr>
            <a:xfrm>
              <a:off x="1884320" y="2852936"/>
              <a:ext cx="1957992" cy="677108"/>
              <a:chOff x="1884320" y="2929190"/>
              <a:chExt cx="1957992" cy="677108"/>
            </a:xfrm>
          </p:grpSpPr>
          <p:sp>
            <p:nvSpPr>
              <p:cNvPr id="18" name="17 Rectángulo redondeado"/>
              <p:cNvSpPr/>
              <p:nvPr/>
            </p:nvSpPr>
            <p:spPr>
              <a:xfrm>
                <a:off x="1884320" y="2929190"/>
                <a:ext cx="1957992" cy="677108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" name="18 CuadroTexto"/>
              <p:cNvSpPr txBox="1"/>
              <p:nvPr/>
            </p:nvSpPr>
            <p:spPr>
              <a:xfrm>
                <a:off x="1884320" y="2929190"/>
                <a:ext cx="1957992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 err="1">
                    <a:solidFill>
                      <a:schemeClr val="bg1">
                        <a:lumMod val="50000"/>
                      </a:schemeClr>
                    </a:solidFill>
                  </a:rPr>
                  <a:t>ResultSet</a:t>
                </a:r>
                <a:endParaRPr lang="es-ES" dirty="0"/>
              </a:p>
              <a:p>
                <a:pPr algn="ctr"/>
                <a:r>
                  <a:rPr lang="es-ES" sz="2000" b="1" dirty="0"/>
                  <a:t>resultado</a:t>
                </a:r>
              </a:p>
            </p:txBody>
          </p:sp>
        </p:grpSp>
        <p:sp>
          <p:nvSpPr>
            <p:cNvPr id="20" name="19 Flecha arriba"/>
            <p:cNvSpPr/>
            <p:nvPr/>
          </p:nvSpPr>
          <p:spPr>
            <a:xfrm rot="16200000" flipH="1">
              <a:off x="4801665" y="2172754"/>
              <a:ext cx="576064" cy="1936428"/>
            </a:xfrm>
            <a:prstGeom prst="upArrow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6" name="15 Grupo"/>
          <p:cNvGrpSpPr/>
          <p:nvPr/>
        </p:nvGrpSpPr>
        <p:grpSpPr>
          <a:xfrm>
            <a:off x="6469803" y="1578307"/>
            <a:ext cx="1558582" cy="1846447"/>
            <a:chOff x="6469803" y="1654561"/>
            <a:chExt cx="1558582" cy="1846447"/>
          </a:xfrm>
        </p:grpSpPr>
        <p:grpSp>
          <p:nvGrpSpPr>
            <p:cNvPr id="21" name="20 Grupo"/>
            <p:cNvGrpSpPr/>
            <p:nvPr/>
          </p:nvGrpSpPr>
          <p:grpSpPr>
            <a:xfrm>
              <a:off x="6469803" y="1654561"/>
              <a:ext cx="1558582" cy="1846447"/>
              <a:chOff x="4180982" y="196053"/>
              <a:chExt cx="1129422" cy="1221575"/>
            </a:xfrm>
          </p:grpSpPr>
          <p:sp>
            <p:nvSpPr>
              <p:cNvPr id="22" name="21 Cilindro"/>
              <p:cNvSpPr/>
              <p:nvPr/>
            </p:nvSpPr>
            <p:spPr>
              <a:xfrm>
                <a:off x="4180982" y="196053"/>
                <a:ext cx="1129422" cy="1221575"/>
              </a:xfrm>
              <a:prstGeom prst="can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3" name="22 CuadroTexto"/>
              <p:cNvSpPr txBox="1"/>
              <p:nvPr/>
            </p:nvSpPr>
            <p:spPr>
              <a:xfrm>
                <a:off x="4211960" y="483473"/>
                <a:ext cx="978996" cy="447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>
                    <a:solidFill>
                      <a:schemeClr val="bg1"/>
                    </a:solidFill>
                  </a:rPr>
                  <a:t>Servidor</a:t>
                </a:r>
              </a:p>
              <a:p>
                <a:pPr algn="ctr"/>
                <a:r>
                  <a:rPr lang="es-ES" sz="2000" b="1" dirty="0" err="1">
                    <a:solidFill>
                      <a:schemeClr val="bg1"/>
                    </a:solidFill>
                  </a:rPr>
                  <a:t>MySQL</a:t>
                </a:r>
                <a:endParaRPr lang="es-E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4" name="23 Rectángulo"/>
            <p:cNvSpPr/>
            <p:nvPr/>
          </p:nvSpPr>
          <p:spPr>
            <a:xfrm>
              <a:off x="6757834" y="2881093"/>
              <a:ext cx="1105714" cy="43204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24 Rectángulo"/>
            <p:cNvSpPr/>
            <p:nvPr/>
          </p:nvSpPr>
          <p:spPr>
            <a:xfrm>
              <a:off x="6804248" y="2917770"/>
              <a:ext cx="110571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2000" b="1" dirty="0">
                  <a:solidFill>
                    <a:srgbClr val="0070C0"/>
                  </a:solidFill>
                </a:rPr>
                <a:t>TABLA</a:t>
              </a:r>
              <a:endParaRPr lang="es-ES" sz="2000" dirty="0">
                <a:solidFill>
                  <a:srgbClr val="0070C0"/>
                </a:solidFill>
              </a:endParaRPr>
            </a:p>
          </p:txBody>
        </p:sp>
      </p:grpSp>
      <p:graphicFrame>
        <p:nvGraphicFramePr>
          <p:cNvPr id="2" name="1 Tabla"/>
          <p:cNvGraphicFramePr>
            <a:graphicFrameLocks noGrp="1"/>
          </p:cNvGraphicFramePr>
          <p:nvPr/>
        </p:nvGraphicFramePr>
        <p:xfrm>
          <a:off x="3289135" y="4000818"/>
          <a:ext cx="3587121" cy="14153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03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ID</a:t>
                      </a:r>
                      <a:endParaRPr lang="es-E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TITULO</a:t>
                      </a:r>
                      <a:endParaRPr lang="es-E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AUTOR</a:t>
                      </a:r>
                      <a:endParaRPr lang="es-E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3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u="none" strike="noStrike" dirty="0">
                          <a:effectLst/>
                        </a:rPr>
                        <a:t>1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u="none" strike="noStrike" dirty="0">
                          <a:effectLst/>
                        </a:rPr>
                        <a:t>Submarino Amarillo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u="none" strike="noStrike">
                          <a:effectLst/>
                        </a:rPr>
                        <a:t>Beatle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3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u="none" strike="noStrike">
                          <a:effectLst/>
                        </a:rPr>
                        <a:t>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u="none" strike="noStrike" dirty="0" err="1">
                          <a:effectLst/>
                        </a:rPr>
                        <a:t>Heaven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u="none" strike="noStrike" dirty="0" err="1">
                          <a:effectLst/>
                        </a:rPr>
                        <a:t>Queen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3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u="none" strike="noStrike">
                          <a:effectLst/>
                        </a:rPr>
                        <a:t>3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u="none" strike="noStrike" dirty="0" err="1">
                          <a:effectLst/>
                        </a:rPr>
                        <a:t>Aidalai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u="none" strike="noStrike" dirty="0">
                          <a:effectLst/>
                        </a:rPr>
                        <a:t>Mecano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25 Rectángulo"/>
          <p:cNvSpPr/>
          <p:nvPr/>
        </p:nvSpPr>
        <p:spPr>
          <a:xfrm>
            <a:off x="4427984" y="3631486"/>
            <a:ext cx="1088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/>
              <a:t>resultado</a:t>
            </a:r>
          </a:p>
        </p:txBody>
      </p:sp>
      <p:sp>
        <p:nvSpPr>
          <p:cNvPr id="27" name="26 Rectángulo"/>
          <p:cNvSpPr/>
          <p:nvPr/>
        </p:nvSpPr>
        <p:spPr>
          <a:xfrm>
            <a:off x="221898" y="4266858"/>
            <a:ext cx="2535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 ← </a:t>
            </a:r>
            <a:r>
              <a:rPr lang="es-ES" b="1" dirty="0" err="1"/>
              <a:t>resultado.</a:t>
            </a:r>
            <a:r>
              <a:rPr lang="es-ES" b="1" dirty="0" err="1">
                <a:solidFill>
                  <a:srgbClr val="FF0000"/>
                </a:solidFill>
              </a:rPr>
              <a:t>next</a:t>
            </a:r>
            <a:r>
              <a:rPr lang="es-ES" b="1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28" name="27 Triángulo isósceles"/>
          <p:cNvSpPr/>
          <p:nvPr/>
        </p:nvSpPr>
        <p:spPr>
          <a:xfrm rot="5400000">
            <a:off x="2938734" y="4336570"/>
            <a:ext cx="202688" cy="2553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31 Rectángulo"/>
          <p:cNvSpPr/>
          <p:nvPr/>
        </p:nvSpPr>
        <p:spPr>
          <a:xfrm>
            <a:off x="212753" y="4559082"/>
            <a:ext cx="2535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 ← </a:t>
            </a:r>
            <a:r>
              <a:rPr lang="es-ES" b="1" dirty="0" err="1"/>
              <a:t>resultado.</a:t>
            </a:r>
            <a:r>
              <a:rPr lang="es-ES" b="1" dirty="0" err="1">
                <a:solidFill>
                  <a:srgbClr val="FF0000"/>
                </a:solidFill>
              </a:rPr>
              <a:t>next</a:t>
            </a:r>
            <a:r>
              <a:rPr lang="es-ES" b="1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33" name="32 Triángulo isósceles"/>
          <p:cNvSpPr/>
          <p:nvPr/>
        </p:nvSpPr>
        <p:spPr>
          <a:xfrm rot="5400000">
            <a:off x="2929589" y="4628794"/>
            <a:ext cx="202688" cy="2553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33 Rectángulo"/>
          <p:cNvSpPr/>
          <p:nvPr/>
        </p:nvSpPr>
        <p:spPr>
          <a:xfrm>
            <a:off x="212753" y="4864914"/>
            <a:ext cx="2535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 ← </a:t>
            </a:r>
            <a:r>
              <a:rPr lang="es-ES" b="1" dirty="0" err="1"/>
              <a:t>resultado.</a:t>
            </a:r>
            <a:r>
              <a:rPr lang="es-ES" b="1" dirty="0" err="1">
                <a:solidFill>
                  <a:srgbClr val="FF0000"/>
                </a:solidFill>
              </a:rPr>
              <a:t>next</a:t>
            </a:r>
            <a:r>
              <a:rPr lang="es-ES" b="1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35" name="34 Triángulo isósceles"/>
          <p:cNvSpPr/>
          <p:nvPr/>
        </p:nvSpPr>
        <p:spPr>
          <a:xfrm rot="5400000">
            <a:off x="2929589" y="4934626"/>
            <a:ext cx="202688" cy="2553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36 Rectángulo"/>
          <p:cNvSpPr/>
          <p:nvPr/>
        </p:nvSpPr>
        <p:spPr>
          <a:xfrm>
            <a:off x="2545537" y="5702051"/>
            <a:ext cx="21323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3 ← </a:t>
            </a:r>
            <a:r>
              <a:rPr lang="es-ES" sz="1400" b="1" dirty="0" err="1"/>
              <a:t>resultado.</a:t>
            </a:r>
            <a:r>
              <a:rPr lang="es-ES" sz="1400" b="1" dirty="0" err="1">
                <a:solidFill>
                  <a:srgbClr val="FF0000"/>
                </a:solidFill>
              </a:rPr>
              <a:t>getInt</a:t>
            </a:r>
            <a:r>
              <a:rPr lang="es-ES" sz="1400" b="1" dirty="0">
                <a:solidFill>
                  <a:srgbClr val="FF0000"/>
                </a:solidFill>
              </a:rPr>
              <a:t>(</a:t>
            </a:r>
            <a:r>
              <a:rPr lang="es-ES" sz="1400" dirty="0"/>
              <a:t>"</a:t>
            </a:r>
            <a:r>
              <a:rPr lang="es-ES" sz="1400" b="1" dirty="0">
                <a:solidFill>
                  <a:srgbClr val="00B050"/>
                </a:solidFill>
              </a:rPr>
              <a:t>ID</a:t>
            </a:r>
            <a:r>
              <a:rPr lang="es-ES" sz="1400" dirty="0"/>
              <a:t>"</a:t>
            </a:r>
            <a:r>
              <a:rPr lang="es-ES" sz="14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1" name="40 Rectángulo"/>
          <p:cNvSpPr/>
          <p:nvPr/>
        </p:nvSpPr>
        <p:spPr>
          <a:xfrm>
            <a:off x="3580266" y="6361583"/>
            <a:ext cx="31632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Aidalai</a:t>
            </a:r>
            <a:r>
              <a:rPr lang="es-E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← </a:t>
            </a:r>
            <a:r>
              <a:rPr lang="es-ES" sz="1400" b="1" dirty="0" err="1"/>
              <a:t>resultado.</a:t>
            </a:r>
            <a:r>
              <a:rPr lang="es-ES" sz="1400" b="1" dirty="0" err="1">
                <a:solidFill>
                  <a:srgbClr val="FF0000"/>
                </a:solidFill>
              </a:rPr>
              <a:t>getString</a:t>
            </a:r>
            <a:r>
              <a:rPr lang="es-ES" sz="1400" b="1" dirty="0">
                <a:solidFill>
                  <a:srgbClr val="FF0000"/>
                </a:solidFill>
              </a:rPr>
              <a:t>(</a:t>
            </a:r>
            <a:r>
              <a:rPr lang="es-ES" sz="1400" dirty="0"/>
              <a:t>"</a:t>
            </a:r>
            <a:r>
              <a:rPr lang="es-ES" sz="1400" b="1" dirty="0">
                <a:solidFill>
                  <a:srgbClr val="00B050"/>
                </a:solidFill>
              </a:rPr>
              <a:t>TITULO</a:t>
            </a:r>
            <a:r>
              <a:rPr lang="es-ES" sz="1400" dirty="0"/>
              <a:t>"</a:t>
            </a:r>
            <a:r>
              <a:rPr lang="es-ES" sz="14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4" name="43 Rectángulo"/>
          <p:cNvSpPr/>
          <p:nvPr/>
        </p:nvSpPr>
        <p:spPr>
          <a:xfrm>
            <a:off x="5742302" y="5697403"/>
            <a:ext cx="32424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Mecano ← </a:t>
            </a:r>
            <a:r>
              <a:rPr lang="es-ES" sz="1400" b="1" dirty="0" err="1"/>
              <a:t>resultado.</a:t>
            </a:r>
            <a:r>
              <a:rPr lang="es-ES" sz="1400" b="1" dirty="0" err="1">
                <a:solidFill>
                  <a:srgbClr val="FF0000"/>
                </a:solidFill>
              </a:rPr>
              <a:t>getString</a:t>
            </a:r>
            <a:r>
              <a:rPr lang="es-ES" sz="1400" b="1" dirty="0">
                <a:solidFill>
                  <a:srgbClr val="FF0000"/>
                </a:solidFill>
              </a:rPr>
              <a:t>(</a:t>
            </a:r>
            <a:r>
              <a:rPr lang="es-ES" sz="1400" dirty="0"/>
              <a:t>"</a:t>
            </a:r>
            <a:r>
              <a:rPr lang="es-ES" sz="1400" b="1" dirty="0">
                <a:solidFill>
                  <a:srgbClr val="00B050"/>
                </a:solidFill>
              </a:rPr>
              <a:t>AUTOR</a:t>
            </a:r>
            <a:r>
              <a:rPr lang="es-ES" sz="1400" dirty="0"/>
              <a:t>"</a:t>
            </a:r>
            <a:r>
              <a:rPr lang="es-ES" sz="1400" b="1" dirty="0">
                <a:solidFill>
                  <a:srgbClr val="FF0000"/>
                </a:solidFill>
              </a:rPr>
              <a:t>)</a:t>
            </a:r>
          </a:p>
        </p:txBody>
      </p:sp>
      <p:grpSp>
        <p:nvGrpSpPr>
          <p:cNvPr id="50" name="49 Grupo"/>
          <p:cNvGrpSpPr/>
          <p:nvPr/>
        </p:nvGrpSpPr>
        <p:grpSpPr>
          <a:xfrm>
            <a:off x="2551590" y="5391294"/>
            <a:ext cx="1917576" cy="377894"/>
            <a:chOff x="2613985" y="5391294"/>
            <a:chExt cx="1917576" cy="377894"/>
          </a:xfrm>
        </p:grpSpPr>
        <p:sp>
          <p:nvSpPr>
            <p:cNvPr id="36" name="35 Rectángulo"/>
            <p:cNvSpPr/>
            <p:nvPr/>
          </p:nvSpPr>
          <p:spPr>
            <a:xfrm>
              <a:off x="2613985" y="5461411"/>
              <a:ext cx="191757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3 ← </a:t>
              </a:r>
              <a:r>
                <a:rPr lang="es-ES" sz="1400" b="1" dirty="0" err="1"/>
                <a:t>resultado.</a:t>
              </a:r>
              <a:r>
                <a:rPr lang="es-ES" sz="1400" b="1" dirty="0" err="1">
                  <a:solidFill>
                    <a:srgbClr val="FF0000"/>
                  </a:solidFill>
                </a:rPr>
                <a:t>getInt</a:t>
              </a:r>
              <a:r>
                <a:rPr lang="es-ES" sz="1400" b="1" dirty="0">
                  <a:solidFill>
                    <a:srgbClr val="FF0000"/>
                  </a:solidFill>
                </a:rPr>
                <a:t>(</a:t>
              </a:r>
              <a:r>
                <a:rPr lang="es-ES" sz="1400" b="1" dirty="0">
                  <a:solidFill>
                    <a:srgbClr val="00B050"/>
                  </a:solidFill>
                </a:rPr>
                <a:t>1</a:t>
              </a:r>
              <a:r>
                <a:rPr lang="es-ES" sz="1400" b="1" dirty="0">
                  <a:solidFill>
                    <a:srgbClr val="FF0000"/>
                  </a:solidFill>
                </a:rPr>
                <a:t>)</a:t>
              </a:r>
            </a:p>
          </p:txBody>
        </p:sp>
        <p:cxnSp>
          <p:nvCxnSpPr>
            <p:cNvPr id="29" name="28 Conector recto de flecha"/>
            <p:cNvCxnSpPr>
              <a:cxnSpLocks/>
            </p:cNvCxnSpPr>
            <p:nvPr/>
          </p:nvCxnSpPr>
          <p:spPr>
            <a:xfrm flipH="1" flipV="1">
              <a:off x="3793346" y="5391294"/>
              <a:ext cx="447842" cy="15864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50 Grupo"/>
          <p:cNvGrpSpPr/>
          <p:nvPr/>
        </p:nvGrpSpPr>
        <p:grpSpPr>
          <a:xfrm>
            <a:off x="3590765" y="5461411"/>
            <a:ext cx="2614947" cy="1020659"/>
            <a:chOff x="3638624" y="5420761"/>
            <a:chExt cx="2614947" cy="1020659"/>
          </a:xfrm>
        </p:grpSpPr>
        <p:sp>
          <p:nvSpPr>
            <p:cNvPr id="40" name="39 Rectángulo"/>
            <p:cNvSpPr/>
            <p:nvPr/>
          </p:nvSpPr>
          <p:spPr>
            <a:xfrm>
              <a:off x="3638624" y="6133643"/>
              <a:ext cx="261494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1400" b="1" dirty="0" err="1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Aidalai</a:t>
              </a:r>
              <a:r>
                <a:rPr lang="es-E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← </a:t>
              </a:r>
              <a:r>
                <a:rPr lang="es-ES" sz="1400" b="1" dirty="0" err="1"/>
                <a:t>resultado.</a:t>
              </a:r>
              <a:r>
                <a:rPr lang="es-ES" sz="1400" b="1" dirty="0" err="1">
                  <a:solidFill>
                    <a:srgbClr val="FF0000"/>
                  </a:solidFill>
                </a:rPr>
                <a:t>getString</a:t>
              </a:r>
              <a:r>
                <a:rPr lang="es-ES" sz="1400" b="1" dirty="0">
                  <a:solidFill>
                    <a:srgbClr val="FF0000"/>
                  </a:solidFill>
                </a:rPr>
                <a:t> (</a:t>
              </a:r>
              <a:r>
                <a:rPr lang="es-ES" sz="1400" b="1" dirty="0">
                  <a:solidFill>
                    <a:srgbClr val="00B050"/>
                  </a:solidFill>
                </a:rPr>
                <a:t>2</a:t>
              </a:r>
              <a:r>
                <a:rPr lang="es-ES" sz="1400" b="1" dirty="0">
                  <a:solidFill>
                    <a:srgbClr val="FF0000"/>
                  </a:solidFill>
                </a:rPr>
                <a:t>)</a:t>
              </a:r>
            </a:p>
          </p:txBody>
        </p:sp>
        <p:cxnSp>
          <p:nvCxnSpPr>
            <p:cNvPr id="31" name="30 Conector recto de flecha"/>
            <p:cNvCxnSpPr>
              <a:cxnSpLocks/>
            </p:cNvCxnSpPr>
            <p:nvPr/>
          </p:nvCxnSpPr>
          <p:spPr>
            <a:xfrm flipH="1" flipV="1">
              <a:off x="4929358" y="5420761"/>
              <a:ext cx="923637" cy="6980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51 Grupo"/>
          <p:cNvGrpSpPr/>
          <p:nvPr/>
        </p:nvGrpSpPr>
        <p:grpSpPr>
          <a:xfrm>
            <a:off x="5736828" y="5301208"/>
            <a:ext cx="2700483" cy="487948"/>
            <a:chOff x="5799223" y="5301208"/>
            <a:chExt cx="2700483" cy="487948"/>
          </a:xfrm>
        </p:grpSpPr>
        <p:sp>
          <p:nvSpPr>
            <p:cNvPr id="43" name="42 Rectángulo"/>
            <p:cNvSpPr/>
            <p:nvPr/>
          </p:nvSpPr>
          <p:spPr>
            <a:xfrm>
              <a:off x="5799223" y="5481379"/>
              <a:ext cx="270048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Mecano ← </a:t>
              </a:r>
              <a:r>
                <a:rPr lang="es-ES" sz="1400" b="1" dirty="0" err="1"/>
                <a:t>resultado.</a:t>
              </a:r>
              <a:r>
                <a:rPr lang="es-ES" sz="1400" b="1" dirty="0" err="1">
                  <a:solidFill>
                    <a:srgbClr val="FF0000"/>
                  </a:solidFill>
                </a:rPr>
                <a:t>getString</a:t>
              </a:r>
              <a:r>
                <a:rPr lang="es-ES" sz="1400" b="1" dirty="0">
                  <a:solidFill>
                    <a:srgbClr val="FF0000"/>
                  </a:solidFill>
                </a:rPr>
                <a:t> (</a:t>
              </a:r>
              <a:r>
                <a:rPr lang="es-ES" sz="1400" b="1" dirty="0">
                  <a:solidFill>
                    <a:srgbClr val="00B050"/>
                  </a:solidFill>
                </a:rPr>
                <a:t>3</a:t>
              </a:r>
              <a:r>
                <a:rPr lang="es-ES" sz="1400" b="1" dirty="0">
                  <a:solidFill>
                    <a:srgbClr val="FF0000"/>
                  </a:solidFill>
                </a:rPr>
                <a:t>)</a:t>
              </a:r>
            </a:p>
          </p:txBody>
        </p:sp>
        <p:cxnSp>
          <p:nvCxnSpPr>
            <p:cNvPr id="46" name="45 Conector recto de flecha"/>
            <p:cNvCxnSpPr/>
            <p:nvPr/>
          </p:nvCxnSpPr>
          <p:spPr>
            <a:xfrm flipH="1" flipV="1">
              <a:off x="6333381" y="5301208"/>
              <a:ext cx="1973422" cy="2253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48 Rectángulo"/>
          <p:cNvSpPr/>
          <p:nvPr/>
        </p:nvSpPr>
        <p:spPr>
          <a:xfrm>
            <a:off x="179512" y="5157192"/>
            <a:ext cx="2580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6"/>
                </a:solidFill>
              </a:rPr>
              <a:t>FALSE ← </a:t>
            </a:r>
            <a:r>
              <a:rPr lang="es-ES" b="1" dirty="0" err="1"/>
              <a:t>resultado.</a:t>
            </a:r>
            <a:r>
              <a:rPr lang="es-ES" b="1" dirty="0" err="1">
                <a:solidFill>
                  <a:srgbClr val="FF0000"/>
                </a:solidFill>
              </a:rPr>
              <a:t>next</a:t>
            </a:r>
            <a:r>
              <a:rPr lang="es-ES" b="1" dirty="0">
                <a:solidFill>
                  <a:srgbClr val="FF0000"/>
                </a:solidFill>
              </a:rPr>
              <a:t>()</a:t>
            </a:r>
          </a:p>
        </p:txBody>
      </p:sp>
      <p:grpSp>
        <p:nvGrpSpPr>
          <p:cNvPr id="45" name="44 Grupo"/>
          <p:cNvGrpSpPr/>
          <p:nvPr/>
        </p:nvGrpSpPr>
        <p:grpSpPr>
          <a:xfrm>
            <a:off x="7025676" y="4113947"/>
            <a:ext cx="1944215" cy="1017845"/>
            <a:chOff x="7025676" y="4113947"/>
            <a:chExt cx="1944215" cy="1017845"/>
          </a:xfrm>
        </p:grpSpPr>
        <p:sp>
          <p:nvSpPr>
            <p:cNvPr id="54" name="53 Rectángulo"/>
            <p:cNvSpPr/>
            <p:nvPr/>
          </p:nvSpPr>
          <p:spPr>
            <a:xfrm>
              <a:off x="7025676" y="4168311"/>
              <a:ext cx="1897659" cy="935758"/>
            </a:xfrm>
            <a:prstGeom prst="rect">
              <a:avLst/>
            </a:prstGeom>
            <a:solidFill>
              <a:srgbClr val="F5FFC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5" name="54 Rectángulo"/>
            <p:cNvSpPr/>
            <p:nvPr/>
          </p:nvSpPr>
          <p:spPr>
            <a:xfrm>
              <a:off x="7025676" y="4346962"/>
              <a:ext cx="1944215" cy="7848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500" dirty="0" err="1">
                  <a:solidFill>
                    <a:schemeClr val="bg1">
                      <a:lumMod val="50000"/>
                    </a:schemeClr>
                  </a:solidFill>
                </a:rPr>
                <a:t>while</a:t>
              </a:r>
              <a:r>
                <a:rPr lang="es-ES" sz="1500" dirty="0">
                  <a:solidFill>
                    <a:schemeClr val="bg1">
                      <a:lumMod val="50000"/>
                    </a:schemeClr>
                  </a:solidFill>
                </a:rPr>
                <a:t>(</a:t>
              </a:r>
              <a:r>
                <a:rPr lang="es-ES" sz="1500" dirty="0" err="1">
                  <a:solidFill>
                    <a:schemeClr val="bg1">
                      <a:lumMod val="50000"/>
                    </a:schemeClr>
                  </a:solidFill>
                </a:rPr>
                <a:t>result.next</a:t>
              </a:r>
              <a:r>
                <a:rPr lang="es-ES" sz="1500" dirty="0">
                  <a:solidFill>
                    <a:schemeClr val="bg1">
                      <a:lumMod val="50000"/>
                    </a:schemeClr>
                  </a:solidFill>
                </a:rPr>
                <a:t>() ) {</a:t>
              </a:r>
            </a:p>
            <a:p>
              <a:r>
                <a:rPr lang="es-ES" sz="1500" dirty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es-ES" sz="1500" dirty="0" err="1">
                  <a:solidFill>
                    <a:schemeClr val="bg1">
                      <a:lumMod val="50000"/>
                    </a:schemeClr>
                  </a:solidFill>
                </a:rPr>
                <a:t>print</a:t>
              </a:r>
              <a:r>
                <a:rPr lang="es-ES" sz="1500" dirty="0">
                  <a:solidFill>
                    <a:schemeClr val="bg1">
                      <a:lumMod val="50000"/>
                    </a:schemeClr>
                  </a:solidFill>
                </a:rPr>
                <a:t>(</a:t>
              </a:r>
              <a:r>
                <a:rPr lang="es-ES" sz="1500" dirty="0" err="1">
                  <a:solidFill>
                    <a:schemeClr val="bg1">
                      <a:lumMod val="50000"/>
                    </a:schemeClr>
                  </a:solidFill>
                </a:rPr>
                <a:t>result.getInt</a:t>
              </a:r>
              <a:r>
                <a:rPr lang="es-ES" sz="1500" dirty="0">
                  <a:solidFill>
                    <a:schemeClr val="bg1">
                      <a:lumMod val="50000"/>
                    </a:schemeClr>
                  </a:solidFill>
                </a:rPr>
                <a:t>(1)</a:t>
              </a:r>
            </a:p>
            <a:p>
              <a:r>
                <a:rPr lang="es-ES" sz="1500" dirty="0">
                  <a:solidFill>
                    <a:schemeClr val="bg1">
                      <a:lumMod val="50000"/>
                    </a:schemeClr>
                  </a:solidFill>
                </a:rPr>
                <a:t>}</a:t>
              </a:r>
            </a:p>
          </p:txBody>
        </p:sp>
        <p:sp>
          <p:nvSpPr>
            <p:cNvPr id="56" name="55 Rectángulo"/>
            <p:cNvSpPr/>
            <p:nvPr/>
          </p:nvSpPr>
          <p:spPr>
            <a:xfrm>
              <a:off x="7297372" y="4113947"/>
              <a:ext cx="1241042" cy="3231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5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ejemplo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05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 animBg="1"/>
      <p:bldP spid="28" grpId="1" animBg="1"/>
      <p:bldP spid="32" grpId="0"/>
      <p:bldP spid="33" grpId="0" animBg="1"/>
      <p:bldP spid="33" grpId="1" animBg="1"/>
      <p:bldP spid="34" grpId="0"/>
      <p:bldP spid="35" grpId="0" animBg="1"/>
      <p:bldP spid="37" grpId="0"/>
      <p:bldP spid="41" grpId="0"/>
      <p:bldP spid="44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13 Grupo"/>
          <p:cNvGrpSpPr/>
          <p:nvPr/>
        </p:nvGrpSpPr>
        <p:grpSpPr>
          <a:xfrm>
            <a:off x="3925698" y="5998880"/>
            <a:ext cx="2779649" cy="522346"/>
            <a:chOff x="3925698" y="4634846"/>
            <a:chExt cx="2779649" cy="522346"/>
          </a:xfrm>
        </p:grpSpPr>
        <p:sp>
          <p:nvSpPr>
            <p:cNvPr id="91" name="32 Rectángulo redondeado"/>
            <p:cNvSpPr/>
            <p:nvPr/>
          </p:nvSpPr>
          <p:spPr>
            <a:xfrm>
              <a:off x="3925698" y="4634846"/>
              <a:ext cx="2779649" cy="522346"/>
            </a:xfrm>
            <a:custGeom>
              <a:avLst/>
              <a:gdLst>
                <a:gd name="connsiteX0" fmla="*/ 0 w 1957992"/>
                <a:gd name="connsiteY0" fmla="*/ 140026 h 840142"/>
                <a:gd name="connsiteX1" fmla="*/ 140026 w 1957992"/>
                <a:gd name="connsiteY1" fmla="*/ 0 h 840142"/>
                <a:gd name="connsiteX2" fmla="*/ 1817966 w 1957992"/>
                <a:gd name="connsiteY2" fmla="*/ 0 h 840142"/>
                <a:gd name="connsiteX3" fmla="*/ 1957992 w 1957992"/>
                <a:gd name="connsiteY3" fmla="*/ 140026 h 840142"/>
                <a:gd name="connsiteX4" fmla="*/ 1957992 w 1957992"/>
                <a:gd name="connsiteY4" fmla="*/ 700116 h 840142"/>
                <a:gd name="connsiteX5" fmla="*/ 1817966 w 1957992"/>
                <a:gd name="connsiteY5" fmla="*/ 840142 h 840142"/>
                <a:gd name="connsiteX6" fmla="*/ 140026 w 1957992"/>
                <a:gd name="connsiteY6" fmla="*/ 840142 h 840142"/>
                <a:gd name="connsiteX7" fmla="*/ 0 w 1957992"/>
                <a:gd name="connsiteY7" fmla="*/ 700116 h 840142"/>
                <a:gd name="connsiteX8" fmla="*/ 0 w 1957992"/>
                <a:gd name="connsiteY8" fmla="*/ 140026 h 840142"/>
                <a:gd name="connsiteX0" fmla="*/ 3635 w 1961627"/>
                <a:gd name="connsiteY0" fmla="*/ 140026 h 840142"/>
                <a:gd name="connsiteX1" fmla="*/ 143661 w 1961627"/>
                <a:gd name="connsiteY1" fmla="*/ 0 h 840142"/>
                <a:gd name="connsiteX2" fmla="*/ 1821601 w 1961627"/>
                <a:gd name="connsiteY2" fmla="*/ 0 h 840142"/>
                <a:gd name="connsiteX3" fmla="*/ 1961627 w 1961627"/>
                <a:gd name="connsiteY3" fmla="*/ 140026 h 840142"/>
                <a:gd name="connsiteX4" fmla="*/ 1961627 w 1961627"/>
                <a:gd name="connsiteY4" fmla="*/ 700116 h 840142"/>
                <a:gd name="connsiteX5" fmla="*/ 1821601 w 1961627"/>
                <a:gd name="connsiteY5" fmla="*/ 840142 h 840142"/>
                <a:gd name="connsiteX6" fmla="*/ 143661 w 1961627"/>
                <a:gd name="connsiteY6" fmla="*/ 840142 h 840142"/>
                <a:gd name="connsiteX7" fmla="*/ 3635 w 1961627"/>
                <a:gd name="connsiteY7" fmla="*/ 700116 h 840142"/>
                <a:gd name="connsiteX8" fmla="*/ 0 w 1961627"/>
                <a:gd name="connsiteY8" fmla="*/ 404242 h 840142"/>
                <a:gd name="connsiteX9" fmla="*/ 3635 w 1961627"/>
                <a:gd name="connsiteY9" fmla="*/ 140026 h 840142"/>
                <a:gd name="connsiteX0" fmla="*/ 3635 w 1961627"/>
                <a:gd name="connsiteY0" fmla="*/ 140026 h 840142"/>
                <a:gd name="connsiteX1" fmla="*/ 143661 w 1961627"/>
                <a:gd name="connsiteY1" fmla="*/ 0 h 840142"/>
                <a:gd name="connsiteX2" fmla="*/ 1821601 w 1961627"/>
                <a:gd name="connsiteY2" fmla="*/ 0 h 840142"/>
                <a:gd name="connsiteX3" fmla="*/ 1961627 w 1961627"/>
                <a:gd name="connsiteY3" fmla="*/ 140026 h 840142"/>
                <a:gd name="connsiteX4" fmla="*/ 1957389 w 1961627"/>
                <a:gd name="connsiteY4" fmla="*/ 413767 h 840142"/>
                <a:gd name="connsiteX5" fmla="*/ 1961627 w 1961627"/>
                <a:gd name="connsiteY5" fmla="*/ 700116 h 840142"/>
                <a:gd name="connsiteX6" fmla="*/ 1821601 w 1961627"/>
                <a:gd name="connsiteY6" fmla="*/ 840142 h 840142"/>
                <a:gd name="connsiteX7" fmla="*/ 143661 w 1961627"/>
                <a:gd name="connsiteY7" fmla="*/ 840142 h 840142"/>
                <a:gd name="connsiteX8" fmla="*/ 3635 w 1961627"/>
                <a:gd name="connsiteY8" fmla="*/ 700116 h 840142"/>
                <a:gd name="connsiteX9" fmla="*/ 0 w 1961627"/>
                <a:gd name="connsiteY9" fmla="*/ 404242 h 840142"/>
                <a:gd name="connsiteX10" fmla="*/ 3635 w 1961627"/>
                <a:gd name="connsiteY10" fmla="*/ 140026 h 840142"/>
                <a:gd name="connsiteX0" fmla="*/ 33765 w 1995392"/>
                <a:gd name="connsiteY0" fmla="*/ 404242 h 840142"/>
                <a:gd name="connsiteX1" fmla="*/ 177426 w 1995392"/>
                <a:gd name="connsiteY1" fmla="*/ 0 h 840142"/>
                <a:gd name="connsiteX2" fmla="*/ 1855366 w 1995392"/>
                <a:gd name="connsiteY2" fmla="*/ 0 h 840142"/>
                <a:gd name="connsiteX3" fmla="*/ 1995392 w 1995392"/>
                <a:gd name="connsiteY3" fmla="*/ 140026 h 840142"/>
                <a:gd name="connsiteX4" fmla="*/ 1991154 w 1995392"/>
                <a:gd name="connsiteY4" fmla="*/ 413767 h 840142"/>
                <a:gd name="connsiteX5" fmla="*/ 1995392 w 1995392"/>
                <a:gd name="connsiteY5" fmla="*/ 700116 h 840142"/>
                <a:gd name="connsiteX6" fmla="*/ 1855366 w 1995392"/>
                <a:gd name="connsiteY6" fmla="*/ 840142 h 840142"/>
                <a:gd name="connsiteX7" fmla="*/ 177426 w 1995392"/>
                <a:gd name="connsiteY7" fmla="*/ 840142 h 840142"/>
                <a:gd name="connsiteX8" fmla="*/ 37400 w 1995392"/>
                <a:gd name="connsiteY8" fmla="*/ 700116 h 840142"/>
                <a:gd name="connsiteX9" fmla="*/ 33765 w 1995392"/>
                <a:gd name="connsiteY9" fmla="*/ 404242 h 840142"/>
                <a:gd name="connsiteX0" fmla="*/ 0 w 1961627"/>
                <a:gd name="connsiteY0" fmla="*/ 404242 h 840142"/>
                <a:gd name="connsiteX1" fmla="*/ 1821601 w 1961627"/>
                <a:gd name="connsiteY1" fmla="*/ 0 h 840142"/>
                <a:gd name="connsiteX2" fmla="*/ 1961627 w 1961627"/>
                <a:gd name="connsiteY2" fmla="*/ 140026 h 840142"/>
                <a:gd name="connsiteX3" fmla="*/ 1957389 w 1961627"/>
                <a:gd name="connsiteY3" fmla="*/ 413767 h 840142"/>
                <a:gd name="connsiteX4" fmla="*/ 1961627 w 1961627"/>
                <a:gd name="connsiteY4" fmla="*/ 700116 h 840142"/>
                <a:gd name="connsiteX5" fmla="*/ 1821601 w 1961627"/>
                <a:gd name="connsiteY5" fmla="*/ 840142 h 840142"/>
                <a:gd name="connsiteX6" fmla="*/ 143661 w 1961627"/>
                <a:gd name="connsiteY6" fmla="*/ 840142 h 840142"/>
                <a:gd name="connsiteX7" fmla="*/ 3635 w 1961627"/>
                <a:gd name="connsiteY7" fmla="*/ 700116 h 840142"/>
                <a:gd name="connsiteX8" fmla="*/ 0 w 1961627"/>
                <a:gd name="connsiteY8" fmla="*/ 404242 h 840142"/>
                <a:gd name="connsiteX0" fmla="*/ 0 w 2004794"/>
                <a:gd name="connsiteY0" fmla="*/ 404242 h 840142"/>
                <a:gd name="connsiteX1" fmla="*/ 1821601 w 2004794"/>
                <a:gd name="connsiteY1" fmla="*/ 0 h 840142"/>
                <a:gd name="connsiteX2" fmla="*/ 1957389 w 2004794"/>
                <a:gd name="connsiteY2" fmla="*/ 413767 h 840142"/>
                <a:gd name="connsiteX3" fmla="*/ 1961627 w 2004794"/>
                <a:gd name="connsiteY3" fmla="*/ 700116 h 840142"/>
                <a:gd name="connsiteX4" fmla="*/ 1821601 w 2004794"/>
                <a:gd name="connsiteY4" fmla="*/ 840142 h 840142"/>
                <a:gd name="connsiteX5" fmla="*/ 143661 w 2004794"/>
                <a:gd name="connsiteY5" fmla="*/ 840142 h 840142"/>
                <a:gd name="connsiteX6" fmla="*/ 3635 w 2004794"/>
                <a:gd name="connsiteY6" fmla="*/ 700116 h 840142"/>
                <a:gd name="connsiteX7" fmla="*/ 0 w 2004794"/>
                <a:gd name="connsiteY7" fmla="*/ 404242 h 840142"/>
                <a:gd name="connsiteX0" fmla="*/ 0 w 1961627"/>
                <a:gd name="connsiteY0" fmla="*/ 31920 h 467820"/>
                <a:gd name="connsiteX1" fmla="*/ 1957389 w 1961627"/>
                <a:gd name="connsiteY1" fmla="*/ 41445 h 467820"/>
                <a:gd name="connsiteX2" fmla="*/ 1961627 w 1961627"/>
                <a:gd name="connsiteY2" fmla="*/ 327794 h 467820"/>
                <a:gd name="connsiteX3" fmla="*/ 1821601 w 1961627"/>
                <a:gd name="connsiteY3" fmla="*/ 467820 h 467820"/>
                <a:gd name="connsiteX4" fmla="*/ 143661 w 1961627"/>
                <a:gd name="connsiteY4" fmla="*/ 467820 h 467820"/>
                <a:gd name="connsiteX5" fmla="*/ 3635 w 1961627"/>
                <a:gd name="connsiteY5" fmla="*/ 327794 h 467820"/>
                <a:gd name="connsiteX6" fmla="*/ 0 w 1961627"/>
                <a:gd name="connsiteY6" fmla="*/ 31920 h 467820"/>
                <a:gd name="connsiteX0" fmla="*/ 0 w 1961627"/>
                <a:gd name="connsiteY0" fmla="*/ 13946 h 449846"/>
                <a:gd name="connsiteX1" fmla="*/ 1957389 w 1961627"/>
                <a:gd name="connsiteY1" fmla="*/ 23471 h 449846"/>
                <a:gd name="connsiteX2" fmla="*/ 1961627 w 1961627"/>
                <a:gd name="connsiteY2" fmla="*/ 309820 h 449846"/>
                <a:gd name="connsiteX3" fmla="*/ 1821601 w 1961627"/>
                <a:gd name="connsiteY3" fmla="*/ 449846 h 449846"/>
                <a:gd name="connsiteX4" fmla="*/ 143661 w 1961627"/>
                <a:gd name="connsiteY4" fmla="*/ 449846 h 449846"/>
                <a:gd name="connsiteX5" fmla="*/ 3635 w 1961627"/>
                <a:gd name="connsiteY5" fmla="*/ 309820 h 449846"/>
                <a:gd name="connsiteX6" fmla="*/ 0 w 1961627"/>
                <a:gd name="connsiteY6" fmla="*/ 13946 h 449846"/>
                <a:gd name="connsiteX0" fmla="*/ 0 w 1961627"/>
                <a:gd name="connsiteY0" fmla="*/ 17961 h 453861"/>
                <a:gd name="connsiteX1" fmla="*/ 1957389 w 1961627"/>
                <a:gd name="connsiteY1" fmla="*/ 27486 h 453861"/>
                <a:gd name="connsiteX2" fmla="*/ 1961627 w 1961627"/>
                <a:gd name="connsiteY2" fmla="*/ 313835 h 453861"/>
                <a:gd name="connsiteX3" fmla="*/ 1821601 w 1961627"/>
                <a:gd name="connsiteY3" fmla="*/ 453861 h 453861"/>
                <a:gd name="connsiteX4" fmla="*/ 143661 w 1961627"/>
                <a:gd name="connsiteY4" fmla="*/ 453861 h 453861"/>
                <a:gd name="connsiteX5" fmla="*/ 3635 w 1961627"/>
                <a:gd name="connsiteY5" fmla="*/ 313835 h 453861"/>
                <a:gd name="connsiteX6" fmla="*/ 0 w 1961627"/>
                <a:gd name="connsiteY6" fmla="*/ 17961 h 453861"/>
                <a:gd name="connsiteX0" fmla="*/ 0 w 1962506"/>
                <a:gd name="connsiteY0" fmla="*/ 34771 h 470671"/>
                <a:gd name="connsiteX1" fmla="*/ 1962151 w 1962506"/>
                <a:gd name="connsiteY1" fmla="*/ 20484 h 470671"/>
                <a:gd name="connsiteX2" fmla="*/ 1961627 w 1962506"/>
                <a:gd name="connsiteY2" fmla="*/ 330645 h 470671"/>
                <a:gd name="connsiteX3" fmla="*/ 1821601 w 1962506"/>
                <a:gd name="connsiteY3" fmla="*/ 470671 h 470671"/>
                <a:gd name="connsiteX4" fmla="*/ 143661 w 1962506"/>
                <a:gd name="connsiteY4" fmla="*/ 470671 h 470671"/>
                <a:gd name="connsiteX5" fmla="*/ 3635 w 1962506"/>
                <a:gd name="connsiteY5" fmla="*/ 330645 h 470671"/>
                <a:gd name="connsiteX6" fmla="*/ 0 w 1962506"/>
                <a:gd name="connsiteY6" fmla="*/ 34771 h 470671"/>
                <a:gd name="connsiteX0" fmla="*/ 0 w 1962506"/>
                <a:gd name="connsiteY0" fmla="*/ 14287 h 450187"/>
                <a:gd name="connsiteX1" fmla="*/ 1962151 w 1962506"/>
                <a:gd name="connsiteY1" fmla="*/ 0 h 450187"/>
                <a:gd name="connsiteX2" fmla="*/ 1961627 w 1962506"/>
                <a:gd name="connsiteY2" fmla="*/ 310161 h 450187"/>
                <a:gd name="connsiteX3" fmla="*/ 1821601 w 1962506"/>
                <a:gd name="connsiteY3" fmla="*/ 450187 h 450187"/>
                <a:gd name="connsiteX4" fmla="*/ 143661 w 1962506"/>
                <a:gd name="connsiteY4" fmla="*/ 450187 h 450187"/>
                <a:gd name="connsiteX5" fmla="*/ 3635 w 1962506"/>
                <a:gd name="connsiteY5" fmla="*/ 310161 h 450187"/>
                <a:gd name="connsiteX6" fmla="*/ 0 w 1962506"/>
                <a:gd name="connsiteY6" fmla="*/ 14287 h 450187"/>
                <a:gd name="connsiteX0" fmla="*/ 0 w 1962506"/>
                <a:gd name="connsiteY0" fmla="*/ 2464 h 457414"/>
                <a:gd name="connsiteX1" fmla="*/ 1962151 w 1962506"/>
                <a:gd name="connsiteY1" fmla="*/ 7227 h 457414"/>
                <a:gd name="connsiteX2" fmla="*/ 1961627 w 1962506"/>
                <a:gd name="connsiteY2" fmla="*/ 317388 h 457414"/>
                <a:gd name="connsiteX3" fmla="*/ 1821601 w 1962506"/>
                <a:gd name="connsiteY3" fmla="*/ 457414 h 457414"/>
                <a:gd name="connsiteX4" fmla="*/ 143661 w 1962506"/>
                <a:gd name="connsiteY4" fmla="*/ 457414 h 457414"/>
                <a:gd name="connsiteX5" fmla="*/ 3635 w 1962506"/>
                <a:gd name="connsiteY5" fmla="*/ 317388 h 457414"/>
                <a:gd name="connsiteX6" fmla="*/ 0 w 1962506"/>
                <a:gd name="connsiteY6" fmla="*/ 2464 h 457414"/>
                <a:gd name="connsiteX0" fmla="*/ 0 w 1967268"/>
                <a:gd name="connsiteY0" fmla="*/ 4762 h 450187"/>
                <a:gd name="connsiteX1" fmla="*/ 1966913 w 1967268"/>
                <a:gd name="connsiteY1" fmla="*/ 0 h 450187"/>
                <a:gd name="connsiteX2" fmla="*/ 1966389 w 1967268"/>
                <a:gd name="connsiteY2" fmla="*/ 310161 h 450187"/>
                <a:gd name="connsiteX3" fmla="*/ 1826363 w 1967268"/>
                <a:gd name="connsiteY3" fmla="*/ 450187 h 450187"/>
                <a:gd name="connsiteX4" fmla="*/ 148423 w 1967268"/>
                <a:gd name="connsiteY4" fmla="*/ 450187 h 450187"/>
                <a:gd name="connsiteX5" fmla="*/ 8397 w 1967268"/>
                <a:gd name="connsiteY5" fmla="*/ 310161 h 450187"/>
                <a:gd name="connsiteX6" fmla="*/ 0 w 1967268"/>
                <a:gd name="connsiteY6" fmla="*/ 4762 h 450187"/>
                <a:gd name="connsiteX0" fmla="*/ 0 w 1967268"/>
                <a:gd name="connsiteY0" fmla="*/ 6401 h 451826"/>
                <a:gd name="connsiteX1" fmla="*/ 1966913 w 1967268"/>
                <a:gd name="connsiteY1" fmla="*/ 1639 h 451826"/>
                <a:gd name="connsiteX2" fmla="*/ 1966389 w 1967268"/>
                <a:gd name="connsiteY2" fmla="*/ 311800 h 451826"/>
                <a:gd name="connsiteX3" fmla="*/ 1826363 w 1967268"/>
                <a:gd name="connsiteY3" fmla="*/ 451826 h 451826"/>
                <a:gd name="connsiteX4" fmla="*/ 148423 w 1967268"/>
                <a:gd name="connsiteY4" fmla="*/ 451826 h 451826"/>
                <a:gd name="connsiteX5" fmla="*/ 8397 w 1967268"/>
                <a:gd name="connsiteY5" fmla="*/ 311800 h 451826"/>
                <a:gd name="connsiteX6" fmla="*/ 0 w 1967268"/>
                <a:gd name="connsiteY6" fmla="*/ 6401 h 451826"/>
                <a:gd name="connsiteX0" fmla="*/ 0 w 1966913"/>
                <a:gd name="connsiteY0" fmla="*/ 6401 h 451826"/>
                <a:gd name="connsiteX1" fmla="*/ 1966913 w 1966913"/>
                <a:gd name="connsiteY1" fmla="*/ 1639 h 451826"/>
                <a:gd name="connsiteX2" fmla="*/ 1966389 w 1966913"/>
                <a:gd name="connsiteY2" fmla="*/ 311800 h 451826"/>
                <a:gd name="connsiteX3" fmla="*/ 1826363 w 1966913"/>
                <a:gd name="connsiteY3" fmla="*/ 451826 h 451826"/>
                <a:gd name="connsiteX4" fmla="*/ 148423 w 1966913"/>
                <a:gd name="connsiteY4" fmla="*/ 451826 h 451826"/>
                <a:gd name="connsiteX5" fmla="*/ 8397 w 1966913"/>
                <a:gd name="connsiteY5" fmla="*/ 311800 h 451826"/>
                <a:gd name="connsiteX6" fmla="*/ 0 w 1966913"/>
                <a:gd name="connsiteY6" fmla="*/ 6401 h 451826"/>
                <a:gd name="connsiteX0" fmla="*/ 0 w 1966913"/>
                <a:gd name="connsiteY0" fmla="*/ 4861 h 450286"/>
                <a:gd name="connsiteX1" fmla="*/ 1966913 w 1966913"/>
                <a:gd name="connsiteY1" fmla="*/ 99 h 450286"/>
                <a:gd name="connsiteX2" fmla="*/ 1966389 w 1966913"/>
                <a:gd name="connsiteY2" fmla="*/ 310260 h 450286"/>
                <a:gd name="connsiteX3" fmla="*/ 1826363 w 1966913"/>
                <a:gd name="connsiteY3" fmla="*/ 450286 h 450286"/>
                <a:gd name="connsiteX4" fmla="*/ 148423 w 1966913"/>
                <a:gd name="connsiteY4" fmla="*/ 450286 h 450286"/>
                <a:gd name="connsiteX5" fmla="*/ 8397 w 1966913"/>
                <a:gd name="connsiteY5" fmla="*/ 310260 h 450286"/>
                <a:gd name="connsiteX6" fmla="*/ 0 w 1966913"/>
                <a:gd name="connsiteY6" fmla="*/ 4861 h 450286"/>
                <a:gd name="connsiteX0" fmla="*/ 0 w 1963738"/>
                <a:gd name="connsiteY0" fmla="*/ 7806 h 450261"/>
                <a:gd name="connsiteX1" fmla="*/ 1963738 w 1963738"/>
                <a:gd name="connsiteY1" fmla="*/ 74 h 450261"/>
                <a:gd name="connsiteX2" fmla="*/ 1963214 w 1963738"/>
                <a:gd name="connsiteY2" fmla="*/ 310235 h 450261"/>
                <a:gd name="connsiteX3" fmla="*/ 1823188 w 1963738"/>
                <a:gd name="connsiteY3" fmla="*/ 450261 h 450261"/>
                <a:gd name="connsiteX4" fmla="*/ 145248 w 1963738"/>
                <a:gd name="connsiteY4" fmla="*/ 450261 h 450261"/>
                <a:gd name="connsiteX5" fmla="*/ 5222 w 1963738"/>
                <a:gd name="connsiteY5" fmla="*/ 310235 h 450261"/>
                <a:gd name="connsiteX6" fmla="*/ 0 w 1963738"/>
                <a:gd name="connsiteY6" fmla="*/ 7806 h 450261"/>
                <a:gd name="connsiteX0" fmla="*/ 0 w 1963738"/>
                <a:gd name="connsiteY0" fmla="*/ 0 h 442455"/>
                <a:gd name="connsiteX1" fmla="*/ 1963738 w 1963738"/>
                <a:gd name="connsiteY1" fmla="*/ 1178 h 442455"/>
                <a:gd name="connsiteX2" fmla="*/ 1963214 w 1963738"/>
                <a:gd name="connsiteY2" fmla="*/ 302429 h 442455"/>
                <a:gd name="connsiteX3" fmla="*/ 1823188 w 1963738"/>
                <a:gd name="connsiteY3" fmla="*/ 442455 h 442455"/>
                <a:gd name="connsiteX4" fmla="*/ 145248 w 1963738"/>
                <a:gd name="connsiteY4" fmla="*/ 442455 h 442455"/>
                <a:gd name="connsiteX5" fmla="*/ 5222 w 1963738"/>
                <a:gd name="connsiteY5" fmla="*/ 302429 h 442455"/>
                <a:gd name="connsiteX6" fmla="*/ 0 w 1963738"/>
                <a:gd name="connsiteY6" fmla="*/ 0 h 442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3738" h="442455">
                  <a:moveTo>
                    <a:pt x="0" y="0"/>
                  </a:moveTo>
                  <a:lnTo>
                    <a:pt x="1963738" y="1178"/>
                  </a:lnTo>
                  <a:cubicBezTo>
                    <a:pt x="1961976" y="494601"/>
                    <a:pt x="1961801" y="206979"/>
                    <a:pt x="1963214" y="302429"/>
                  </a:cubicBezTo>
                  <a:cubicBezTo>
                    <a:pt x="1963214" y="379763"/>
                    <a:pt x="1900522" y="442455"/>
                    <a:pt x="1823188" y="442455"/>
                  </a:cubicBezTo>
                  <a:lnTo>
                    <a:pt x="145248" y="442455"/>
                  </a:lnTo>
                  <a:cubicBezTo>
                    <a:pt x="67914" y="442455"/>
                    <a:pt x="5222" y="379763"/>
                    <a:pt x="5222" y="302429"/>
                  </a:cubicBezTo>
                  <a:cubicBezTo>
                    <a:pt x="4010" y="203804"/>
                    <a:pt x="1212" y="98625"/>
                    <a:pt x="0" y="0"/>
                  </a:cubicBezTo>
                  <a:close/>
                </a:path>
              </a:pathLst>
            </a:cu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0" name="89 CuadroTexto"/>
            <p:cNvSpPr txBox="1"/>
            <p:nvPr/>
          </p:nvSpPr>
          <p:spPr>
            <a:xfrm>
              <a:off x="4067944" y="4837746"/>
              <a:ext cx="2433511" cy="31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s-ES" dirty="0" err="1">
                  <a:solidFill>
                    <a:srgbClr val="FF0000"/>
                  </a:solidFill>
                </a:rPr>
                <a:t>executeQuery</a:t>
              </a:r>
              <a:r>
                <a:rPr lang="es-ES" dirty="0">
                  <a:solidFill>
                    <a:srgbClr val="FF0000"/>
                  </a:solidFill>
                </a:rPr>
                <a:t>()</a:t>
              </a:r>
            </a:p>
          </p:txBody>
        </p:sp>
      </p:grpSp>
      <p:grpSp>
        <p:nvGrpSpPr>
          <p:cNvPr id="13" name="12 Grupo"/>
          <p:cNvGrpSpPr/>
          <p:nvPr/>
        </p:nvGrpSpPr>
        <p:grpSpPr>
          <a:xfrm>
            <a:off x="3347864" y="5009058"/>
            <a:ext cx="3355713" cy="1205087"/>
            <a:chOff x="3347864" y="3645024"/>
            <a:chExt cx="3355713" cy="1205087"/>
          </a:xfrm>
        </p:grpSpPr>
        <p:grpSp>
          <p:nvGrpSpPr>
            <p:cNvPr id="83" name="82 Grupo"/>
            <p:cNvGrpSpPr/>
            <p:nvPr/>
          </p:nvGrpSpPr>
          <p:grpSpPr>
            <a:xfrm>
              <a:off x="3923928" y="3645024"/>
              <a:ext cx="2779649" cy="1205087"/>
              <a:chOff x="6466912" y="3190137"/>
              <a:chExt cx="1963738" cy="1205087"/>
            </a:xfrm>
          </p:grpSpPr>
          <p:grpSp>
            <p:nvGrpSpPr>
              <p:cNvPr id="85" name="84 Grupo"/>
              <p:cNvGrpSpPr/>
              <p:nvPr/>
            </p:nvGrpSpPr>
            <p:grpSpPr>
              <a:xfrm>
                <a:off x="6468375" y="3190137"/>
                <a:ext cx="1957992" cy="840142"/>
                <a:chOff x="5903640" y="1594288"/>
                <a:chExt cx="2124744" cy="679430"/>
              </a:xfrm>
            </p:grpSpPr>
            <p:sp>
              <p:nvSpPr>
                <p:cNvPr id="87" name="86 Rectángulo redondeado"/>
                <p:cNvSpPr/>
                <p:nvPr/>
              </p:nvSpPr>
              <p:spPr>
                <a:xfrm>
                  <a:off x="5903640" y="1594288"/>
                  <a:ext cx="2124744" cy="679430"/>
                </a:xfrm>
                <a:prstGeom prst="round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8" name="87 CuadroTexto"/>
                <p:cNvSpPr txBox="1"/>
                <p:nvPr/>
              </p:nvSpPr>
              <p:spPr>
                <a:xfrm>
                  <a:off x="5903640" y="1594288"/>
                  <a:ext cx="2124744" cy="5475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b="1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PreparedStatement</a:t>
                  </a:r>
                  <a:r>
                    <a:rPr lang="es-ES" dirty="0"/>
                    <a:t> </a:t>
                  </a:r>
                </a:p>
                <a:p>
                  <a:pPr algn="ctr"/>
                  <a:r>
                    <a:rPr lang="es-ES" sz="2000" b="1" dirty="0" err="1"/>
                    <a:t>pst</a:t>
                  </a:r>
                  <a:endParaRPr lang="es-ES" sz="2000" b="1" dirty="0"/>
                </a:p>
              </p:txBody>
            </p:sp>
          </p:grpSp>
          <p:sp>
            <p:nvSpPr>
              <p:cNvPr id="86" name="32 Rectángulo redondeado"/>
              <p:cNvSpPr/>
              <p:nvPr/>
            </p:nvSpPr>
            <p:spPr>
              <a:xfrm>
                <a:off x="6466912" y="3850213"/>
                <a:ext cx="1963738" cy="545011"/>
              </a:xfrm>
              <a:custGeom>
                <a:avLst/>
                <a:gdLst>
                  <a:gd name="connsiteX0" fmla="*/ 0 w 1957992"/>
                  <a:gd name="connsiteY0" fmla="*/ 140026 h 840142"/>
                  <a:gd name="connsiteX1" fmla="*/ 140026 w 1957992"/>
                  <a:gd name="connsiteY1" fmla="*/ 0 h 840142"/>
                  <a:gd name="connsiteX2" fmla="*/ 1817966 w 1957992"/>
                  <a:gd name="connsiteY2" fmla="*/ 0 h 840142"/>
                  <a:gd name="connsiteX3" fmla="*/ 1957992 w 1957992"/>
                  <a:gd name="connsiteY3" fmla="*/ 140026 h 840142"/>
                  <a:gd name="connsiteX4" fmla="*/ 1957992 w 1957992"/>
                  <a:gd name="connsiteY4" fmla="*/ 700116 h 840142"/>
                  <a:gd name="connsiteX5" fmla="*/ 1817966 w 1957992"/>
                  <a:gd name="connsiteY5" fmla="*/ 840142 h 840142"/>
                  <a:gd name="connsiteX6" fmla="*/ 140026 w 1957992"/>
                  <a:gd name="connsiteY6" fmla="*/ 840142 h 840142"/>
                  <a:gd name="connsiteX7" fmla="*/ 0 w 1957992"/>
                  <a:gd name="connsiteY7" fmla="*/ 700116 h 840142"/>
                  <a:gd name="connsiteX8" fmla="*/ 0 w 1957992"/>
                  <a:gd name="connsiteY8" fmla="*/ 140026 h 840142"/>
                  <a:gd name="connsiteX0" fmla="*/ 3635 w 1961627"/>
                  <a:gd name="connsiteY0" fmla="*/ 140026 h 840142"/>
                  <a:gd name="connsiteX1" fmla="*/ 143661 w 1961627"/>
                  <a:gd name="connsiteY1" fmla="*/ 0 h 840142"/>
                  <a:gd name="connsiteX2" fmla="*/ 1821601 w 1961627"/>
                  <a:gd name="connsiteY2" fmla="*/ 0 h 840142"/>
                  <a:gd name="connsiteX3" fmla="*/ 1961627 w 1961627"/>
                  <a:gd name="connsiteY3" fmla="*/ 140026 h 840142"/>
                  <a:gd name="connsiteX4" fmla="*/ 1961627 w 1961627"/>
                  <a:gd name="connsiteY4" fmla="*/ 700116 h 840142"/>
                  <a:gd name="connsiteX5" fmla="*/ 1821601 w 1961627"/>
                  <a:gd name="connsiteY5" fmla="*/ 840142 h 840142"/>
                  <a:gd name="connsiteX6" fmla="*/ 143661 w 1961627"/>
                  <a:gd name="connsiteY6" fmla="*/ 840142 h 840142"/>
                  <a:gd name="connsiteX7" fmla="*/ 3635 w 1961627"/>
                  <a:gd name="connsiteY7" fmla="*/ 700116 h 840142"/>
                  <a:gd name="connsiteX8" fmla="*/ 0 w 1961627"/>
                  <a:gd name="connsiteY8" fmla="*/ 404242 h 840142"/>
                  <a:gd name="connsiteX9" fmla="*/ 3635 w 1961627"/>
                  <a:gd name="connsiteY9" fmla="*/ 140026 h 840142"/>
                  <a:gd name="connsiteX0" fmla="*/ 3635 w 1961627"/>
                  <a:gd name="connsiteY0" fmla="*/ 140026 h 840142"/>
                  <a:gd name="connsiteX1" fmla="*/ 143661 w 1961627"/>
                  <a:gd name="connsiteY1" fmla="*/ 0 h 840142"/>
                  <a:gd name="connsiteX2" fmla="*/ 1821601 w 1961627"/>
                  <a:gd name="connsiteY2" fmla="*/ 0 h 840142"/>
                  <a:gd name="connsiteX3" fmla="*/ 1961627 w 1961627"/>
                  <a:gd name="connsiteY3" fmla="*/ 140026 h 840142"/>
                  <a:gd name="connsiteX4" fmla="*/ 1957389 w 1961627"/>
                  <a:gd name="connsiteY4" fmla="*/ 413767 h 840142"/>
                  <a:gd name="connsiteX5" fmla="*/ 1961627 w 1961627"/>
                  <a:gd name="connsiteY5" fmla="*/ 700116 h 840142"/>
                  <a:gd name="connsiteX6" fmla="*/ 1821601 w 1961627"/>
                  <a:gd name="connsiteY6" fmla="*/ 840142 h 840142"/>
                  <a:gd name="connsiteX7" fmla="*/ 143661 w 1961627"/>
                  <a:gd name="connsiteY7" fmla="*/ 840142 h 840142"/>
                  <a:gd name="connsiteX8" fmla="*/ 3635 w 1961627"/>
                  <a:gd name="connsiteY8" fmla="*/ 700116 h 840142"/>
                  <a:gd name="connsiteX9" fmla="*/ 0 w 1961627"/>
                  <a:gd name="connsiteY9" fmla="*/ 404242 h 840142"/>
                  <a:gd name="connsiteX10" fmla="*/ 3635 w 1961627"/>
                  <a:gd name="connsiteY10" fmla="*/ 140026 h 840142"/>
                  <a:gd name="connsiteX0" fmla="*/ 33765 w 1995392"/>
                  <a:gd name="connsiteY0" fmla="*/ 404242 h 840142"/>
                  <a:gd name="connsiteX1" fmla="*/ 177426 w 1995392"/>
                  <a:gd name="connsiteY1" fmla="*/ 0 h 840142"/>
                  <a:gd name="connsiteX2" fmla="*/ 1855366 w 1995392"/>
                  <a:gd name="connsiteY2" fmla="*/ 0 h 840142"/>
                  <a:gd name="connsiteX3" fmla="*/ 1995392 w 1995392"/>
                  <a:gd name="connsiteY3" fmla="*/ 140026 h 840142"/>
                  <a:gd name="connsiteX4" fmla="*/ 1991154 w 1995392"/>
                  <a:gd name="connsiteY4" fmla="*/ 413767 h 840142"/>
                  <a:gd name="connsiteX5" fmla="*/ 1995392 w 1995392"/>
                  <a:gd name="connsiteY5" fmla="*/ 700116 h 840142"/>
                  <a:gd name="connsiteX6" fmla="*/ 1855366 w 1995392"/>
                  <a:gd name="connsiteY6" fmla="*/ 840142 h 840142"/>
                  <a:gd name="connsiteX7" fmla="*/ 177426 w 1995392"/>
                  <a:gd name="connsiteY7" fmla="*/ 840142 h 840142"/>
                  <a:gd name="connsiteX8" fmla="*/ 37400 w 1995392"/>
                  <a:gd name="connsiteY8" fmla="*/ 700116 h 840142"/>
                  <a:gd name="connsiteX9" fmla="*/ 33765 w 1995392"/>
                  <a:gd name="connsiteY9" fmla="*/ 404242 h 840142"/>
                  <a:gd name="connsiteX0" fmla="*/ 0 w 1961627"/>
                  <a:gd name="connsiteY0" fmla="*/ 404242 h 840142"/>
                  <a:gd name="connsiteX1" fmla="*/ 1821601 w 1961627"/>
                  <a:gd name="connsiteY1" fmla="*/ 0 h 840142"/>
                  <a:gd name="connsiteX2" fmla="*/ 1961627 w 1961627"/>
                  <a:gd name="connsiteY2" fmla="*/ 140026 h 840142"/>
                  <a:gd name="connsiteX3" fmla="*/ 1957389 w 1961627"/>
                  <a:gd name="connsiteY3" fmla="*/ 413767 h 840142"/>
                  <a:gd name="connsiteX4" fmla="*/ 1961627 w 1961627"/>
                  <a:gd name="connsiteY4" fmla="*/ 700116 h 840142"/>
                  <a:gd name="connsiteX5" fmla="*/ 1821601 w 1961627"/>
                  <a:gd name="connsiteY5" fmla="*/ 840142 h 840142"/>
                  <a:gd name="connsiteX6" fmla="*/ 143661 w 1961627"/>
                  <a:gd name="connsiteY6" fmla="*/ 840142 h 840142"/>
                  <a:gd name="connsiteX7" fmla="*/ 3635 w 1961627"/>
                  <a:gd name="connsiteY7" fmla="*/ 700116 h 840142"/>
                  <a:gd name="connsiteX8" fmla="*/ 0 w 1961627"/>
                  <a:gd name="connsiteY8" fmla="*/ 404242 h 840142"/>
                  <a:gd name="connsiteX0" fmla="*/ 0 w 2004794"/>
                  <a:gd name="connsiteY0" fmla="*/ 404242 h 840142"/>
                  <a:gd name="connsiteX1" fmla="*/ 1821601 w 2004794"/>
                  <a:gd name="connsiteY1" fmla="*/ 0 h 840142"/>
                  <a:gd name="connsiteX2" fmla="*/ 1957389 w 2004794"/>
                  <a:gd name="connsiteY2" fmla="*/ 413767 h 840142"/>
                  <a:gd name="connsiteX3" fmla="*/ 1961627 w 2004794"/>
                  <a:gd name="connsiteY3" fmla="*/ 700116 h 840142"/>
                  <a:gd name="connsiteX4" fmla="*/ 1821601 w 2004794"/>
                  <a:gd name="connsiteY4" fmla="*/ 840142 h 840142"/>
                  <a:gd name="connsiteX5" fmla="*/ 143661 w 2004794"/>
                  <a:gd name="connsiteY5" fmla="*/ 840142 h 840142"/>
                  <a:gd name="connsiteX6" fmla="*/ 3635 w 2004794"/>
                  <a:gd name="connsiteY6" fmla="*/ 700116 h 840142"/>
                  <a:gd name="connsiteX7" fmla="*/ 0 w 2004794"/>
                  <a:gd name="connsiteY7" fmla="*/ 404242 h 840142"/>
                  <a:gd name="connsiteX0" fmla="*/ 0 w 1961627"/>
                  <a:gd name="connsiteY0" fmla="*/ 31920 h 467820"/>
                  <a:gd name="connsiteX1" fmla="*/ 1957389 w 1961627"/>
                  <a:gd name="connsiteY1" fmla="*/ 41445 h 467820"/>
                  <a:gd name="connsiteX2" fmla="*/ 1961627 w 1961627"/>
                  <a:gd name="connsiteY2" fmla="*/ 327794 h 467820"/>
                  <a:gd name="connsiteX3" fmla="*/ 1821601 w 1961627"/>
                  <a:gd name="connsiteY3" fmla="*/ 467820 h 467820"/>
                  <a:gd name="connsiteX4" fmla="*/ 143661 w 1961627"/>
                  <a:gd name="connsiteY4" fmla="*/ 467820 h 467820"/>
                  <a:gd name="connsiteX5" fmla="*/ 3635 w 1961627"/>
                  <a:gd name="connsiteY5" fmla="*/ 327794 h 467820"/>
                  <a:gd name="connsiteX6" fmla="*/ 0 w 1961627"/>
                  <a:gd name="connsiteY6" fmla="*/ 31920 h 467820"/>
                  <a:gd name="connsiteX0" fmla="*/ 0 w 1961627"/>
                  <a:gd name="connsiteY0" fmla="*/ 13946 h 449846"/>
                  <a:gd name="connsiteX1" fmla="*/ 1957389 w 1961627"/>
                  <a:gd name="connsiteY1" fmla="*/ 23471 h 449846"/>
                  <a:gd name="connsiteX2" fmla="*/ 1961627 w 1961627"/>
                  <a:gd name="connsiteY2" fmla="*/ 309820 h 449846"/>
                  <a:gd name="connsiteX3" fmla="*/ 1821601 w 1961627"/>
                  <a:gd name="connsiteY3" fmla="*/ 449846 h 449846"/>
                  <a:gd name="connsiteX4" fmla="*/ 143661 w 1961627"/>
                  <a:gd name="connsiteY4" fmla="*/ 449846 h 449846"/>
                  <a:gd name="connsiteX5" fmla="*/ 3635 w 1961627"/>
                  <a:gd name="connsiteY5" fmla="*/ 309820 h 449846"/>
                  <a:gd name="connsiteX6" fmla="*/ 0 w 1961627"/>
                  <a:gd name="connsiteY6" fmla="*/ 13946 h 449846"/>
                  <a:gd name="connsiteX0" fmla="*/ 0 w 1961627"/>
                  <a:gd name="connsiteY0" fmla="*/ 17961 h 453861"/>
                  <a:gd name="connsiteX1" fmla="*/ 1957389 w 1961627"/>
                  <a:gd name="connsiteY1" fmla="*/ 27486 h 453861"/>
                  <a:gd name="connsiteX2" fmla="*/ 1961627 w 1961627"/>
                  <a:gd name="connsiteY2" fmla="*/ 313835 h 453861"/>
                  <a:gd name="connsiteX3" fmla="*/ 1821601 w 1961627"/>
                  <a:gd name="connsiteY3" fmla="*/ 453861 h 453861"/>
                  <a:gd name="connsiteX4" fmla="*/ 143661 w 1961627"/>
                  <a:gd name="connsiteY4" fmla="*/ 453861 h 453861"/>
                  <a:gd name="connsiteX5" fmla="*/ 3635 w 1961627"/>
                  <a:gd name="connsiteY5" fmla="*/ 313835 h 453861"/>
                  <a:gd name="connsiteX6" fmla="*/ 0 w 1961627"/>
                  <a:gd name="connsiteY6" fmla="*/ 17961 h 453861"/>
                  <a:gd name="connsiteX0" fmla="*/ 0 w 1962506"/>
                  <a:gd name="connsiteY0" fmla="*/ 34771 h 470671"/>
                  <a:gd name="connsiteX1" fmla="*/ 1962151 w 1962506"/>
                  <a:gd name="connsiteY1" fmla="*/ 20484 h 470671"/>
                  <a:gd name="connsiteX2" fmla="*/ 1961627 w 1962506"/>
                  <a:gd name="connsiteY2" fmla="*/ 330645 h 470671"/>
                  <a:gd name="connsiteX3" fmla="*/ 1821601 w 1962506"/>
                  <a:gd name="connsiteY3" fmla="*/ 470671 h 470671"/>
                  <a:gd name="connsiteX4" fmla="*/ 143661 w 1962506"/>
                  <a:gd name="connsiteY4" fmla="*/ 470671 h 470671"/>
                  <a:gd name="connsiteX5" fmla="*/ 3635 w 1962506"/>
                  <a:gd name="connsiteY5" fmla="*/ 330645 h 470671"/>
                  <a:gd name="connsiteX6" fmla="*/ 0 w 1962506"/>
                  <a:gd name="connsiteY6" fmla="*/ 34771 h 470671"/>
                  <a:gd name="connsiteX0" fmla="*/ 0 w 1962506"/>
                  <a:gd name="connsiteY0" fmla="*/ 14287 h 450187"/>
                  <a:gd name="connsiteX1" fmla="*/ 1962151 w 1962506"/>
                  <a:gd name="connsiteY1" fmla="*/ 0 h 450187"/>
                  <a:gd name="connsiteX2" fmla="*/ 1961627 w 1962506"/>
                  <a:gd name="connsiteY2" fmla="*/ 310161 h 450187"/>
                  <a:gd name="connsiteX3" fmla="*/ 1821601 w 1962506"/>
                  <a:gd name="connsiteY3" fmla="*/ 450187 h 450187"/>
                  <a:gd name="connsiteX4" fmla="*/ 143661 w 1962506"/>
                  <a:gd name="connsiteY4" fmla="*/ 450187 h 450187"/>
                  <a:gd name="connsiteX5" fmla="*/ 3635 w 1962506"/>
                  <a:gd name="connsiteY5" fmla="*/ 310161 h 450187"/>
                  <a:gd name="connsiteX6" fmla="*/ 0 w 1962506"/>
                  <a:gd name="connsiteY6" fmla="*/ 14287 h 450187"/>
                  <a:gd name="connsiteX0" fmla="*/ 0 w 1962506"/>
                  <a:gd name="connsiteY0" fmla="*/ 2464 h 457414"/>
                  <a:gd name="connsiteX1" fmla="*/ 1962151 w 1962506"/>
                  <a:gd name="connsiteY1" fmla="*/ 7227 h 457414"/>
                  <a:gd name="connsiteX2" fmla="*/ 1961627 w 1962506"/>
                  <a:gd name="connsiteY2" fmla="*/ 317388 h 457414"/>
                  <a:gd name="connsiteX3" fmla="*/ 1821601 w 1962506"/>
                  <a:gd name="connsiteY3" fmla="*/ 457414 h 457414"/>
                  <a:gd name="connsiteX4" fmla="*/ 143661 w 1962506"/>
                  <a:gd name="connsiteY4" fmla="*/ 457414 h 457414"/>
                  <a:gd name="connsiteX5" fmla="*/ 3635 w 1962506"/>
                  <a:gd name="connsiteY5" fmla="*/ 317388 h 457414"/>
                  <a:gd name="connsiteX6" fmla="*/ 0 w 1962506"/>
                  <a:gd name="connsiteY6" fmla="*/ 2464 h 457414"/>
                  <a:gd name="connsiteX0" fmla="*/ 0 w 1967268"/>
                  <a:gd name="connsiteY0" fmla="*/ 4762 h 450187"/>
                  <a:gd name="connsiteX1" fmla="*/ 1966913 w 1967268"/>
                  <a:gd name="connsiteY1" fmla="*/ 0 h 450187"/>
                  <a:gd name="connsiteX2" fmla="*/ 1966389 w 1967268"/>
                  <a:gd name="connsiteY2" fmla="*/ 310161 h 450187"/>
                  <a:gd name="connsiteX3" fmla="*/ 1826363 w 1967268"/>
                  <a:gd name="connsiteY3" fmla="*/ 450187 h 450187"/>
                  <a:gd name="connsiteX4" fmla="*/ 148423 w 1967268"/>
                  <a:gd name="connsiteY4" fmla="*/ 450187 h 450187"/>
                  <a:gd name="connsiteX5" fmla="*/ 8397 w 1967268"/>
                  <a:gd name="connsiteY5" fmla="*/ 310161 h 450187"/>
                  <a:gd name="connsiteX6" fmla="*/ 0 w 1967268"/>
                  <a:gd name="connsiteY6" fmla="*/ 4762 h 450187"/>
                  <a:gd name="connsiteX0" fmla="*/ 0 w 1967268"/>
                  <a:gd name="connsiteY0" fmla="*/ 6401 h 451826"/>
                  <a:gd name="connsiteX1" fmla="*/ 1966913 w 1967268"/>
                  <a:gd name="connsiteY1" fmla="*/ 1639 h 451826"/>
                  <a:gd name="connsiteX2" fmla="*/ 1966389 w 1967268"/>
                  <a:gd name="connsiteY2" fmla="*/ 311800 h 451826"/>
                  <a:gd name="connsiteX3" fmla="*/ 1826363 w 1967268"/>
                  <a:gd name="connsiteY3" fmla="*/ 451826 h 451826"/>
                  <a:gd name="connsiteX4" fmla="*/ 148423 w 1967268"/>
                  <a:gd name="connsiteY4" fmla="*/ 451826 h 451826"/>
                  <a:gd name="connsiteX5" fmla="*/ 8397 w 1967268"/>
                  <a:gd name="connsiteY5" fmla="*/ 311800 h 451826"/>
                  <a:gd name="connsiteX6" fmla="*/ 0 w 1967268"/>
                  <a:gd name="connsiteY6" fmla="*/ 6401 h 451826"/>
                  <a:gd name="connsiteX0" fmla="*/ 0 w 1966913"/>
                  <a:gd name="connsiteY0" fmla="*/ 6401 h 451826"/>
                  <a:gd name="connsiteX1" fmla="*/ 1966913 w 1966913"/>
                  <a:gd name="connsiteY1" fmla="*/ 1639 h 451826"/>
                  <a:gd name="connsiteX2" fmla="*/ 1966389 w 1966913"/>
                  <a:gd name="connsiteY2" fmla="*/ 311800 h 451826"/>
                  <a:gd name="connsiteX3" fmla="*/ 1826363 w 1966913"/>
                  <a:gd name="connsiteY3" fmla="*/ 451826 h 451826"/>
                  <a:gd name="connsiteX4" fmla="*/ 148423 w 1966913"/>
                  <a:gd name="connsiteY4" fmla="*/ 451826 h 451826"/>
                  <a:gd name="connsiteX5" fmla="*/ 8397 w 1966913"/>
                  <a:gd name="connsiteY5" fmla="*/ 311800 h 451826"/>
                  <a:gd name="connsiteX6" fmla="*/ 0 w 1966913"/>
                  <a:gd name="connsiteY6" fmla="*/ 6401 h 451826"/>
                  <a:gd name="connsiteX0" fmla="*/ 0 w 1966913"/>
                  <a:gd name="connsiteY0" fmla="*/ 4861 h 450286"/>
                  <a:gd name="connsiteX1" fmla="*/ 1966913 w 1966913"/>
                  <a:gd name="connsiteY1" fmla="*/ 99 h 450286"/>
                  <a:gd name="connsiteX2" fmla="*/ 1966389 w 1966913"/>
                  <a:gd name="connsiteY2" fmla="*/ 310260 h 450286"/>
                  <a:gd name="connsiteX3" fmla="*/ 1826363 w 1966913"/>
                  <a:gd name="connsiteY3" fmla="*/ 450286 h 450286"/>
                  <a:gd name="connsiteX4" fmla="*/ 148423 w 1966913"/>
                  <a:gd name="connsiteY4" fmla="*/ 450286 h 450286"/>
                  <a:gd name="connsiteX5" fmla="*/ 8397 w 1966913"/>
                  <a:gd name="connsiteY5" fmla="*/ 310260 h 450286"/>
                  <a:gd name="connsiteX6" fmla="*/ 0 w 1966913"/>
                  <a:gd name="connsiteY6" fmla="*/ 4861 h 450286"/>
                  <a:gd name="connsiteX0" fmla="*/ 0 w 1963738"/>
                  <a:gd name="connsiteY0" fmla="*/ 7806 h 450261"/>
                  <a:gd name="connsiteX1" fmla="*/ 1963738 w 1963738"/>
                  <a:gd name="connsiteY1" fmla="*/ 74 h 450261"/>
                  <a:gd name="connsiteX2" fmla="*/ 1963214 w 1963738"/>
                  <a:gd name="connsiteY2" fmla="*/ 310235 h 450261"/>
                  <a:gd name="connsiteX3" fmla="*/ 1823188 w 1963738"/>
                  <a:gd name="connsiteY3" fmla="*/ 450261 h 450261"/>
                  <a:gd name="connsiteX4" fmla="*/ 145248 w 1963738"/>
                  <a:gd name="connsiteY4" fmla="*/ 450261 h 450261"/>
                  <a:gd name="connsiteX5" fmla="*/ 5222 w 1963738"/>
                  <a:gd name="connsiteY5" fmla="*/ 310235 h 450261"/>
                  <a:gd name="connsiteX6" fmla="*/ 0 w 1963738"/>
                  <a:gd name="connsiteY6" fmla="*/ 7806 h 450261"/>
                  <a:gd name="connsiteX0" fmla="*/ 0 w 1963738"/>
                  <a:gd name="connsiteY0" fmla="*/ 0 h 442455"/>
                  <a:gd name="connsiteX1" fmla="*/ 1963738 w 1963738"/>
                  <a:gd name="connsiteY1" fmla="*/ 1178 h 442455"/>
                  <a:gd name="connsiteX2" fmla="*/ 1963214 w 1963738"/>
                  <a:gd name="connsiteY2" fmla="*/ 302429 h 442455"/>
                  <a:gd name="connsiteX3" fmla="*/ 1823188 w 1963738"/>
                  <a:gd name="connsiteY3" fmla="*/ 442455 h 442455"/>
                  <a:gd name="connsiteX4" fmla="*/ 145248 w 1963738"/>
                  <a:gd name="connsiteY4" fmla="*/ 442455 h 442455"/>
                  <a:gd name="connsiteX5" fmla="*/ 5222 w 1963738"/>
                  <a:gd name="connsiteY5" fmla="*/ 302429 h 442455"/>
                  <a:gd name="connsiteX6" fmla="*/ 0 w 1963738"/>
                  <a:gd name="connsiteY6" fmla="*/ 0 h 442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63738" h="442455">
                    <a:moveTo>
                      <a:pt x="0" y="0"/>
                    </a:moveTo>
                    <a:lnTo>
                      <a:pt x="1963738" y="1178"/>
                    </a:lnTo>
                    <a:cubicBezTo>
                      <a:pt x="1961976" y="494601"/>
                      <a:pt x="1961801" y="206979"/>
                      <a:pt x="1963214" y="302429"/>
                    </a:cubicBezTo>
                    <a:cubicBezTo>
                      <a:pt x="1963214" y="379763"/>
                      <a:pt x="1900522" y="442455"/>
                      <a:pt x="1823188" y="442455"/>
                    </a:cubicBezTo>
                    <a:lnTo>
                      <a:pt x="145248" y="442455"/>
                    </a:lnTo>
                    <a:cubicBezTo>
                      <a:pt x="67914" y="442455"/>
                      <a:pt x="5222" y="379763"/>
                      <a:pt x="5222" y="302429"/>
                    </a:cubicBezTo>
                    <a:cubicBezTo>
                      <a:pt x="4010" y="203804"/>
                      <a:pt x="1212" y="98625"/>
                      <a:pt x="0" y="0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50" name="49 Flecha derecha"/>
            <p:cNvSpPr/>
            <p:nvPr/>
          </p:nvSpPr>
          <p:spPr>
            <a:xfrm>
              <a:off x="3347864" y="4108296"/>
              <a:ext cx="473090" cy="25183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1" name="10 Grupo"/>
          <p:cNvGrpSpPr/>
          <p:nvPr/>
        </p:nvGrpSpPr>
        <p:grpSpPr>
          <a:xfrm>
            <a:off x="2572018" y="2046409"/>
            <a:ext cx="4140087" cy="1166567"/>
            <a:chOff x="2572018" y="1902394"/>
            <a:chExt cx="4140087" cy="1166567"/>
          </a:xfrm>
        </p:grpSpPr>
        <p:grpSp>
          <p:nvGrpSpPr>
            <p:cNvPr id="19" name="18 Grupo"/>
            <p:cNvGrpSpPr/>
            <p:nvPr/>
          </p:nvGrpSpPr>
          <p:grpSpPr>
            <a:xfrm>
              <a:off x="3090925" y="1902394"/>
              <a:ext cx="3621180" cy="1166567"/>
              <a:chOff x="6466912" y="3190137"/>
              <a:chExt cx="1963738" cy="1166567"/>
            </a:xfrm>
          </p:grpSpPr>
          <p:grpSp>
            <p:nvGrpSpPr>
              <p:cNvPr id="12" name="11 Grupo"/>
              <p:cNvGrpSpPr/>
              <p:nvPr/>
            </p:nvGrpSpPr>
            <p:grpSpPr>
              <a:xfrm>
                <a:off x="6468375" y="3190137"/>
                <a:ext cx="1957992" cy="840142"/>
                <a:chOff x="5903640" y="1594288"/>
                <a:chExt cx="2124744" cy="679430"/>
              </a:xfrm>
            </p:grpSpPr>
            <p:sp>
              <p:nvSpPr>
                <p:cNvPr id="9" name="8 Rectángulo redondeado"/>
                <p:cNvSpPr/>
                <p:nvPr/>
              </p:nvSpPr>
              <p:spPr>
                <a:xfrm>
                  <a:off x="5903640" y="1594288"/>
                  <a:ext cx="2124744" cy="679430"/>
                </a:xfrm>
                <a:prstGeom prst="round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" name="9 CuadroTexto"/>
                <p:cNvSpPr txBox="1"/>
                <p:nvPr/>
              </p:nvSpPr>
              <p:spPr>
                <a:xfrm>
                  <a:off x="5903640" y="1594288"/>
                  <a:ext cx="2124744" cy="5475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b="1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Statement</a:t>
                  </a:r>
                  <a:r>
                    <a:rPr lang="es-ES" dirty="0"/>
                    <a:t> </a:t>
                  </a:r>
                </a:p>
                <a:p>
                  <a:pPr algn="ctr"/>
                  <a:r>
                    <a:rPr lang="es-ES" sz="2000" b="1" dirty="0"/>
                    <a:t>sentencia</a:t>
                  </a:r>
                </a:p>
              </p:txBody>
            </p:sp>
          </p:grpSp>
          <p:sp>
            <p:nvSpPr>
              <p:cNvPr id="35" name="32 Rectángulo redondeado"/>
              <p:cNvSpPr/>
              <p:nvPr/>
            </p:nvSpPr>
            <p:spPr>
              <a:xfrm>
                <a:off x="6466912" y="3850214"/>
                <a:ext cx="1963738" cy="506490"/>
              </a:xfrm>
              <a:custGeom>
                <a:avLst/>
                <a:gdLst>
                  <a:gd name="connsiteX0" fmla="*/ 0 w 1957992"/>
                  <a:gd name="connsiteY0" fmla="*/ 140026 h 840142"/>
                  <a:gd name="connsiteX1" fmla="*/ 140026 w 1957992"/>
                  <a:gd name="connsiteY1" fmla="*/ 0 h 840142"/>
                  <a:gd name="connsiteX2" fmla="*/ 1817966 w 1957992"/>
                  <a:gd name="connsiteY2" fmla="*/ 0 h 840142"/>
                  <a:gd name="connsiteX3" fmla="*/ 1957992 w 1957992"/>
                  <a:gd name="connsiteY3" fmla="*/ 140026 h 840142"/>
                  <a:gd name="connsiteX4" fmla="*/ 1957992 w 1957992"/>
                  <a:gd name="connsiteY4" fmla="*/ 700116 h 840142"/>
                  <a:gd name="connsiteX5" fmla="*/ 1817966 w 1957992"/>
                  <a:gd name="connsiteY5" fmla="*/ 840142 h 840142"/>
                  <a:gd name="connsiteX6" fmla="*/ 140026 w 1957992"/>
                  <a:gd name="connsiteY6" fmla="*/ 840142 h 840142"/>
                  <a:gd name="connsiteX7" fmla="*/ 0 w 1957992"/>
                  <a:gd name="connsiteY7" fmla="*/ 700116 h 840142"/>
                  <a:gd name="connsiteX8" fmla="*/ 0 w 1957992"/>
                  <a:gd name="connsiteY8" fmla="*/ 140026 h 840142"/>
                  <a:gd name="connsiteX0" fmla="*/ 3635 w 1961627"/>
                  <a:gd name="connsiteY0" fmla="*/ 140026 h 840142"/>
                  <a:gd name="connsiteX1" fmla="*/ 143661 w 1961627"/>
                  <a:gd name="connsiteY1" fmla="*/ 0 h 840142"/>
                  <a:gd name="connsiteX2" fmla="*/ 1821601 w 1961627"/>
                  <a:gd name="connsiteY2" fmla="*/ 0 h 840142"/>
                  <a:gd name="connsiteX3" fmla="*/ 1961627 w 1961627"/>
                  <a:gd name="connsiteY3" fmla="*/ 140026 h 840142"/>
                  <a:gd name="connsiteX4" fmla="*/ 1961627 w 1961627"/>
                  <a:gd name="connsiteY4" fmla="*/ 700116 h 840142"/>
                  <a:gd name="connsiteX5" fmla="*/ 1821601 w 1961627"/>
                  <a:gd name="connsiteY5" fmla="*/ 840142 h 840142"/>
                  <a:gd name="connsiteX6" fmla="*/ 143661 w 1961627"/>
                  <a:gd name="connsiteY6" fmla="*/ 840142 h 840142"/>
                  <a:gd name="connsiteX7" fmla="*/ 3635 w 1961627"/>
                  <a:gd name="connsiteY7" fmla="*/ 700116 h 840142"/>
                  <a:gd name="connsiteX8" fmla="*/ 0 w 1961627"/>
                  <a:gd name="connsiteY8" fmla="*/ 404242 h 840142"/>
                  <a:gd name="connsiteX9" fmla="*/ 3635 w 1961627"/>
                  <a:gd name="connsiteY9" fmla="*/ 140026 h 840142"/>
                  <a:gd name="connsiteX0" fmla="*/ 3635 w 1961627"/>
                  <a:gd name="connsiteY0" fmla="*/ 140026 h 840142"/>
                  <a:gd name="connsiteX1" fmla="*/ 143661 w 1961627"/>
                  <a:gd name="connsiteY1" fmla="*/ 0 h 840142"/>
                  <a:gd name="connsiteX2" fmla="*/ 1821601 w 1961627"/>
                  <a:gd name="connsiteY2" fmla="*/ 0 h 840142"/>
                  <a:gd name="connsiteX3" fmla="*/ 1961627 w 1961627"/>
                  <a:gd name="connsiteY3" fmla="*/ 140026 h 840142"/>
                  <a:gd name="connsiteX4" fmla="*/ 1957389 w 1961627"/>
                  <a:gd name="connsiteY4" fmla="*/ 413767 h 840142"/>
                  <a:gd name="connsiteX5" fmla="*/ 1961627 w 1961627"/>
                  <a:gd name="connsiteY5" fmla="*/ 700116 h 840142"/>
                  <a:gd name="connsiteX6" fmla="*/ 1821601 w 1961627"/>
                  <a:gd name="connsiteY6" fmla="*/ 840142 h 840142"/>
                  <a:gd name="connsiteX7" fmla="*/ 143661 w 1961627"/>
                  <a:gd name="connsiteY7" fmla="*/ 840142 h 840142"/>
                  <a:gd name="connsiteX8" fmla="*/ 3635 w 1961627"/>
                  <a:gd name="connsiteY8" fmla="*/ 700116 h 840142"/>
                  <a:gd name="connsiteX9" fmla="*/ 0 w 1961627"/>
                  <a:gd name="connsiteY9" fmla="*/ 404242 h 840142"/>
                  <a:gd name="connsiteX10" fmla="*/ 3635 w 1961627"/>
                  <a:gd name="connsiteY10" fmla="*/ 140026 h 840142"/>
                  <a:gd name="connsiteX0" fmla="*/ 33765 w 1995392"/>
                  <a:gd name="connsiteY0" fmla="*/ 404242 h 840142"/>
                  <a:gd name="connsiteX1" fmla="*/ 177426 w 1995392"/>
                  <a:gd name="connsiteY1" fmla="*/ 0 h 840142"/>
                  <a:gd name="connsiteX2" fmla="*/ 1855366 w 1995392"/>
                  <a:gd name="connsiteY2" fmla="*/ 0 h 840142"/>
                  <a:gd name="connsiteX3" fmla="*/ 1995392 w 1995392"/>
                  <a:gd name="connsiteY3" fmla="*/ 140026 h 840142"/>
                  <a:gd name="connsiteX4" fmla="*/ 1991154 w 1995392"/>
                  <a:gd name="connsiteY4" fmla="*/ 413767 h 840142"/>
                  <a:gd name="connsiteX5" fmla="*/ 1995392 w 1995392"/>
                  <a:gd name="connsiteY5" fmla="*/ 700116 h 840142"/>
                  <a:gd name="connsiteX6" fmla="*/ 1855366 w 1995392"/>
                  <a:gd name="connsiteY6" fmla="*/ 840142 h 840142"/>
                  <a:gd name="connsiteX7" fmla="*/ 177426 w 1995392"/>
                  <a:gd name="connsiteY7" fmla="*/ 840142 h 840142"/>
                  <a:gd name="connsiteX8" fmla="*/ 37400 w 1995392"/>
                  <a:gd name="connsiteY8" fmla="*/ 700116 h 840142"/>
                  <a:gd name="connsiteX9" fmla="*/ 33765 w 1995392"/>
                  <a:gd name="connsiteY9" fmla="*/ 404242 h 840142"/>
                  <a:gd name="connsiteX0" fmla="*/ 0 w 1961627"/>
                  <a:gd name="connsiteY0" fmla="*/ 404242 h 840142"/>
                  <a:gd name="connsiteX1" fmla="*/ 1821601 w 1961627"/>
                  <a:gd name="connsiteY1" fmla="*/ 0 h 840142"/>
                  <a:gd name="connsiteX2" fmla="*/ 1961627 w 1961627"/>
                  <a:gd name="connsiteY2" fmla="*/ 140026 h 840142"/>
                  <a:gd name="connsiteX3" fmla="*/ 1957389 w 1961627"/>
                  <a:gd name="connsiteY3" fmla="*/ 413767 h 840142"/>
                  <a:gd name="connsiteX4" fmla="*/ 1961627 w 1961627"/>
                  <a:gd name="connsiteY4" fmla="*/ 700116 h 840142"/>
                  <a:gd name="connsiteX5" fmla="*/ 1821601 w 1961627"/>
                  <a:gd name="connsiteY5" fmla="*/ 840142 h 840142"/>
                  <a:gd name="connsiteX6" fmla="*/ 143661 w 1961627"/>
                  <a:gd name="connsiteY6" fmla="*/ 840142 h 840142"/>
                  <a:gd name="connsiteX7" fmla="*/ 3635 w 1961627"/>
                  <a:gd name="connsiteY7" fmla="*/ 700116 h 840142"/>
                  <a:gd name="connsiteX8" fmla="*/ 0 w 1961627"/>
                  <a:gd name="connsiteY8" fmla="*/ 404242 h 840142"/>
                  <a:gd name="connsiteX0" fmla="*/ 0 w 2004794"/>
                  <a:gd name="connsiteY0" fmla="*/ 404242 h 840142"/>
                  <a:gd name="connsiteX1" fmla="*/ 1821601 w 2004794"/>
                  <a:gd name="connsiteY1" fmla="*/ 0 h 840142"/>
                  <a:gd name="connsiteX2" fmla="*/ 1957389 w 2004794"/>
                  <a:gd name="connsiteY2" fmla="*/ 413767 h 840142"/>
                  <a:gd name="connsiteX3" fmla="*/ 1961627 w 2004794"/>
                  <a:gd name="connsiteY3" fmla="*/ 700116 h 840142"/>
                  <a:gd name="connsiteX4" fmla="*/ 1821601 w 2004794"/>
                  <a:gd name="connsiteY4" fmla="*/ 840142 h 840142"/>
                  <a:gd name="connsiteX5" fmla="*/ 143661 w 2004794"/>
                  <a:gd name="connsiteY5" fmla="*/ 840142 h 840142"/>
                  <a:gd name="connsiteX6" fmla="*/ 3635 w 2004794"/>
                  <a:gd name="connsiteY6" fmla="*/ 700116 h 840142"/>
                  <a:gd name="connsiteX7" fmla="*/ 0 w 2004794"/>
                  <a:gd name="connsiteY7" fmla="*/ 404242 h 840142"/>
                  <a:gd name="connsiteX0" fmla="*/ 0 w 1961627"/>
                  <a:gd name="connsiteY0" fmla="*/ 31920 h 467820"/>
                  <a:gd name="connsiteX1" fmla="*/ 1957389 w 1961627"/>
                  <a:gd name="connsiteY1" fmla="*/ 41445 h 467820"/>
                  <a:gd name="connsiteX2" fmla="*/ 1961627 w 1961627"/>
                  <a:gd name="connsiteY2" fmla="*/ 327794 h 467820"/>
                  <a:gd name="connsiteX3" fmla="*/ 1821601 w 1961627"/>
                  <a:gd name="connsiteY3" fmla="*/ 467820 h 467820"/>
                  <a:gd name="connsiteX4" fmla="*/ 143661 w 1961627"/>
                  <a:gd name="connsiteY4" fmla="*/ 467820 h 467820"/>
                  <a:gd name="connsiteX5" fmla="*/ 3635 w 1961627"/>
                  <a:gd name="connsiteY5" fmla="*/ 327794 h 467820"/>
                  <a:gd name="connsiteX6" fmla="*/ 0 w 1961627"/>
                  <a:gd name="connsiteY6" fmla="*/ 31920 h 467820"/>
                  <a:gd name="connsiteX0" fmla="*/ 0 w 1961627"/>
                  <a:gd name="connsiteY0" fmla="*/ 13946 h 449846"/>
                  <a:gd name="connsiteX1" fmla="*/ 1957389 w 1961627"/>
                  <a:gd name="connsiteY1" fmla="*/ 23471 h 449846"/>
                  <a:gd name="connsiteX2" fmla="*/ 1961627 w 1961627"/>
                  <a:gd name="connsiteY2" fmla="*/ 309820 h 449846"/>
                  <a:gd name="connsiteX3" fmla="*/ 1821601 w 1961627"/>
                  <a:gd name="connsiteY3" fmla="*/ 449846 h 449846"/>
                  <a:gd name="connsiteX4" fmla="*/ 143661 w 1961627"/>
                  <a:gd name="connsiteY4" fmla="*/ 449846 h 449846"/>
                  <a:gd name="connsiteX5" fmla="*/ 3635 w 1961627"/>
                  <a:gd name="connsiteY5" fmla="*/ 309820 h 449846"/>
                  <a:gd name="connsiteX6" fmla="*/ 0 w 1961627"/>
                  <a:gd name="connsiteY6" fmla="*/ 13946 h 449846"/>
                  <a:gd name="connsiteX0" fmla="*/ 0 w 1961627"/>
                  <a:gd name="connsiteY0" fmla="*/ 17961 h 453861"/>
                  <a:gd name="connsiteX1" fmla="*/ 1957389 w 1961627"/>
                  <a:gd name="connsiteY1" fmla="*/ 27486 h 453861"/>
                  <a:gd name="connsiteX2" fmla="*/ 1961627 w 1961627"/>
                  <a:gd name="connsiteY2" fmla="*/ 313835 h 453861"/>
                  <a:gd name="connsiteX3" fmla="*/ 1821601 w 1961627"/>
                  <a:gd name="connsiteY3" fmla="*/ 453861 h 453861"/>
                  <a:gd name="connsiteX4" fmla="*/ 143661 w 1961627"/>
                  <a:gd name="connsiteY4" fmla="*/ 453861 h 453861"/>
                  <a:gd name="connsiteX5" fmla="*/ 3635 w 1961627"/>
                  <a:gd name="connsiteY5" fmla="*/ 313835 h 453861"/>
                  <a:gd name="connsiteX6" fmla="*/ 0 w 1961627"/>
                  <a:gd name="connsiteY6" fmla="*/ 17961 h 453861"/>
                  <a:gd name="connsiteX0" fmla="*/ 0 w 1962506"/>
                  <a:gd name="connsiteY0" fmla="*/ 34771 h 470671"/>
                  <a:gd name="connsiteX1" fmla="*/ 1962151 w 1962506"/>
                  <a:gd name="connsiteY1" fmla="*/ 20484 h 470671"/>
                  <a:gd name="connsiteX2" fmla="*/ 1961627 w 1962506"/>
                  <a:gd name="connsiteY2" fmla="*/ 330645 h 470671"/>
                  <a:gd name="connsiteX3" fmla="*/ 1821601 w 1962506"/>
                  <a:gd name="connsiteY3" fmla="*/ 470671 h 470671"/>
                  <a:gd name="connsiteX4" fmla="*/ 143661 w 1962506"/>
                  <a:gd name="connsiteY4" fmla="*/ 470671 h 470671"/>
                  <a:gd name="connsiteX5" fmla="*/ 3635 w 1962506"/>
                  <a:gd name="connsiteY5" fmla="*/ 330645 h 470671"/>
                  <a:gd name="connsiteX6" fmla="*/ 0 w 1962506"/>
                  <a:gd name="connsiteY6" fmla="*/ 34771 h 470671"/>
                  <a:gd name="connsiteX0" fmla="*/ 0 w 1962506"/>
                  <a:gd name="connsiteY0" fmla="*/ 14287 h 450187"/>
                  <a:gd name="connsiteX1" fmla="*/ 1962151 w 1962506"/>
                  <a:gd name="connsiteY1" fmla="*/ 0 h 450187"/>
                  <a:gd name="connsiteX2" fmla="*/ 1961627 w 1962506"/>
                  <a:gd name="connsiteY2" fmla="*/ 310161 h 450187"/>
                  <a:gd name="connsiteX3" fmla="*/ 1821601 w 1962506"/>
                  <a:gd name="connsiteY3" fmla="*/ 450187 h 450187"/>
                  <a:gd name="connsiteX4" fmla="*/ 143661 w 1962506"/>
                  <a:gd name="connsiteY4" fmla="*/ 450187 h 450187"/>
                  <a:gd name="connsiteX5" fmla="*/ 3635 w 1962506"/>
                  <a:gd name="connsiteY5" fmla="*/ 310161 h 450187"/>
                  <a:gd name="connsiteX6" fmla="*/ 0 w 1962506"/>
                  <a:gd name="connsiteY6" fmla="*/ 14287 h 450187"/>
                  <a:gd name="connsiteX0" fmla="*/ 0 w 1962506"/>
                  <a:gd name="connsiteY0" fmla="*/ 2464 h 457414"/>
                  <a:gd name="connsiteX1" fmla="*/ 1962151 w 1962506"/>
                  <a:gd name="connsiteY1" fmla="*/ 7227 h 457414"/>
                  <a:gd name="connsiteX2" fmla="*/ 1961627 w 1962506"/>
                  <a:gd name="connsiteY2" fmla="*/ 317388 h 457414"/>
                  <a:gd name="connsiteX3" fmla="*/ 1821601 w 1962506"/>
                  <a:gd name="connsiteY3" fmla="*/ 457414 h 457414"/>
                  <a:gd name="connsiteX4" fmla="*/ 143661 w 1962506"/>
                  <a:gd name="connsiteY4" fmla="*/ 457414 h 457414"/>
                  <a:gd name="connsiteX5" fmla="*/ 3635 w 1962506"/>
                  <a:gd name="connsiteY5" fmla="*/ 317388 h 457414"/>
                  <a:gd name="connsiteX6" fmla="*/ 0 w 1962506"/>
                  <a:gd name="connsiteY6" fmla="*/ 2464 h 457414"/>
                  <a:gd name="connsiteX0" fmla="*/ 0 w 1967268"/>
                  <a:gd name="connsiteY0" fmla="*/ 4762 h 450187"/>
                  <a:gd name="connsiteX1" fmla="*/ 1966913 w 1967268"/>
                  <a:gd name="connsiteY1" fmla="*/ 0 h 450187"/>
                  <a:gd name="connsiteX2" fmla="*/ 1966389 w 1967268"/>
                  <a:gd name="connsiteY2" fmla="*/ 310161 h 450187"/>
                  <a:gd name="connsiteX3" fmla="*/ 1826363 w 1967268"/>
                  <a:gd name="connsiteY3" fmla="*/ 450187 h 450187"/>
                  <a:gd name="connsiteX4" fmla="*/ 148423 w 1967268"/>
                  <a:gd name="connsiteY4" fmla="*/ 450187 h 450187"/>
                  <a:gd name="connsiteX5" fmla="*/ 8397 w 1967268"/>
                  <a:gd name="connsiteY5" fmla="*/ 310161 h 450187"/>
                  <a:gd name="connsiteX6" fmla="*/ 0 w 1967268"/>
                  <a:gd name="connsiteY6" fmla="*/ 4762 h 450187"/>
                  <a:gd name="connsiteX0" fmla="*/ 0 w 1967268"/>
                  <a:gd name="connsiteY0" fmla="*/ 6401 h 451826"/>
                  <a:gd name="connsiteX1" fmla="*/ 1966913 w 1967268"/>
                  <a:gd name="connsiteY1" fmla="*/ 1639 h 451826"/>
                  <a:gd name="connsiteX2" fmla="*/ 1966389 w 1967268"/>
                  <a:gd name="connsiteY2" fmla="*/ 311800 h 451826"/>
                  <a:gd name="connsiteX3" fmla="*/ 1826363 w 1967268"/>
                  <a:gd name="connsiteY3" fmla="*/ 451826 h 451826"/>
                  <a:gd name="connsiteX4" fmla="*/ 148423 w 1967268"/>
                  <a:gd name="connsiteY4" fmla="*/ 451826 h 451826"/>
                  <a:gd name="connsiteX5" fmla="*/ 8397 w 1967268"/>
                  <a:gd name="connsiteY5" fmla="*/ 311800 h 451826"/>
                  <a:gd name="connsiteX6" fmla="*/ 0 w 1967268"/>
                  <a:gd name="connsiteY6" fmla="*/ 6401 h 451826"/>
                  <a:gd name="connsiteX0" fmla="*/ 0 w 1966913"/>
                  <a:gd name="connsiteY0" fmla="*/ 6401 h 451826"/>
                  <a:gd name="connsiteX1" fmla="*/ 1966913 w 1966913"/>
                  <a:gd name="connsiteY1" fmla="*/ 1639 h 451826"/>
                  <a:gd name="connsiteX2" fmla="*/ 1966389 w 1966913"/>
                  <a:gd name="connsiteY2" fmla="*/ 311800 h 451826"/>
                  <a:gd name="connsiteX3" fmla="*/ 1826363 w 1966913"/>
                  <a:gd name="connsiteY3" fmla="*/ 451826 h 451826"/>
                  <a:gd name="connsiteX4" fmla="*/ 148423 w 1966913"/>
                  <a:gd name="connsiteY4" fmla="*/ 451826 h 451826"/>
                  <a:gd name="connsiteX5" fmla="*/ 8397 w 1966913"/>
                  <a:gd name="connsiteY5" fmla="*/ 311800 h 451826"/>
                  <a:gd name="connsiteX6" fmla="*/ 0 w 1966913"/>
                  <a:gd name="connsiteY6" fmla="*/ 6401 h 451826"/>
                  <a:gd name="connsiteX0" fmla="*/ 0 w 1966913"/>
                  <a:gd name="connsiteY0" fmla="*/ 4861 h 450286"/>
                  <a:gd name="connsiteX1" fmla="*/ 1966913 w 1966913"/>
                  <a:gd name="connsiteY1" fmla="*/ 99 h 450286"/>
                  <a:gd name="connsiteX2" fmla="*/ 1966389 w 1966913"/>
                  <a:gd name="connsiteY2" fmla="*/ 310260 h 450286"/>
                  <a:gd name="connsiteX3" fmla="*/ 1826363 w 1966913"/>
                  <a:gd name="connsiteY3" fmla="*/ 450286 h 450286"/>
                  <a:gd name="connsiteX4" fmla="*/ 148423 w 1966913"/>
                  <a:gd name="connsiteY4" fmla="*/ 450286 h 450286"/>
                  <a:gd name="connsiteX5" fmla="*/ 8397 w 1966913"/>
                  <a:gd name="connsiteY5" fmla="*/ 310260 h 450286"/>
                  <a:gd name="connsiteX6" fmla="*/ 0 w 1966913"/>
                  <a:gd name="connsiteY6" fmla="*/ 4861 h 450286"/>
                  <a:gd name="connsiteX0" fmla="*/ 0 w 1963738"/>
                  <a:gd name="connsiteY0" fmla="*/ 7806 h 450261"/>
                  <a:gd name="connsiteX1" fmla="*/ 1963738 w 1963738"/>
                  <a:gd name="connsiteY1" fmla="*/ 74 h 450261"/>
                  <a:gd name="connsiteX2" fmla="*/ 1963214 w 1963738"/>
                  <a:gd name="connsiteY2" fmla="*/ 310235 h 450261"/>
                  <a:gd name="connsiteX3" fmla="*/ 1823188 w 1963738"/>
                  <a:gd name="connsiteY3" fmla="*/ 450261 h 450261"/>
                  <a:gd name="connsiteX4" fmla="*/ 145248 w 1963738"/>
                  <a:gd name="connsiteY4" fmla="*/ 450261 h 450261"/>
                  <a:gd name="connsiteX5" fmla="*/ 5222 w 1963738"/>
                  <a:gd name="connsiteY5" fmla="*/ 310235 h 450261"/>
                  <a:gd name="connsiteX6" fmla="*/ 0 w 1963738"/>
                  <a:gd name="connsiteY6" fmla="*/ 7806 h 450261"/>
                  <a:gd name="connsiteX0" fmla="*/ 0 w 1963738"/>
                  <a:gd name="connsiteY0" fmla="*/ 0 h 442455"/>
                  <a:gd name="connsiteX1" fmla="*/ 1963738 w 1963738"/>
                  <a:gd name="connsiteY1" fmla="*/ 1178 h 442455"/>
                  <a:gd name="connsiteX2" fmla="*/ 1963214 w 1963738"/>
                  <a:gd name="connsiteY2" fmla="*/ 302429 h 442455"/>
                  <a:gd name="connsiteX3" fmla="*/ 1823188 w 1963738"/>
                  <a:gd name="connsiteY3" fmla="*/ 442455 h 442455"/>
                  <a:gd name="connsiteX4" fmla="*/ 145248 w 1963738"/>
                  <a:gd name="connsiteY4" fmla="*/ 442455 h 442455"/>
                  <a:gd name="connsiteX5" fmla="*/ 5222 w 1963738"/>
                  <a:gd name="connsiteY5" fmla="*/ 302429 h 442455"/>
                  <a:gd name="connsiteX6" fmla="*/ 0 w 1963738"/>
                  <a:gd name="connsiteY6" fmla="*/ 0 h 442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63738" h="442455">
                    <a:moveTo>
                      <a:pt x="0" y="0"/>
                    </a:moveTo>
                    <a:lnTo>
                      <a:pt x="1963738" y="1178"/>
                    </a:lnTo>
                    <a:cubicBezTo>
                      <a:pt x="1961976" y="494601"/>
                      <a:pt x="1961801" y="206979"/>
                      <a:pt x="1963214" y="302429"/>
                    </a:cubicBezTo>
                    <a:cubicBezTo>
                      <a:pt x="1963214" y="379763"/>
                      <a:pt x="1900522" y="442455"/>
                      <a:pt x="1823188" y="442455"/>
                    </a:cubicBezTo>
                    <a:lnTo>
                      <a:pt x="145248" y="442455"/>
                    </a:lnTo>
                    <a:cubicBezTo>
                      <a:pt x="67914" y="442455"/>
                      <a:pt x="5222" y="379763"/>
                      <a:pt x="5222" y="302429"/>
                    </a:cubicBezTo>
                    <a:cubicBezTo>
                      <a:pt x="4010" y="203804"/>
                      <a:pt x="1212" y="98625"/>
                      <a:pt x="0" y="0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80" name="79 Flecha derecha"/>
            <p:cNvSpPr/>
            <p:nvPr/>
          </p:nvSpPr>
          <p:spPr>
            <a:xfrm>
              <a:off x="2572018" y="2333106"/>
              <a:ext cx="473090" cy="25183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8" name="17 Rectángulo"/>
          <p:cNvSpPr/>
          <p:nvPr/>
        </p:nvSpPr>
        <p:spPr>
          <a:xfrm>
            <a:off x="245927" y="1427871"/>
            <a:ext cx="25004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i="1" dirty="0" err="1">
                <a:solidFill>
                  <a:schemeClr val="bg1">
                    <a:lumMod val="50000"/>
                  </a:schemeClr>
                </a:solidFill>
              </a:rPr>
              <a:t>Statement</a:t>
            </a:r>
            <a:r>
              <a:rPr lang="es-ES" sz="1600" i="1" dirty="0"/>
              <a:t> </a:t>
            </a:r>
            <a:r>
              <a:rPr lang="es-ES" sz="1600" b="1" i="1" dirty="0"/>
              <a:t>sentencia</a:t>
            </a:r>
            <a:r>
              <a:rPr lang="es-ES" sz="1600" i="1" dirty="0"/>
              <a:t> = </a:t>
            </a:r>
          </a:p>
          <a:p>
            <a:pPr algn="ctr"/>
            <a:r>
              <a:rPr lang="es-ES" sz="1600" b="1" i="1" dirty="0" err="1"/>
              <a:t>con</a:t>
            </a:r>
            <a:r>
              <a:rPr lang="es-ES" sz="1600" i="1" dirty="0" err="1"/>
              <a:t>.</a:t>
            </a:r>
            <a:r>
              <a:rPr lang="es-ES" sz="1600" i="1" dirty="0" err="1">
                <a:solidFill>
                  <a:srgbClr val="FF0000"/>
                </a:solidFill>
              </a:rPr>
              <a:t>createStatement</a:t>
            </a:r>
            <a:r>
              <a:rPr lang="es-ES" sz="1600" i="1" dirty="0">
                <a:solidFill>
                  <a:srgbClr val="FF0000"/>
                </a:solidFill>
              </a:rPr>
              <a:t>()</a:t>
            </a:r>
            <a:r>
              <a:rPr lang="es-ES" sz="1600" i="1" dirty="0"/>
              <a:t>;</a:t>
            </a:r>
          </a:p>
        </p:txBody>
      </p:sp>
      <p:grpSp>
        <p:nvGrpSpPr>
          <p:cNvPr id="3" name="2 Grupo"/>
          <p:cNvGrpSpPr/>
          <p:nvPr/>
        </p:nvGrpSpPr>
        <p:grpSpPr>
          <a:xfrm>
            <a:off x="428937" y="2097063"/>
            <a:ext cx="2143081" cy="1043594"/>
            <a:chOff x="271520" y="2067696"/>
            <a:chExt cx="2143081" cy="1043594"/>
          </a:xfrm>
        </p:grpSpPr>
        <p:grpSp>
          <p:nvGrpSpPr>
            <p:cNvPr id="17" name="16 Grupo"/>
            <p:cNvGrpSpPr/>
            <p:nvPr/>
          </p:nvGrpSpPr>
          <p:grpSpPr>
            <a:xfrm>
              <a:off x="323528" y="2067696"/>
              <a:ext cx="1959520" cy="1008112"/>
              <a:chOff x="3702410" y="3274183"/>
              <a:chExt cx="1959520" cy="1008112"/>
            </a:xfrm>
          </p:grpSpPr>
          <p:grpSp>
            <p:nvGrpSpPr>
              <p:cNvPr id="26" name="25 Grupo"/>
              <p:cNvGrpSpPr/>
              <p:nvPr/>
            </p:nvGrpSpPr>
            <p:grpSpPr>
              <a:xfrm>
                <a:off x="3703938" y="3274183"/>
                <a:ext cx="1957992" cy="840142"/>
                <a:chOff x="5903640" y="1594288"/>
                <a:chExt cx="2124744" cy="679430"/>
              </a:xfrm>
            </p:grpSpPr>
            <p:sp>
              <p:nvSpPr>
                <p:cNvPr id="27" name="26 Rectángulo redondeado"/>
                <p:cNvSpPr/>
                <p:nvPr/>
              </p:nvSpPr>
              <p:spPr>
                <a:xfrm>
                  <a:off x="5903640" y="1594288"/>
                  <a:ext cx="2124744" cy="679430"/>
                </a:xfrm>
                <a:prstGeom prst="round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8" name="27 CuadroTexto"/>
                <p:cNvSpPr txBox="1"/>
                <p:nvPr/>
              </p:nvSpPr>
              <p:spPr>
                <a:xfrm>
                  <a:off x="5903640" y="1594288"/>
                  <a:ext cx="2124744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b="1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Connection</a:t>
                  </a:r>
                  <a:endParaRPr lang="es-ES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s-ES" sz="2000" b="1" dirty="0"/>
                    <a:t>con</a:t>
                  </a:r>
                </a:p>
              </p:txBody>
            </p:sp>
          </p:grpSp>
          <p:sp>
            <p:nvSpPr>
              <p:cNvPr id="29" name="21 Rectángulo redondeado"/>
              <p:cNvSpPr/>
              <p:nvPr/>
            </p:nvSpPr>
            <p:spPr>
              <a:xfrm>
                <a:off x="3702410" y="3994263"/>
                <a:ext cx="1957992" cy="288032"/>
              </a:xfrm>
              <a:custGeom>
                <a:avLst/>
                <a:gdLst>
                  <a:gd name="connsiteX0" fmla="*/ 0 w 2124744"/>
                  <a:gd name="connsiteY0" fmla="*/ 156020 h 936104"/>
                  <a:gd name="connsiteX1" fmla="*/ 156020 w 2124744"/>
                  <a:gd name="connsiteY1" fmla="*/ 0 h 936104"/>
                  <a:gd name="connsiteX2" fmla="*/ 1968724 w 2124744"/>
                  <a:gd name="connsiteY2" fmla="*/ 0 h 936104"/>
                  <a:gd name="connsiteX3" fmla="*/ 2124744 w 2124744"/>
                  <a:gd name="connsiteY3" fmla="*/ 156020 h 936104"/>
                  <a:gd name="connsiteX4" fmla="*/ 2124744 w 2124744"/>
                  <a:gd name="connsiteY4" fmla="*/ 780084 h 936104"/>
                  <a:gd name="connsiteX5" fmla="*/ 1968724 w 2124744"/>
                  <a:gd name="connsiteY5" fmla="*/ 936104 h 936104"/>
                  <a:gd name="connsiteX6" fmla="*/ 156020 w 2124744"/>
                  <a:gd name="connsiteY6" fmla="*/ 936104 h 936104"/>
                  <a:gd name="connsiteX7" fmla="*/ 0 w 2124744"/>
                  <a:gd name="connsiteY7" fmla="*/ 780084 h 936104"/>
                  <a:gd name="connsiteX8" fmla="*/ 0 w 2124744"/>
                  <a:gd name="connsiteY8" fmla="*/ 156020 h 936104"/>
                  <a:gd name="connsiteX0" fmla="*/ 0 w 2124744"/>
                  <a:gd name="connsiteY0" fmla="*/ 156020 h 936104"/>
                  <a:gd name="connsiteX1" fmla="*/ 1968724 w 2124744"/>
                  <a:gd name="connsiteY1" fmla="*/ 0 h 936104"/>
                  <a:gd name="connsiteX2" fmla="*/ 2124744 w 2124744"/>
                  <a:gd name="connsiteY2" fmla="*/ 156020 h 936104"/>
                  <a:gd name="connsiteX3" fmla="*/ 2124744 w 2124744"/>
                  <a:gd name="connsiteY3" fmla="*/ 780084 h 936104"/>
                  <a:gd name="connsiteX4" fmla="*/ 1968724 w 2124744"/>
                  <a:gd name="connsiteY4" fmla="*/ 936104 h 936104"/>
                  <a:gd name="connsiteX5" fmla="*/ 156020 w 2124744"/>
                  <a:gd name="connsiteY5" fmla="*/ 936104 h 936104"/>
                  <a:gd name="connsiteX6" fmla="*/ 0 w 2124744"/>
                  <a:gd name="connsiteY6" fmla="*/ 780084 h 936104"/>
                  <a:gd name="connsiteX7" fmla="*/ 0 w 2124744"/>
                  <a:gd name="connsiteY7" fmla="*/ 156020 h 936104"/>
                  <a:gd name="connsiteX0" fmla="*/ 0 w 2124744"/>
                  <a:gd name="connsiteY0" fmla="*/ 0 h 780084"/>
                  <a:gd name="connsiteX1" fmla="*/ 2124744 w 2124744"/>
                  <a:gd name="connsiteY1" fmla="*/ 0 h 780084"/>
                  <a:gd name="connsiteX2" fmla="*/ 2124744 w 2124744"/>
                  <a:gd name="connsiteY2" fmla="*/ 624064 h 780084"/>
                  <a:gd name="connsiteX3" fmla="*/ 1968724 w 2124744"/>
                  <a:gd name="connsiteY3" fmla="*/ 780084 h 780084"/>
                  <a:gd name="connsiteX4" fmla="*/ 156020 w 2124744"/>
                  <a:gd name="connsiteY4" fmla="*/ 780084 h 780084"/>
                  <a:gd name="connsiteX5" fmla="*/ 0 w 2124744"/>
                  <a:gd name="connsiteY5" fmla="*/ 624064 h 780084"/>
                  <a:gd name="connsiteX6" fmla="*/ 0 w 2124744"/>
                  <a:gd name="connsiteY6" fmla="*/ 0 h 780084"/>
                  <a:gd name="connsiteX0" fmla="*/ 0 w 2124744"/>
                  <a:gd name="connsiteY0" fmla="*/ 50223 h 830307"/>
                  <a:gd name="connsiteX1" fmla="*/ 2124744 w 2124744"/>
                  <a:gd name="connsiteY1" fmla="*/ 50223 h 830307"/>
                  <a:gd name="connsiteX2" fmla="*/ 2124744 w 2124744"/>
                  <a:gd name="connsiteY2" fmla="*/ 674287 h 830307"/>
                  <a:gd name="connsiteX3" fmla="*/ 1968724 w 2124744"/>
                  <a:gd name="connsiteY3" fmla="*/ 830307 h 830307"/>
                  <a:gd name="connsiteX4" fmla="*/ 156020 w 2124744"/>
                  <a:gd name="connsiteY4" fmla="*/ 830307 h 830307"/>
                  <a:gd name="connsiteX5" fmla="*/ 0 w 2124744"/>
                  <a:gd name="connsiteY5" fmla="*/ 674287 h 830307"/>
                  <a:gd name="connsiteX6" fmla="*/ 0 w 2124744"/>
                  <a:gd name="connsiteY6" fmla="*/ 50223 h 830307"/>
                  <a:gd name="connsiteX0" fmla="*/ 0 w 2124744"/>
                  <a:gd name="connsiteY0" fmla="*/ 8088 h 788172"/>
                  <a:gd name="connsiteX1" fmla="*/ 2124744 w 2124744"/>
                  <a:gd name="connsiteY1" fmla="*/ 8088 h 788172"/>
                  <a:gd name="connsiteX2" fmla="*/ 2124744 w 2124744"/>
                  <a:gd name="connsiteY2" fmla="*/ 632152 h 788172"/>
                  <a:gd name="connsiteX3" fmla="*/ 1968724 w 2124744"/>
                  <a:gd name="connsiteY3" fmla="*/ 788172 h 788172"/>
                  <a:gd name="connsiteX4" fmla="*/ 156020 w 2124744"/>
                  <a:gd name="connsiteY4" fmla="*/ 788172 h 788172"/>
                  <a:gd name="connsiteX5" fmla="*/ 0 w 2124744"/>
                  <a:gd name="connsiteY5" fmla="*/ 632152 h 788172"/>
                  <a:gd name="connsiteX6" fmla="*/ 0 w 2124744"/>
                  <a:gd name="connsiteY6" fmla="*/ 8088 h 788172"/>
                  <a:gd name="connsiteX0" fmla="*/ 0 w 2124744"/>
                  <a:gd name="connsiteY0" fmla="*/ 0 h 780084"/>
                  <a:gd name="connsiteX1" fmla="*/ 2124744 w 2124744"/>
                  <a:gd name="connsiteY1" fmla="*/ 0 h 780084"/>
                  <a:gd name="connsiteX2" fmla="*/ 2124744 w 2124744"/>
                  <a:gd name="connsiteY2" fmla="*/ 624064 h 780084"/>
                  <a:gd name="connsiteX3" fmla="*/ 1968724 w 2124744"/>
                  <a:gd name="connsiteY3" fmla="*/ 780084 h 780084"/>
                  <a:gd name="connsiteX4" fmla="*/ 156020 w 2124744"/>
                  <a:gd name="connsiteY4" fmla="*/ 780084 h 780084"/>
                  <a:gd name="connsiteX5" fmla="*/ 0 w 2124744"/>
                  <a:gd name="connsiteY5" fmla="*/ 624064 h 780084"/>
                  <a:gd name="connsiteX6" fmla="*/ 0 w 2124744"/>
                  <a:gd name="connsiteY6" fmla="*/ 0 h 780084"/>
                  <a:gd name="connsiteX0" fmla="*/ 0 w 2124744"/>
                  <a:gd name="connsiteY0" fmla="*/ 6450 h 786534"/>
                  <a:gd name="connsiteX1" fmla="*/ 2124744 w 2124744"/>
                  <a:gd name="connsiteY1" fmla="*/ 6450 h 786534"/>
                  <a:gd name="connsiteX2" fmla="*/ 2124744 w 2124744"/>
                  <a:gd name="connsiteY2" fmla="*/ 630514 h 786534"/>
                  <a:gd name="connsiteX3" fmla="*/ 1968724 w 2124744"/>
                  <a:gd name="connsiteY3" fmla="*/ 786534 h 786534"/>
                  <a:gd name="connsiteX4" fmla="*/ 156020 w 2124744"/>
                  <a:gd name="connsiteY4" fmla="*/ 786534 h 786534"/>
                  <a:gd name="connsiteX5" fmla="*/ 0 w 2124744"/>
                  <a:gd name="connsiteY5" fmla="*/ 630514 h 786534"/>
                  <a:gd name="connsiteX6" fmla="*/ 0 w 2124744"/>
                  <a:gd name="connsiteY6" fmla="*/ 6450 h 786534"/>
                  <a:gd name="connsiteX0" fmla="*/ 0 w 2124744"/>
                  <a:gd name="connsiteY0" fmla="*/ 203895 h 780779"/>
                  <a:gd name="connsiteX1" fmla="*/ 2124744 w 2124744"/>
                  <a:gd name="connsiteY1" fmla="*/ 695 h 780779"/>
                  <a:gd name="connsiteX2" fmla="*/ 2124744 w 2124744"/>
                  <a:gd name="connsiteY2" fmla="*/ 624759 h 780779"/>
                  <a:gd name="connsiteX3" fmla="*/ 1968724 w 2124744"/>
                  <a:gd name="connsiteY3" fmla="*/ 780779 h 780779"/>
                  <a:gd name="connsiteX4" fmla="*/ 156020 w 2124744"/>
                  <a:gd name="connsiteY4" fmla="*/ 780779 h 780779"/>
                  <a:gd name="connsiteX5" fmla="*/ 0 w 2124744"/>
                  <a:gd name="connsiteY5" fmla="*/ 624759 h 780779"/>
                  <a:gd name="connsiteX6" fmla="*/ 0 w 2124744"/>
                  <a:gd name="connsiteY6" fmla="*/ 203895 h 780779"/>
                  <a:gd name="connsiteX0" fmla="*/ 0 w 2124744"/>
                  <a:gd name="connsiteY0" fmla="*/ 6451 h 583335"/>
                  <a:gd name="connsiteX1" fmla="*/ 2124744 w 2124744"/>
                  <a:gd name="connsiteY1" fmla="*/ 6451 h 583335"/>
                  <a:gd name="connsiteX2" fmla="*/ 2124744 w 2124744"/>
                  <a:gd name="connsiteY2" fmla="*/ 427315 h 583335"/>
                  <a:gd name="connsiteX3" fmla="*/ 1968724 w 2124744"/>
                  <a:gd name="connsiteY3" fmla="*/ 583335 h 583335"/>
                  <a:gd name="connsiteX4" fmla="*/ 156020 w 2124744"/>
                  <a:gd name="connsiteY4" fmla="*/ 583335 h 583335"/>
                  <a:gd name="connsiteX5" fmla="*/ 0 w 2124744"/>
                  <a:gd name="connsiteY5" fmla="*/ 427315 h 583335"/>
                  <a:gd name="connsiteX6" fmla="*/ 0 w 2124744"/>
                  <a:gd name="connsiteY6" fmla="*/ 6451 h 583335"/>
                  <a:gd name="connsiteX0" fmla="*/ 0 w 2124744"/>
                  <a:gd name="connsiteY0" fmla="*/ 102856 h 578140"/>
                  <a:gd name="connsiteX1" fmla="*/ 2124744 w 2124744"/>
                  <a:gd name="connsiteY1" fmla="*/ 1256 h 578140"/>
                  <a:gd name="connsiteX2" fmla="*/ 2124744 w 2124744"/>
                  <a:gd name="connsiteY2" fmla="*/ 422120 h 578140"/>
                  <a:gd name="connsiteX3" fmla="*/ 1968724 w 2124744"/>
                  <a:gd name="connsiteY3" fmla="*/ 578140 h 578140"/>
                  <a:gd name="connsiteX4" fmla="*/ 156020 w 2124744"/>
                  <a:gd name="connsiteY4" fmla="*/ 578140 h 578140"/>
                  <a:gd name="connsiteX5" fmla="*/ 0 w 2124744"/>
                  <a:gd name="connsiteY5" fmla="*/ 422120 h 578140"/>
                  <a:gd name="connsiteX6" fmla="*/ 0 w 2124744"/>
                  <a:gd name="connsiteY6" fmla="*/ 102856 h 578140"/>
                  <a:gd name="connsiteX0" fmla="*/ 0 w 2139258"/>
                  <a:gd name="connsiteY0" fmla="*/ 0 h 475284"/>
                  <a:gd name="connsiteX1" fmla="*/ 2139258 w 2139258"/>
                  <a:gd name="connsiteY1" fmla="*/ 14514 h 475284"/>
                  <a:gd name="connsiteX2" fmla="*/ 2124744 w 2139258"/>
                  <a:gd name="connsiteY2" fmla="*/ 319264 h 475284"/>
                  <a:gd name="connsiteX3" fmla="*/ 1968724 w 2139258"/>
                  <a:gd name="connsiteY3" fmla="*/ 475284 h 475284"/>
                  <a:gd name="connsiteX4" fmla="*/ 156020 w 2139258"/>
                  <a:gd name="connsiteY4" fmla="*/ 475284 h 475284"/>
                  <a:gd name="connsiteX5" fmla="*/ 0 w 2139258"/>
                  <a:gd name="connsiteY5" fmla="*/ 319264 h 475284"/>
                  <a:gd name="connsiteX6" fmla="*/ 0 w 2139258"/>
                  <a:gd name="connsiteY6" fmla="*/ 0 h 475284"/>
                  <a:gd name="connsiteX0" fmla="*/ 0 w 2139258"/>
                  <a:gd name="connsiteY0" fmla="*/ 14515 h 489799"/>
                  <a:gd name="connsiteX1" fmla="*/ 2139258 w 2139258"/>
                  <a:gd name="connsiteY1" fmla="*/ 0 h 489799"/>
                  <a:gd name="connsiteX2" fmla="*/ 2124744 w 2139258"/>
                  <a:gd name="connsiteY2" fmla="*/ 333779 h 489799"/>
                  <a:gd name="connsiteX3" fmla="*/ 1968724 w 2139258"/>
                  <a:gd name="connsiteY3" fmla="*/ 489799 h 489799"/>
                  <a:gd name="connsiteX4" fmla="*/ 156020 w 2139258"/>
                  <a:gd name="connsiteY4" fmla="*/ 489799 h 489799"/>
                  <a:gd name="connsiteX5" fmla="*/ 0 w 2139258"/>
                  <a:gd name="connsiteY5" fmla="*/ 333779 h 489799"/>
                  <a:gd name="connsiteX6" fmla="*/ 0 w 2139258"/>
                  <a:gd name="connsiteY6" fmla="*/ 14515 h 489799"/>
                  <a:gd name="connsiteX0" fmla="*/ 0 w 2139258"/>
                  <a:gd name="connsiteY0" fmla="*/ 0 h 475284"/>
                  <a:gd name="connsiteX1" fmla="*/ 2139258 w 2139258"/>
                  <a:gd name="connsiteY1" fmla="*/ 14513 h 475284"/>
                  <a:gd name="connsiteX2" fmla="*/ 2124744 w 2139258"/>
                  <a:gd name="connsiteY2" fmla="*/ 319264 h 475284"/>
                  <a:gd name="connsiteX3" fmla="*/ 1968724 w 2139258"/>
                  <a:gd name="connsiteY3" fmla="*/ 475284 h 475284"/>
                  <a:gd name="connsiteX4" fmla="*/ 156020 w 2139258"/>
                  <a:gd name="connsiteY4" fmla="*/ 475284 h 475284"/>
                  <a:gd name="connsiteX5" fmla="*/ 0 w 2139258"/>
                  <a:gd name="connsiteY5" fmla="*/ 319264 h 475284"/>
                  <a:gd name="connsiteX6" fmla="*/ 0 w 2139258"/>
                  <a:gd name="connsiteY6" fmla="*/ 0 h 475284"/>
                  <a:gd name="connsiteX0" fmla="*/ 0 w 2139258"/>
                  <a:gd name="connsiteY0" fmla="*/ 101601 h 460771"/>
                  <a:gd name="connsiteX1" fmla="*/ 2139258 w 2139258"/>
                  <a:gd name="connsiteY1" fmla="*/ 0 h 460771"/>
                  <a:gd name="connsiteX2" fmla="*/ 2124744 w 2139258"/>
                  <a:gd name="connsiteY2" fmla="*/ 304751 h 460771"/>
                  <a:gd name="connsiteX3" fmla="*/ 1968724 w 2139258"/>
                  <a:gd name="connsiteY3" fmla="*/ 460771 h 460771"/>
                  <a:gd name="connsiteX4" fmla="*/ 156020 w 2139258"/>
                  <a:gd name="connsiteY4" fmla="*/ 460771 h 460771"/>
                  <a:gd name="connsiteX5" fmla="*/ 0 w 2139258"/>
                  <a:gd name="connsiteY5" fmla="*/ 304751 h 460771"/>
                  <a:gd name="connsiteX6" fmla="*/ 0 w 2139258"/>
                  <a:gd name="connsiteY6" fmla="*/ 101601 h 460771"/>
                  <a:gd name="connsiteX0" fmla="*/ 0 w 2153772"/>
                  <a:gd name="connsiteY0" fmla="*/ 14515 h 373685"/>
                  <a:gd name="connsiteX1" fmla="*/ 2153772 w 2153772"/>
                  <a:gd name="connsiteY1" fmla="*/ 0 h 373685"/>
                  <a:gd name="connsiteX2" fmla="*/ 2124744 w 2153772"/>
                  <a:gd name="connsiteY2" fmla="*/ 217665 h 373685"/>
                  <a:gd name="connsiteX3" fmla="*/ 1968724 w 2153772"/>
                  <a:gd name="connsiteY3" fmla="*/ 373685 h 373685"/>
                  <a:gd name="connsiteX4" fmla="*/ 156020 w 2153772"/>
                  <a:gd name="connsiteY4" fmla="*/ 373685 h 373685"/>
                  <a:gd name="connsiteX5" fmla="*/ 0 w 2153772"/>
                  <a:gd name="connsiteY5" fmla="*/ 217665 h 373685"/>
                  <a:gd name="connsiteX6" fmla="*/ 0 w 2153772"/>
                  <a:gd name="connsiteY6" fmla="*/ 14515 h 373685"/>
                  <a:gd name="connsiteX0" fmla="*/ 0 w 2153772"/>
                  <a:gd name="connsiteY0" fmla="*/ 0 h 359170"/>
                  <a:gd name="connsiteX1" fmla="*/ 2153772 w 2153772"/>
                  <a:gd name="connsiteY1" fmla="*/ 29027 h 359170"/>
                  <a:gd name="connsiteX2" fmla="*/ 2124744 w 2153772"/>
                  <a:gd name="connsiteY2" fmla="*/ 203150 h 359170"/>
                  <a:gd name="connsiteX3" fmla="*/ 1968724 w 2153772"/>
                  <a:gd name="connsiteY3" fmla="*/ 359170 h 359170"/>
                  <a:gd name="connsiteX4" fmla="*/ 156020 w 2153772"/>
                  <a:gd name="connsiteY4" fmla="*/ 359170 h 359170"/>
                  <a:gd name="connsiteX5" fmla="*/ 0 w 2153772"/>
                  <a:gd name="connsiteY5" fmla="*/ 203150 h 359170"/>
                  <a:gd name="connsiteX6" fmla="*/ 0 w 2153772"/>
                  <a:gd name="connsiteY6" fmla="*/ 0 h 359170"/>
                  <a:gd name="connsiteX0" fmla="*/ 0 w 2168286"/>
                  <a:gd name="connsiteY0" fmla="*/ 1 h 330143"/>
                  <a:gd name="connsiteX1" fmla="*/ 2168286 w 2168286"/>
                  <a:gd name="connsiteY1" fmla="*/ 0 h 330143"/>
                  <a:gd name="connsiteX2" fmla="*/ 2139258 w 2168286"/>
                  <a:gd name="connsiteY2" fmla="*/ 174123 h 330143"/>
                  <a:gd name="connsiteX3" fmla="*/ 1983238 w 2168286"/>
                  <a:gd name="connsiteY3" fmla="*/ 330143 h 330143"/>
                  <a:gd name="connsiteX4" fmla="*/ 170534 w 2168286"/>
                  <a:gd name="connsiteY4" fmla="*/ 330143 h 330143"/>
                  <a:gd name="connsiteX5" fmla="*/ 14514 w 2168286"/>
                  <a:gd name="connsiteY5" fmla="*/ 174123 h 330143"/>
                  <a:gd name="connsiteX6" fmla="*/ 0 w 2168286"/>
                  <a:gd name="connsiteY6" fmla="*/ 1 h 330143"/>
                  <a:gd name="connsiteX0" fmla="*/ 4536 w 2153772"/>
                  <a:gd name="connsiteY0" fmla="*/ 1 h 330143"/>
                  <a:gd name="connsiteX1" fmla="*/ 2153772 w 2153772"/>
                  <a:gd name="connsiteY1" fmla="*/ 0 h 330143"/>
                  <a:gd name="connsiteX2" fmla="*/ 2124744 w 2153772"/>
                  <a:gd name="connsiteY2" fmla="*/ 174123 h 330143"/>
                  <a:gd name="connsiteX3" fmla="*/ 1968724 w 2153772"/>
                  <a:gd name="connsiteY3" fmla="*/ 330143 h 330143"/>
                  <a:gd name="connsiteX4" fmla="*/ 156020 w 2153772"/>
                  <a:gd name="connsiteY4" fmla="*/ 330143 h 330143"/>
                  <a:gd name="connsiteX5" fmla="*/ 0 w 2153772"/>
                  <a:gd name="connsiteY5" fmla="*/ 174123 h 330143"/>
                  <a:gd name="connsiteX6" fmla="*/ 4536 w 2153772"/>
                  <a:gd name="connsiteY6" fmla="*/ 1 h 330143"/>
                  <a:gd name="connsiteX0" fmla="*/ 4536 w 2134722"/>
                  <a:gd name="connsiteY0" fmla="*/ 1 h 330143"/>
                  <a:gd name="connsiteX1" fmla="*/ 2134722 w 2134722"/>
                  <a:gd name="connsiteY1" fmla="*/ 0 h 330143"/>
                  <a:gd name="connsiteX2" fmla="*/ 2124744 w 2134722"/>
                  <a:gd name="connsiteY2" fmla="*/ 174123 h 330143"/>
                  <a:gd name="connsiteX3" fmla="*/ 1968724 w 2134722"/>
                  <a:gd name="connsiteY3" fmla="*/ 330143 h 330143"/>
                  <a:gd name="connsiteX4" fmla="*/ 156020 w 2134722"/>
                  <a:gd name="connsiteY4" fmla="*/ 330143 h 330143"/>
                  <a:gd name="connsiteX5" fmla="*/ 0 w 2134722"/>
                  <a:gd name="connsiteY5" fmla="*/ 174123 h 330143"/>
                  <a:gd name="connsiteX6" fmla="*/ 4536 w 2134722"/>
                  <a:gd name="connsiteY6" fmla="*/ 1 h 330143"/>
                  <a:gd name="connsiteX0" fmla="*/ 0 w 2149236"/>
                  <a:gd name="connsiteY0" fmla="*/ 1 h 330143"/>
                  <a:gd name="connsiteX1" fmla="*/ 2149236 w 2149236"/>
                  <a:gd name="connsiteY1" fmla="*/ 0 h 330143"/>
                  <a:gd name="connsiteX2" fmla="*/ 2139258 w 2149236"/>
                  <a:gd name="connsiteY2" fmla="*/ 174123 h 330143"/>
                  <a:gd name="connsiteX3" fmla="*/ 1983238 w 2149236"/>
                  <a:gd name="connsiteY3" fmla="*/ 330143 h 330143"/>
                  <a:gd name="connsiteX4" fmla="*/ 170534 w 2149236"/>
                  <a:gd name="connsiteY4" fmla="*/ 330143 h 330143"/>
                  <a:gd name="connsiteX5" fmla="*/ 14514 w 2149236"/>
                  <a:gd name="connsiteY5" fmla="*/ 174123 h 330143"/>
                  <a:gd name="connsiteX6" fmla="*/ 0 w 2149236"/>
                  <a:gd name="connsiteY6" fmla="*/ 1 h 330143"/>
                  <a:gd name="connsiteX0" fmla="*/ 0 w 2149236"/>
                  <a:gd name="connsiteY0" fmla="*/ 1 h 330143"/>
                  <a:gd name="connsiteX1" fmla="*/ 2149236 w 2149236"/>
                  <a:gd name="connsiteY1" fmla="*/ 0 h 330143"/>
                  <a:gd name="connsiteX2" fmla="*/ 2139258 w 2149236"/>
                  <a:gd name="connsiteY2" fmla="*/ 174123 h 330143"/>
                  <a:gd name="connsiteX3" fmla="*/ 1983238 w 2149236"/>
                  <a:gd name="connsiteY3" fmla="*/ 330143 h 330143"/>
                  <a:gd name="connsiteX4" fmla="*/ 170534 w 2149236"/>
                  <a:gd name="connsiteY4" fmla="*/ 330143 h 330143"/>
                  <a:gd name="connsiteX5" fmla="*/ 14514 w 2149236"/>
                  <a:gd name="connsiteY5" fmla="*/ 174123 h 330143"/>
                  <a:gd name="connsiteX6" fmla="*/ 0 w 2149236"/>
                  <a:gd name="connsiteY6" fmla="*/ 1 h 330143"/>
                  <a:gd name="connsiteX0" fmla="*/ 0 w 2134722"/>
                  <a:gd name="connsiteY0" fmla="*/ 174123 h 330143"/>
                  <a:gd name="connsiteX1" fmla="*/ 2134722 w 2134722"/>
                  <a:gd name="connsiteY1" fmla="*/ 0 h 330143"/>
                  <a:gd name="connsiteX2" fmla="*/ 2124744 w 2134722"/>
                  <a:gd name="connsiteY2" fmla="*/ 174123 h 330143"/>
                  <a:gd name="connsiteX3" fmla="*/ 1968724 w 2134722"/>
                  <a:gd name="connsiteY3" fmla="*/ 330143 h 330143"/>
                  <a:gd name="connsiteX4" fmla="*/ 156020 w 2134722"/>
                  <a:gd name="connsiteY4" fmla="*/ 330143 h 330143"/>
                  <a:gd name="connsiteX5" fmla="*/ 0 w 2134722"/>
                  <a:gd name="connsiteY5" fmla="*/ 174123 h 330143"/>
                  <a:gd name="connsiteX0" fmla="*/ 0 w 2124744"/>
                  <a:gd name="connsiteY0" fmla="*/ 0 h 156020"/>
                  <a:gd name="connsiteX1" fmla="*/ 2124744 w 2124744"/>
                  <a:gd name="connsiteY1" fmla="*/ 0 h 156020"/>
                  <a:gd name="connsiteX2" fmla="*/ 1968724 w 2124744"/>
                  <a:gd name="connsiteY2" fmla="*/ 156020 h 156020"/>
                  <a:gd name="connsiteX3" fmla="*/ 156020 w 2124744"/>
                  <a:gd name="connsiteY3" fmla="*/ 156020 h 156020"/>
                  <a:gd name="connsiteX4" fmla="*/ 0 w 2124744"/>
                  <a:gd name="connsiteY4" fmla="*/ 0 h 156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4744" h="156020">
                    <a:moveTo>
                      <a:pt x="0" y="0"/>
                    </a:moveTo>
                    <a:lnTo>
                      <a:pt x="2124744" y="0"/>
                    </a:lnTo>
                    <a:cubicBezTo>
                      <a:pt x="2124744" y="86167"/>
                      <a:pt x="2054891" y="156020"/>
                      <a:pt x="1968724" y="156020"/>
                    </a:cubicBezTo>
                    <a:lnTo>
                      <a:pt x="156020" y="156020"/>
                    </a:lnTo>
                    <a:cubicBezTo>
                      <a:pt x="69853" y="156020"/>
                      <a:pt x="0" y="86167"/>
                      <a:pt x="0" y="0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30" name="29 CuadroTexto"/>
            <p:cNvSpPr txBox="1"/>
            <p:nvPr/>
          </p:nvSpPr>
          <p:spPr>
            <a:xfrm>
              <a:off x="271520" y="2726569"/>
              <a:ext cx="214308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FF0000"/>
                  </a:solidFill>
                </a:rPr>
                <a:t>createStatement</a:t>
              </a:r>
              <a:r>
                <a:rPr lang="es-ES" dirty="0">
                  <a:solidFill>
                    <a:srgbClr val="FF0000"/>
                  </a:solidFill>
                </a:rPr>
                <a:t>()</a:t>
              </a:r>
            </a:p>
          </p:txBody>
        </p:sp>
      </p:grpSp>
      <p:sp>
        <p:nvSpPr>
          <p:cNvPr id="32" name="31 Rectángulo"/>
          <p:cNvSpPr/>
          <p:nvPr/>
        </p:nvSpPr>
        <p:spPr>
          <a:xfrm>
            <a:off x="2878246" y="1199073"/>
            <a:ext cx="409122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i="1"/>
              <a:t>sentencia</a:t>
            </a:r>
            <a:r>
              <a:rPr lang="es-ES" sz="1600" i="1"/>
              <a:t>.</a:t>
            </a:r>
            <a:r>
              <a:rPr lang="es-ES" sz="1600" i="1">
                <a:solidFill>
                  <a:srgbClr val="FF0000"/>
                </a:solidFill>
              </a:rPr>
              <a:t>executeQuery</a:t>
            </a:r>
            <a:r>
              <a:rPr lang="es-ES" sz="1600" i="1"/>
              <a:t> </a:t>
            </a:r>
            <a:endParaRPr lang="es-ES" sz="1600" i="1" dirty="0"/>
          </a:p>
          <a:p>
            <a:pPr algn="ctr"/>
            <a:r>
              <a:rPr lang="es-ES" sz="1600" i="1" dirty="0">
                <a:solidFill>
                  <a:srgbClr val="FF0000"/>
                </a:solidFill>
              </a:rPr>
              <a:t>(</a:t>
            </a:r>
            <a:r>
              <a:rPr lang="es-ES" sz="1600" i="1" dirty="0"/>
              <a:t>"</a:t>
            </a:r>
            <a:r>
              <a:rPr lang="es-ES" sz="1600" i="1" dirty="0">
                <a:solidFill>
                  <a:srgbClr val="00B050"/>
                </a:solidFill>
              </a:rPr>
              <a:t>SELECT * FROM </a:t>
            </a:r>
            <a:r>
              <a:rPr lang="es-ES" sz="1600" i="1" dirty="0" err="1">
                <a:solidFill>
                  <a:srgbClr val="00B050"/>
                </a:solidFill>
              </a:rPr>
              <a:t>albumes</a:t>
            </a:r>
            <a:endParaRPr lang="es-ES" sz="1600" i="1" dirty="0">
              <a:solidFill>
                <a:srgbClr val="00B050"/>
              </a:solidFill>
            </a:endParaRPr>
          </a:p>
          <a:p>
            <a:pPr algn="ctr"/>
            <a:r>
              <a:rPr lang="es-ES" sz="1600" i="1" dirty="0">
                <a:solidFill>
                  <a:srgbClr val="00B050"/>
                </a:solidFill>
              </a:rPr>
              <a:t>WHERE grupo = ‘</a:t>
            </a:r>
            <a:r>
              <a:rPr lang="es-ES" sz="1600" i="1" dirty="0" err="1">
                <a:solidFill>
                  <a:srgbClr val="FFC000"/>
                </a:solidFill>
              </a:rPr>
              <a:t>Queen</a:t>
            </a:r>
            <a:r>
              <a:rPr lang="es-ES" sz="1600" i="1" dirty="0">
                <a:solidFill>
                  <a:srgbClr val="00B050"/>
                </a:solidFill>
              </a:rPr>
              <a:t>’ OR titulo = ‘</a:t>
            </a:r>
            <a:r>
              <a:rPr lang="es-ES" sz="1600" i="1" dirty="0" err="1">
                <a:solidFill>
                  <a:srgbClr val="FFC000"/>
                </a:solidFill>
              </a:rPr>
              <a:t>Aidalai</a:t>
            </a:r>
            <a:r>
              <a:rPr lang="es-ES" sz="1600" i="1" dirty="0">
                <a:solidFill>
                  <a:srgbClr val="00B050"/>
                </a:solidFill>
              </a:rPr>
              <a:t>‘</a:t>
            </a:r>
            <a:r>
              <a:rPr lang="es-ES" sz="1600" i="1" dirty="0"/>
              <a:t> "</a:t>
            </a:r>
            <a:r>
              <a:rPr lang="es-ES" sz="1600" i="1" dirty="0">
                <a:solidFill>
                  <a:srgbClr val="00B050"/>
                </a:solidFill>
              </a:rPr>
              <a:t> </a:t>
            </a:r>
            <a:r>
              <a:rPr lang="es-ES" sz="1600" i="1" dirty="0">
                <a:solidFill>
                  <a:srgbClr val="FF0000"/>
                </a:solidFill>
              </a:rPr>
              <a:t>)</a:t>
            </a:r>
            <a:endParaRPr lang="es-ES" sz="1600" i="1" dirty="0"/>
          </a:p>
        </p:txBody>
      </p:sp>
      <p:sp>
        <p:nvSpPr>
          <p:cNvPr id="25" name="24 CuadroTexto"/>
          <p:cNvSpPr txBox="1"/>
          <p:nvPr/>
        </p:nvSpPr>
        <p:spPr>
          <a:xfrm>
            <a:off x="3314627" y="2702066"/>
            <a:ext cx="3186828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s-ES" dirty="0" err="1">
                <a:solidFill>
                  <a:srgbClr val="FF0000"/>
                </a:solidFill>
              </a:rPr>
              <a:t>executeQuery</a:t>
            </a:r>
            <a:endParaRPr lang="es-ES" dirty="0">
              <a:solidFill>
                <a:srgbClr val="FF0000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SENTENCIA SQL COMPLETA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</a:p>
        </p:txBody>
      </p:sp>
      <p:grpSp>
        <p:nvGrpSpPr>
          <p:cNvPr id="15" name="14 Grupo"/>
          <p:cNvGrpSpPr/>
          <p:nvPr/>
        </p:nvGrpSpPr>
        <p:grpSpPr>
          <a:xfrm>
            <a:off x="7581290" y="2132855"/>
            <a:ext cx="1239182" cy="1058838"/>
            <a:chOff x="4180982" y="196053"/>
            <a:chExt cx="1043608" cy="1221575"/>
          </a:xfrm>
        </p:grpSpPr>
        <p:sp>
          <p:nvSpPr>
            <p:cNvPr id="40" name="39 Cilindro"/>
            <p:cNvSpPr/>
            <p:nvPr/>
          </p:nvSpPr>
          <p:spPr>
            <a:xfrm>
              <a:off x="4180982" y="196053"/>
              <a:ext cx="1043608" cy="1221575"/>
            </a:xfrm>
            <a:prstGeom prst="can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32 CuadroTexto"/>
            <p:cNvSpPr txBox="1"/>
            <p:nvPr/>
          </p:nvSpPr>
          <p:spPr>
            <a:xfrm>
              <a:off x="4211960" y="548680"/>
              <a:ext cx="978996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bg1"/>
                  </a:solidFill>
                </a:rPr>
                <a:t>Servidor</a:t>
              </a:r>
            </a:p>
            <a:p>
              <a:pPr algn="ctr"/>
              <a:r>
                <a:rPr lang="es-ES" sz="2000" b="1" dirty="0" err="1">
                  <a:solidFill>
                    <a:schemeClr val="bg1"/>
                  </a:solidFill>
                </a:rPr>
                <a:t>MySQL</a:t>
              </a:r>
              <a:endParaRPr lang="es-E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5" name="44 Rectángulo"/>
          <p:cNvSpPr/>
          <p:nvPr/>
        </p:nvSpPr>
        <p:spPr>
          <a:xfrm>
            <a:off x="1190630" y="44624"/>
            <a:ext cx="681616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spc="50" dirty="0" err="1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Statement</a:t>
            </a:r>
            <a:r>
              <a:rPr lang="es-ES" sz="36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VS </a:t>
            </a:r>
            <a:r>
              <a:rPr lang="es-ES" sz="3600" b="1" spc="50" dirty="0" err="1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PreparedStatement</a:t>
            </a:r>
            <a:endParaRPr lang="es-ES" sz="3600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65" name="64 Rectángulo"/>
          <p:cNvSpPr/>
          <p:nvPr/>
        </p:nvSpPr>
        <p:spPr>
          <a:xfrm>
            <a:off x="37097" y="3863950"/>
            <a:ext cx="35077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i="1" dirty="0" err="1">
                <a:solidFill>
                  <a:schemeClr val="bg1">
                    <a:lumMod val="50000"/>
                  </a:schemeClr>
                </a:solidFill>
              </a:rPr>
              <a:t>PreparedStatement</a:t>
            </a:r>
            <a:r>
              <a:rPr lang="es-ES" sz="1600" i="1" dirty="0"/>
              <a:t> </a:t>
            </a:r>
            <a:r>
              <a:rPr lang="es-ES" sz="1600" b="1" i="1" dirty="0" err="1"/>
              <a:t>pst</a:t>
            </a:r>
            <a:r>
              <a:rPr lang="es-ES" sz="1600" i="1" dirty="0"/>
              <a:t> = </a:t>
            </a:r>
          </a:p>
          <a:p>
            <a:pPr algn="ctr"/>
            <a:r>
              <a:rPr lang="es-ES" sz="1600" b="1" i="1" dirty="0" err="1"/>
              <a:t>con</a:t>
            </a:r>
            <a:r>
              <a:rPr lang="es-ES" sz="1600" i="1" dirty="0" err="1"/>
              <a:t>.</a:t>
            </a:r>
            <a:r>
              <a:rPr lang="es-ES" sz="1600" i="1" dirty="0" err="1">
                <a:solidFill>
                  <a:srgbClr val="FF0000"/>
                </a:solidFill>
              </a:rPr>
              <a:t>prepareStatement</a:t>
            </a:r>
            <a:endParaRPr lang="es-ES" sz="1600" i="1" dirty="0">
              <a:solidFill>
                <a:srgbClr val="FF0000"/>
              </a:solidFill>
            </a:endParaRPr>
          </a:p>
          <a:p>
            <a:pPr algn="ctr"/>
            <a:r>
              <a:rPr lang="es-ES" sz="1600" i="1" dirty="0">
                <a:solidFill>
                  <a:srgbClr val="FF0000"/>
                </a:solidFill>
              </a:rPr>
              <a:t>(</a:t>
            </a:r>
            <a:r>
              <a:rPr lang="es-ES" sz="1600" i="1" dirty="0"/>
              <a:t>"</a:t>
            </a:r>
            <a:r>
              <a:rPr lang="es-ES" sz="1600" i="1" dirty="0">
                <a:solidFill>
                  <a:srgbClr val="00B050"/>
                </a:solidFill>
              </a:rPr>
              <a:t>SELECT * FROM </a:t>
            </a:r>
            <a:r>
              <a:rPr lang="es-ES" sz="1600" i="1" dirty="0" err="1">
                <a:solidFill>
                  <a:srgbClr val="00B050"/>
                </a:solidFill>
              </a:rPr>
              <a:t>albumes</a:t>
            </a:r>
            <a:endParaRPr lang="es-ES" sz="1600" i="1" dirty="0">
              <a:solidFill>
                <a:srgbClr val="00B050"/>
              </a:solidFill>
            </a:endParaRPr>
          </a:p>
          <a:p>
            <a:pPr algn="ctr"/>
            <a:r>
              <a:rPr lang="es-ES" sz="1600" i="1" dirty="0">
                <a:solidFill>
                  <a:srgbClr val="00B050"/>
                </a:solidFill>
              </a:rPr>
              <a:t>WHERE grupo = </a:t>
            </a:r>
            <a:r>
              <a:rPr lang="es-ES" sz="1600" b="1" i="1" dirty="0">
                <a:solidFill>
                  <a:srgbClr val="FFC000"/>
                </a:solidFill>
              </a:rPr>
              <a:t>?</a:t>
            </a:r>
            <a:r>
              <a:rPr lang="es-ES" sz="1600" i="1" dirty="0"/>
              <a:t>  </a:t>
            </a:r>
            <a:r>
              <a:rPr lang="es-ES" sz="1600" i="1" dirty="0">
                <a:solidFill>
                  <a:srgbClr val="00B050"/>
                </a:solidFill>
              </a:rPr>
              <a:t>OR titulo = </a:t>
            </a:r>
            <a:r>
              <a:rPr lang="es-ES" sz="1600" b="1" i="1" dirty="0">
                <a:solidFill>
                  <a:srgbClr val="FFC000"/>
                </a:solidFill>
              </a:rPr>
              <a:t>?</a:t>
            </a:r>
            <a:r>
              <a:rPr lang="es-ES" sz="1600" i="1" dirty="0"/>
              <a:t> "</a:t>
            </a:r>
            <a:r>
              <a:rPr lang="es-ES" sz="1600" i="1" dirty="0">
                <a:solidFill>
                  <a:srgbClr val="FF0000"/>
                </a:solidFill>
              </a:rPr>
              <a:t> )</a:t>
            </a:r>
            <a:r>
              <a:rPr lang="es-ES" sz="1600" i="1" dirty="0"/>
              <a:t>;</a:t>
            </a:r>
          </a:p>
        </p:txBody>
      </p:sp>
      <p:grpSp>
        <p:nvGrpSpPr>
          <p:cNvPr id="7" name="6 Grupo"/>
          <p:cNvGrpSpPr/>
          <p:nvPr/>
        </p:nvGrpSpPr>
        <p:grpSpPr>
          <a:xfrm>
            <a:off x="406574" y="5021758"/>
            <a:ext cx="2908053" cy="1208087"/>
            <a:chOff x="370200" y="4557336"/>
            <a:chExt cx="2057059" cy="1208087"/>
          </a:xfrm>
        </p:grpSpPr>
        <p:grpSp>
          <p:nvGrpSpPr>
            <p:cNvPr id="73" name="72 Grupo"/>
            <p:cNvGrpSpPr/>
            <p:nvPr/>
          </p:nvGrpSpPr>
          <p:grpSpPr>
            <a:xfrm>
              <a:off x="416674" y="4557336"/>
              <a:ext cx="1963738" cy="1133079"/>
              <a:chOff x="6466912" y="3190137"/>
              <a:chExt cx="1963738" cy="1133079"/>
            </a:xfrm>
          </p:grpSpPr>
          <p:grpSp>
            <p:nvGrpSpPr>
              <p:cNvPr id="74" name="73 Grupo"/>
              <p:cNvGrpSpPr/>
              <p:nvPr/>
            </p:nvGrpSpPr>
            <p:grpSpPr>
              <a:xfrm>
                <a:off x="6468375" y="3190137"/>
                <a:ext cx="1957992" cy="840142"/>
                <a:chOff x="5903640" y="1594288"/>
                <a:chExt cx="2124744" cy="679430"/>
              </a:xfrm>
            </p:grpSpPr>
            <p:sp>
              <p:nvSpPr>
                <p:cNvPr id="76" name="75 Rectángulo redondeado"/>
                <p:cNvSpPr/>
                <p:nvPr/>
              </p:nvSpPr>
              <p:spPr>
                <a:xfrm>
                  <a:off x="5903640" y="1594288"/>
                  <a:ext cx="2124744" cy="679430"/>
                </a:xfrm>
                <a:prstGeom prst="round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77" name="76 CuadroTexto"/>
                <p:cNvSpPr txBox="1"/>
                <p:nvPr/>
              </p:nvSpPr>
              <p:spPr>
                <a:xfrm>
                  <a:off x="5903640" y="1594288"/>
                  <a:ext cx="2124744" cy="5475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b="1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Connection</a:t>
                  </a:r>
                  <a:r>
                    <a:rPr lang="es-ES" dirty="0"/>
                    <a:t> </a:t>
                  </a:r>
                </a:p>
                <a:p>
                  <a:pPr algn="ctr"/>
                  <a:r>
                    <a:rPr lang="es-ES" sz="2000" b="1" dirty="0"/>
                    <a:t>con</a:t>
                  </a:r>
                </a:p>
              </p:txBody>
            </p:sp>
          </p:grpSp>
          <p:sp>
            <p:nvSpPr>
              <p:cNvPr id="75" name="32 Rectángulo redondeado"/>
              <p:cNvSpPr/>
              <p:nvPr/>
            </p:nvSpPr>
            <p:spPr>
              <a:xfrm>
                <a:off x="6466912" y="3850213"/>
                <a:ext cx="1963738" cy="473003"/>
              </a:xfrm>
              <a:custGeom>
                <a:avLst/>
                <a:gdLst>
                  <a:gd name="connsiteX0" fmla="*/ 0 w 1957992"/>
                  <a:gd name="connsiteY0" fmla="*/ 140026 h 840142"/>
                  <a:gd name="connsiteX1" fmla="*/ 140026 w 1957992"/>
                  <a:gd name="connsiteY1" fmla="*/ 0 h 840142"/>
                  <a:gd name="connsiteX2" fmla="*/ 1817966 w 1957992"/>
                  <a:gd name="connsiteY2" fmla="*/ 0 h 840142"/>
                  <a:gd name="connsiteX3" fmla="*/ 1957992 w 1957992"/>
                  <a:gd name="connsiteY3" fmla="*/ 140026 h 840142"/>
                  <a:gd name="connsiteX4" fmla="*/ 1957992 w 1957992"/>
                  <a:gd name="connsiteY4" fmla="*/ 700116 h 840142"/>
                  <a:gd name="connsiteX5" fmla="*/ 1817966 w 1957992"/>
                  <a:gd name="connsiteY5" fmla="*/ 840142 h 840142"/>
                  <a:gd name="connsiteX6" fmla="*/ 140026 w 1957992"/>
                  <a:gd name="connsiteY6" fmla="*/ 840142 h 840142"/>
                  <a:gd name="connsiteX7" fmla="*/ 0 w 1957992"/>
                  <a:gd name="connsiteY7" fmla="*/ 700116 h 840142"/>
                  <a:gd name="connsiteX8" fmla="*/ 0 w 1957992"/>
                  <a:gd name="connsiteY8" fmla="*/ 140026 h 840142"/>
                  <a:gd name="connsiteX0" fmla="*/ 3635 w 1961627"/>
                  <a:gd name="connsiteY0" fmla="*/ 140026 h 840142"/>
                  <a:gd name="connsiteX1" fmla="*/ 143661 w 1961627"/>
                  <a:gd name="connsiteY1" fmla="*/ 0 h 840142"/>
                  <a:gd name="connsiteX2" fmla="*/ 1821601 w 1961627"/>
                  <a:gd name="connsiteY2" fmla="*/ 0 h 840142"/>
                  <a:gd name="connsiteX3" fmla="*/ 1961627 w 1961627"/>
                  <a:gd name="connsiteY3" fmla="*/ 140026 h 840142"/>
                  <a:gd name="connsiteX4" fmla="*/ 1961627 w 1961627"/>
                  <a:gd name="connsiteY4" fmla="*/ 700116 h 840142"/>
                  <a:gd name="connsiteX5" fmla="*/ 1821601 w 1961627"/>
                  <a:gd name="connsiteY5" fmla="*/ 840142 h 840142"/>
                  <a:gd name="connsiteX6" fmla="*/ 143661 w 1961627"/>
                  <a:gd name="connsiteY6" fmla="*/ 840142 h 840142"/>
                  <a:gd name="connsiteX7" fmla="*/ 3635 w 1961627"/>
                  <a:gd name="connsiteY7" fmla="*/ 700116 h 840142"/>
                  <a:gd name="connsiteX8" fmla="*/ 0 w 1961627"/>
                  <a:gd name="connsiteY8" fmla="*/ 404242 h 840142"/>
                  <a:gd name="connsiteX9" fmla="*/ 3635 w 1961627"/>
                  <a:gd name="connsiteY9" fmla="*/ 140026 h 840142"/>
                  <a:gd name="connsiteX0" fmla="*/ 3635 w 1961627"/>
                  <a:gd name="connsiteY0" fmla="*/ 140026 h 840142"/>
                  <a:gd name="connsiteX1" fmla="*/ 143661 w 1961627"/>
                  <a:gd name="connsiteY1" fmla="*/ 0 h 840142"/>
                  <a:gd name="connsiteX2" fmla="*/ 1821601 w 1961627"/>
                  <a:gd name="connsiteY2" fmla="*/ 0 h 840142"/>
                  <a:gd name="connsiteX3" fmla="*/ 1961627 w 1961627"/>
                  <a:gd name="connsiteY3" fmla="*/ 140026 h 840142"/>
                  <a:gd name="connsiteX4" fmla="*/ 1957389 w 1961627"/>
                  <a:gd name="connsiteY4" fmla="*/ 413767 h 840142"/>
                  <a:gd name="connsiteX5" fmla="*/ 1961627 w 1961627"/>
                  <a:gd name="connsiteY5" fmla="*/ 700116 h 840142"/>
                  <a:gd name="connsiteX6" fmla="*/ 1821601 w 1961627"/>
                  <a:gd name="connsiteY6" fmla="*/ 840142 h 840142"/>
                  <a:gd name="connsiteX7" fmla="*/ 143661 w 1961627"/>
                  <a:gd name="connsiteY7" fmla="*/ 840142 h 840142"/>
                  <a:gd name="connsiteX8" fmla="*/ 3635 w 1961627"/>
                  <a:gd name="connsiteY8" fmla="*/ 700116 h 840142"/>
                  <a:gd name="connsiteX9" fmla="*/ 0 w 1961627"/>
                  <a:gd name="connsiteY9" fmla="*/ 404242 h 840142"/>
                  <a:gd name="connsiteX10" fmla="*/ 3635 w 1961627"/>
                  <a:gd name="connsiteY10" fmla="*/ 140026 h 840142"/>
                  <a:gd name="connsiteX0" fmla="*/ 33765 w 1995392"/>
                  <a:gd name="connsiteY0" fmla="*/ 404242 h 840142"/>
                  <a:gd name="connsiteX1" fmla="*/ 177426 w 1995392"/>
                  <a:gd name="connsiteY1" fmla="*/ 0 h 840142"/>
                  <a:gd name="connsiteX2" fmla="*/ 1855366 w 1995392"/>
                  <a:gd name="connsiteY2" fmla="*/ 0 h 840142"/>
                  <a:gd name="connsiteX3" fmla="*/ 1995392 w 1995392"/>
                  <a:gd name="connsiteY3" fmla="*/ 140026 h 840142"/>
                  <a:gd name="connsiteX4" fmla="*/ 1991154 w 1995392"/>
                  <a:gd name="connsiteY4" fmla="*/ 413767 h 840142"/>
                  <a:gd name="connsiteX5" fmla="*/ 1995392 w 1995392"/>
                  <a:gd name="connsiteY5" fmla="*/ 700116 h 840142"/>
                  <a:gd name="connsiteX6" fmla="*/ 1855366 w 1995392"/>
                  <a:gd name="connsiteY6" fmla="*/ 840142 h 840142"/>
                  <a:gd name="connsiteX7" fmla="*/ 177426 w 1995392"/>
                  <a:gd name="connsiteY7" fmla="*/ 840142 h 840142"/>
                  <a:gd name="connsiteX8" fmla="*/ 37400 w 1995392"/>
                  <a:gd name="connsiteY8" fmla="*/ 700116 h 840142"/>
                  <a:gd name="connsiteX9" fmla="*/ 33765 w 1995392"/>
                  <a:gd name="connsiteY9" fmla="*/ 404242 h 840142"/>
                  <a:gd name="connsiteX0" fmla="*/ 0 w 1961627"/>
                  <a:gd name="connsiteY0" fmla="*/ 404242 h 840142"/>
                  <a:gd name="connsiteX1" fmla="*/ 1821601 w 1961627"/>
                  <a:gd name="connsiteY1" fmla="*/ 0 h 840142"/>
                  <a:gd name="connsiteX2" fmla="*/ 1961627 w 1961627"/>
                  <a:gd name="connsiteY2" fmla="*/ 140026 h 840142"/>
                  <a:gd name="connsiteX3" fmla="*/ 1957389 w 1961627"/>
                  <a:gd name="connsiteY3" fmla="*/ 413767 h 840142"/>
                  <a:gd name="connsiteX4" fmla="*/ 1961627 w 1961627"/>
                  <a:gd name="connsiteY4" fmla="*/ 700116 h 840142"/>
                  <a:gd name="connsiteX5" fmla="*/ 1821601 w 1961627"/>
                  <a:gd name="connsiteY5" fmla="*/ 840142 h 840142"/>
                  <a:gd name="connsiteX6" fmla="*/ 143661 w 1961627"/>
                  <a:gd name="connsiteY6" fmla="*/ 840142 h 840142"/>
                  <a:gd name="connsiteX7" fmla="*/ 3635 w 1961627"/>
                  <a:gd name="connsiteY7" fmla="*/ 700116 h 840142"/>
                  <a:gd name="connsiteX8" fmla="*/ 0 w 1961627"/>
                  <a:gd name="connsiteY8" fmla="*/ 404242 h 840142"/>
                  <a:gd name="connsiteX0" fmla="*/ 0 w 2004794"/>
                  <a:gd name="connsiteY0" fmla="*/ 404242 h 840142"/>
                  <a:gd name="connsiteX1" fmla="*/ 1821601 w 2004794"/>
                  <a:gd name="connsiteY1" fmla="*/ 0 h 840142"/>
                  <a:gd name="connsiteX2" fmla="*/ 1957389 w 2004794"/>
                  <a:gd name="connsiteY2" fmla="*/ 413767 h 840142"/>
                  <a:gd name="connsiteX3" fmla="*/ 1961627 w 2004794"/>
                  <a:gd name="connsiteY3" fmla="*/ 700116 h 840142"/>
                  <a:gd name="connsiteX4" fmla="*/ 1821601 w 2004794"/>
                  <a:gd name="connsiteY4" fmla="*/ 840142 h 840142"/>
                  <a:gd name="connsiteX5" fmla="*/ 143661 w 2004794"/>
                  <a:gd name="connsiteY5" fmla="*/ 840142 h 840142"/>
                  <a:gd name="connsiteX6" fmla="*/ 3635 w 2004794"/>
                  <a:gd name="connsiteY6" fmla="*/ 700116 h 840142"/>
                  <a:gd name="connsiteX7" fmla="*/ 0 w 2004794"/>
                  <a:gd name="connsiteY7" fmla="*/ 404242 h 840142"/>
                  <a:gd name="connsiteX0" fmla="*/ 0 w 1961627"/>
                  <a:gd name="connsiteY0" fmla="*/ 31920 h 467820"/>
                  <a:gd name="connsiteX1" fmla="*/ 1957389 w 1961627"/>
                  <a:gd name="connsiteY1" fmla="*/ 41445 h 467820"/>
                  <a:gd name="connsiteX2" fmla="*/ 1961627 w 1961627"/>
                  <a:gd name="connsiteY2" fmla="*/ 327794 h 467820"/>
                  <a:gd name="connsiteX3" fmla="*/ 1821601 w 1961627"/>
                  <a:gd name="connsiteY3" fmla="*/ 467820 h 467820"/>
                  <a:gd name="connsiteX4" fmla="*/ 143661 w 1961627"/>
                  <a:gd name="connsiteY4" fmla="*/ 467820 h 467820"/>
                  <a:gd name="connsiteX5" fmla="*/ 3635 w 1961627"/>
                  <a:gd name="connsiteY5" fmla="*/ 327794 h 467820"/>
                  <a:gd name="connsiteX6" fmla="*/ 0 w 1961627"/>
                  <a:gd name="connsiteY6" fmla="*/ 31920 h 467820"/>
                  <a:gd name="connsiteX0" fmla="*/ 0 w 1961627"/>
                  <a:gd name="connsiteY0" fmla="*/ 13946 h 449846"/>
                  <a:gd name="connsiteX1" fmla="*/ 1957389 w 1961627"/>
                  <a:gd name="connsiteY1" fmla="*/ 23471 h 449846"/>
                  <a:gd name="connsiteX2" fmla="*/ 1961627 w 1961627"/>
                  <a:gd name="connsiteY2" fmla="*/ 309820 h 449846"/>
                  <a:gd name="connsiteX3" fmla="*/ 1821601 w 1961627"/>
                  <a:gd name="connsiteY3" fmla="*/ 449846 h 449846"/>
                  <a:gd name="connsiteX4" fmla="*/ 143661 w 1961627"/>
                  <a:gd name="connsiteY4" fmla="*/ 449846 h 449846"/>
                  <a:gd name="connsiteX5" fmla="*/ 3635 w 1961627"/>
                  <a:gd name="connsiteY5" fmla="*/ 309820 h 449846"/>
                  <a:gd name="connsiteX6" fmla="*/ 0 w 1961627"/>
                  <a:gd name="connsiteY6" fmla="*/ 13946 h 449846"/>
                  <a:gd name="connsiteX0" fmla="*/ 0 w 1961627"/>
                  <a:gd name="connsiteY0" fmla="*/ 17961 h 453861"/>
                  <a:gd name="connsiteX1" fmla="*/ 1957389 w 1961627"/>
                  <a:gd name="connsiteY1" fmla="*/ 27486 h 453861"/>
                  <a:gd name="connsiteX2" fmla="*/ 1961627 w 1961627"/>
                  <a:gd name="connsiteY2" fmla="*/ 313835 h 453861"/>
                  <a:gd name="connsiteX3" fmla="*/ 1821601 w 1961627"/>
                  <a:gd name="connsiteY3" fmla="*/ 453861 h 453861"/>
                  <a:gd name="connsiteX4" fmla="*/ 143661 w 1961627"/>
                  <a:gd name="connsiteY4" fmla="*/ 453861 h 453861"/>
                  <a:gd name="connsiteX5" fmla="*/ 3635 w 1961627"/>
                  <a:gd name="connsiteY5" fmla="*/ 313835 h 453861"/>
                  <a:gd name="connsiteX6" fmla="*/ 0 w 1961627"/>
                  <a:gd name="connsiteY6" fmla="*/ 17961 h 453861"/>
                  <a:gd name="connsiteX0" fmla="*/ 0 w 1962506"/>
                  <a:gd name="connsiteY0" fmla="*/ 34771 h 470671"/>
                  <a:gd name="connsiteX1" fmla="*/ 1962151 w 1962506"/>
                  <a:gd name="connsiteY1" fmla="*/ 20484 h 470671"/>
                  <a:gd name="connsiteX2" fmla="*/ 1961627 w 1962506"/>
                  <a:gd name="connsiteY2" fmla="*/ 330645 h 470671"/>
                  <a:gd name="connsiteX3" fmla="*/ 1821601 w 1962506"/>
                  <a:gd name="connsiteY3" fmla="*/ 470671 h 470671"/>
                  <a:gd name="connsiteX4" fmla="*/ 143661 w 1962506"/>
                  <a:gd name="connsiteY4" fmla="*/ 470671 h 470671"/>
                  <a:gd name="connsiteX5" fmla="*/ 3635 w 1962506"/>
                  <a:gd name="connsiteY5" fmla="*/ 330645 h 470671"/>
                  <a:gd name="connsiteX6" fmla="*/ 0 w 1962506"/>
                  <a:gd name="connsiteY6" fmla="*/ 34771 h 470671"/>
                  <a:gd name="connsiteX0" fmla="*/ 0 w 1962506"/>
                  <a:gd name="connsiteY0" fmla="*/ 14287 h 450187"/>
                  <a:gd name="connsiteX1" fmla="*/ 1962151 w 1962506"/>
                  <a:gd name="connsiteY1" fmla="*/ 0 h 450187"/>
                  <a:gd name="connsiteX2" fmla="*/ 1961627 w 1962506"/>
                  <a:gd name="connsiteY2" fmla="*/ 310161 h 450187"/>
                  <a:gd name="connsiteX3" fmla="*/ 1821601 w 1962506"/>
                  <a:gd name="connsiteY3" fmla="*/ 450187 h 450187"/>
                  <a:gd name="connsiteX4" fmla="*/ 143661 w 1962506"/>
                  <a:gd name="connsiteY4" fmla="*/ 450187 h 450187"/>
                  <a:gd name="connsiteX5" fmla="*/ 3635 w 1962506"/>
                  <a:gd name="connsiteY5" fmla="*/ 310161 h 450187"/>
                  <a:gd name="connsiteX6" fmla="*/ 0 w 1962506"/>
                  <a:gd name="connsiteY6" fmla="*/ 14287 h 450187"/>
                  <a:gd name="connsiteX0" fmla="*/ 0 w 1962506"/>
                  <a:gd name="connsiteY0" fmla="*/ 2464 h 457414"/>
                  <a:gd name="connsiteX1" fmla="*/ 1962151 w 1962506"/>
                  <a:gd name="connsiteY1" fmla="*/ 7227 h 457414"/>
                  <a:gd name="connsiteX2" fmla="*/ 1961627 w 1962506"/>
                  <a:gd name="connsiteY2" fmla="*/ 317388 h 457414"/>
                  <a:gd name="connsiteX3" fmla="*/ 1821601 w 1962506"/>
                  <a:gd name="connsiteY3" fmla="*/ 457414 h 457414"/>
                  <a:gd name="connsiteX4" fmla="*/ 143661 w 1962506"/>
                  <a:gd name="connsiteY4" fmla="*/ 457414 h 457414"/>
                  <a:gd name="connsiteX5" fmla="*/ 3635 w 1962506"/>
                  <a:gd name="connsiteY5" fmla="*/ 317388 h 457414"/>
                  <a:gd name="connsiteX6" fmla="*/ 0 w 1962506"/>
                  <a:gd name="connsiteY6" fmla="*/ 2464 h 457414"/>
                  <a:gd name="connsiteX0" fmla="*/ 0 w 1967268"/>
                  <a:gd name="connsiteY0" fmla="*/ 4762 h 450187"/>
                  <a:gd name="connsiteX1" fmla="*/ 1966913 w 1967268"/>
                  <a:gd name="connsiteY1" fmla="*/ 0 h 450187"/>
                  <a:gd name="connsiteX2" fmla="*/ 1966389 w 1967268"/>
                  <a:gd name="connsiteY2" fmla="*/ 310161 h 450187"/>
                  <a:gd name="connsiteX3" fmla="*/ 1826363 w 1967268"/>
                  <a:gd name="connsiteY3" fmla="*/ 450187 h 450187"/>
                  <a:gd name="connsiteX4" fmla="*/ 148423 w 1967268"/>
                  <a:gd name="connsiteY4" fmla="*/ 450187 h 450187"/>
                  <a:gd name="connsiteX5" fmla="*/ 8397 w 1967268"/>
                  <a:gd name="connsiteY5" fmla="*/ 310161 h 450187"/>
                  <a:gd name="connsiteX6" fmla="*/ 0 w 1967268"/>
                  <a:gd name="connsiteY6" fmla="*/ 4762 h 450187"/>
                  <a:gd name="connsiteX0" fmla="*/ 0 w 1967268"/>
                  <a:gd name="connsiteY0" fmla="*/ 6401 h 451826"/>
                  <a:gd name="connsiteX1" fmla="*/ 1966913 w 1967268"/>
                  <a:gd name="connsiteY1" fmla="*/ 1639 h 451826"/>
                  <a:gd name="connsiteX2" fmla="*/ 1966389 w 1967268"/>
                  <a:gd name="connsiteY2" fmla="*/ 311800 h 451826"/>
                  <a:gd name="connsiteX3" fmla="*/ 1826363 w 1967268"/>
                  <a:gd name="connsiteY3" fmla="*/ 451826 h 451826"/>
                  <a:gd name="connsiteX4" fmla="*/ 148423 w 1967268"/>
                  <a:gd name="connsiteY4" fmla="*/ 451826 h 451826"/>
                  <a:gd name="connsiteX5" fmla="*/ 8397 w 1967268"/>
                  <a:gd name="connsiteY5" fmla="*/ 311800 h 451826"/>
                  <a:gd name="connsiteX6" fmla="*/ 0 w 1967268"/>
                  <a:gd name="connsiteY6" fmla="*/ 6401 h 451826"/>
                  <a:gd name="connsiteX0" fmla="*/ 0 w 1966913"/>
                  <a:gd name="connsiteY0" fmla="*/ 6401 h 451826"/>
                  <a:gd name="connsiteX1" fmla="*/ 1966913 w 1966913"/>
                  <a:gd name="connsiteY1" fmla="*/ 1639 h 451826"/>
                  <a:gd name="connsiteX2" fmla="*/ 1966389 w 1966913"/>
                  <a:gd name="connsiteY2" fmla="*/ 311800 h 451826"/>
                  <a:gd name="connsiteX3" fmla="*/ 1826363 w 1966913"/>
                  <a:gd name="connsiteY3" fmla="*/ 451826 h 451826"/>
                  <a:gd name="connsiteX4" fmla="*/ 148423 w 1966913"/>
                  <a:gd name="connsiteY4" fmla="*/ 451826 h 451826"/>
                  <a:gd name="connsiteX5" fmla="*/ 8397 w 1966913"/>
                  <a:gd name="connsiteY5" fmla="*/ 311800 h 451826"/>
                  <a:gd name="connsiteX6" fmla="*/ 0 w 1966913"/>
                  <a:gd name="connsiteY6" fmla="*/ 6401 h 451826"/>
                  <a:gd name="connsiteX0" fmla="*/ 0 w 1966913"/>
                  <a:gd name="connsiteY0" fmla="*/ 4861 h 450286"/>
                  <a:gd name="connsiteX1" fmla="*/ 1966913 w 1966913"/>
                  <a:gd name="connsiteY1" fmla="*/ 99 h 450286"/>
                  <a:gd name="connsiteX2" fmla="*/ 1966389 w 1966913"/>
                  <a:gd name="connsiteY2" fmla="*/ 310260 h 450286"/>
                  <a:gd name="connsiteX3" fmla="*/ 1826363 w 1966913"/>
                  <a:gd name="connsiteY3" fmla="*/ 450286 h 450286"/>
                  <a:gd name="connsiteX4" fmla="*/ 148423 w 1966913"/>
                  <a:gd name="connsiteY4" fmla="*/ 450286 h 450286"/>
                  <a:gd name="connsiteX5" fmla="*/ 8397 w 1966913"/>
                  <a:gd name="connsiteY5" fmla="*/ 310260 h 450286"/>
                  <a:gd name="connsiteX6" fmla="*/ 0 w 1966913"/>
                  <a:gd name="connsiteY6" fmla="*/ 4861 h 450286"/>
                  <a:gd name="connsiteX0" fmla="*/ 0 w 1963738"/>
                  <a:gd name="connsiteY0" fmla="*/ 7806 h 450261"/>
                  <a:gd name="connsiteX1" fmla="*/ 1963738 w 1963738"/>
                  <a:gd name="connsiteY1" fmla="*/ 74 h 450261"/>
                  <a:gd name="connsiteX2" fmla="*/ 1963214 w 1963738"/>
                  <a:gd name="connsiteY2" fmla="*/ 310235 h 450261"/>
                  <a:gd name="connsiteX3" fmla="*/ 1823188 w 1963738"/>
                  <a:gd name="connsiteY3" fmla="*/ 450261 h 450261"/>
                  <a:gd name="connsiteX4" fmla="*/ 145248 w 1963738"/>
                  <a:gd name="connsiteY4" fmla="*/ 450261 h 450261"/>
                  <a:gd name="connsiteX5" fmla="*/ 5222 w 1963738"/>
                  <a:gd name="connsiteY5" fmla="*/ 310235 h 450261"/>
                  <a:gd name="connsiteX6" fmla="*/ 0 w 1963738"/>
                  <a:gd name="connsiteY6" fmla="*/ 7806 h 450261"/>
                  <a:gd name="connsiteX0" fmla="*/ 0 w 1963738"/>
                  <a:gd name="connsiteY0" fmla="*/ 0 h 442455"/>
                  <a:gd name="connsiteX1" fmla="*/ 1963738 w 1963738"/>
                  <a:gd name="connsiteY1" fmla="*/ 1178 h 442455"/>
                  <a:gd name="connsiteX2" fmla="*/ 1963214 w 1963738"/>
                  <a:gd name="connsiteY2" fmla="*/ 302429 h 442455"/>
                  <a:gd name="connsiteX3" fmla="*/ 1823188 w 1963738"/>
                  <a:gd name="connsiteY3" fmla="*/ 442455 h 442455"/>
                  <a:gd name="connsiteX4" fmla="*/ 145248 w 1963738"/>
                  <a:gd name="connsiteY4" fmla="*/ 442455 h 442455"/>
                  <a:gd name="connsiteX5" fmla="*/ 5222 w 1963738"/>
                  <a:gd name="connsiteY5" fmla="*/ 302429 h 442455"/>
                  <a:gd name="connsiteX6" fmla="*/ 0 w 1963738"/>
                  <a:gd name="connsiteY6" fmla="*/ 0 h 442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63738" h="442455">
                    <a:moveTo>
                      <a:pt x="0" y="0"/>
                    </a:moveTo>
                    <a:lnTo>
                      <a:pt x="1963738" y="1178"/>
                    </a:lnTo>
                    <a:cubicBezTo>
                      <a:pt x="1961976" y="494601"/>
                      <a:pt x="1961801" y="206979"/>
                      <a:pt x="1963214" y="302429"/>
                    </a:cubicBezTo>
                    <a:cubicBezTo>
                      <a:pt x="1963214" y="379763"/>
                      <a:pt x="1900522" y="442455"/>
                      <a:pt x="1823188" y="442455"/>
                    </a:cubicBezTo>
                    <a:lnTo>
                      <a:pt x="145248" y="442455"/>
                    </a:lnTo>
                    <a:cubicBezTo>
                      <a:pt x="67914" y="442455"/>
                      <a:pt x="5222" y="379763"/>
                      <a:pt x="5222" y="302429"/>
                    </a:cubicBezTo>
                    <a:cubicBezTo>
                      <a:pt x="4010" y="203804"/>
                      <a:pt x="1212" y="98625"/>
                      <a:pt x="0" y="0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78" name="77 CuadroTexto"/>
            <p:cNvSpPr txBox="1"/>
            <p:nvPr/>
          </p:nvSpPr>
          <p:spPr>
            <a:xfrm>
              <a:off x="370200" y="5119092"/>
              <a:ext cx="20570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FF0000"/>
                  </a:solidFill>
                </a:rPr>
                <a:t>prepareStatement</a:t>
              </a:r>
              <a:endParaRPr lang="es-ES" dirty="0">
                <a:solidFill>
                  <a:srgbClr val="FF0000"/>
                </a:solidFill>
              </a:endParaRPr>
            </a:p>
            <a:p>
              <a:pPr algn="ctr"/>
              <a:r>
                <a:rPr lang="es-ES" dirty="0">
                  <a:solidFill>
                    <a:srgbClr val="FF0000"/>
                  </a:solidFill>
                </a:rPr>
                <a:t>(</a:t>
              </a:r>
              <a:r>
                <a:rPr lang="es-ES" sz="1600" dirty="0">
                  <a:solidFill>
                    <a:srgbClr val="00B050"/>
                  </a:solidFill>
                </a:rPr>
                <a:t>SENTENCIA SQL INCOMPLETA</a:t>
              </a:r>
              <a:r>
                <a:rPr lang="es-ES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sp>
        <p:nvSpPr>
          <p:cNvPr id="84" name="83 CuadroTexto"/>
          <p:cNvSpPr txBox="1"/>
          <p:nvPr/>
        </p:nvSpPr>
        <p:spPr>
          <a:xfrm>
            <a:off x="3914921" y="5635922"/>
            <a:ext cx="2771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 err="1">
                <a:solidFill>
                  <a:srgbClr val="FF0000"/>
                </a:solidFill>
              </a:rPr>
              <a:t>setString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1</a:t>
            </a:r>
            <a:r>
              <a:rPr lang="es-ES" sz="1600" dirty="0"/>
              <a:t>,</a:t>
            </a:r>
            <a:r>
              <a:rPr lang="es-ES" sz="1600" dirty="0">
                <a:solidFill>
                  <a:srgbClr val="00B050"/>
                </a:solidFill>
              </a:rPr>
              <a:t> </a:t>
            </a:r>
            <a:r>
              <a:rPr lang="es-ES" sz="1600" dirty="0">
                <a:solidFill>
                  <a:srgbClr val="FFC000"/>
                </a:solidFill>
              </a:rPr>
              <a:t>valor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lang="es-ES" sz="1600" dirty="0" err="1">
                <a:solidFill>
                  <a:srgbClr val="FF0000"/>
                </a:solidFill>
              </a:rPr>
              <a:t>setString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2</a:t>
            </a:r>
            <a:r>
              <a:rPr lang="es-ES" sz="1600" dirty="0"/>
              <a:t>,</a:t>
            </a:r>
            <a:r>
              <a:rPr lang="es-ES" sz="1600" dirty="0">
                <a:solidFill>
                  <a:srgbClr val="00B050"/>
                </a:solidFill>
              </a:rPr>
              <a:t> </a:t>
            </a:r>
            <a:r>
              <a:rPr lang="es-ES" sz="1600" dirty="0">
                <a:solidFill>
                  <a:srgbClr val="FFC000"/>
                </a:solidFill>
              </a:rPr>
              <a:t>valor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3 Rectángulo"/>
          <p:cNvSpPr/>
          <p:nvPr/>
        </p:nvSpPr>
        <p:spPr>
          <a:xfrm>
            <a:off x="3559629" y="3907558"/>
            <a:ext cx="34943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i="1" dirty="0" err="1"/>
              <a:t>pst</a:t>
            </a:r>
            <a:r>
              <a:rPr lang="es-ES" sz="1600" i="1" dirty="0" err="1"/>
              <a:t>.</a:t>
            </a:r>
            <a:r>
              <a:rPr lang="es-ES" sz="1600" i="1" dirty="0" err="1">
                <a:solidFill>
                  <a:srgbClr val="FF0000"/>
                </a:solidFill>
              </a:rPr>
              <a:t>setString</a:t>
            </a:r>
            <a:r>
              <a:rPr lang="es-ES" sz="1600" i="1" dirty="0">
                <a:solidFill>
                  <a:srgbClr val="FF0000"/>
                </a:solidFill>
              </a:rPr>
              <a:t> (</a:t>
            </a:r>
            <a:r>
              <a:rPr lang="es-ES" sz="1600" i="1" dirty="0">
                <a:solidFill>
                  <a:srgbClr val="00B050"/>
                </a:solidFill>
              </a:rPr>
              <a:t>1</a:t>
            </a:r>
            <a:r>
              <a:rPr lang="es-ES" sz="1600" i="1" dirty="0"/>
              <a:t>,</a:t>
            </a:r>
            <a:r>
              <a:rPr lang="es-ES" sz="1600" i="1" dirty="0">
                <a:solidFill>
                  <a:srgbClr val="FF0000"/>
                </a:solidFill>
              </a:rPr>
              <a:t> </a:t>
            </a:r>
            <a:r>
              <a:rPr lang="es-ES" sz="1600" i="1" dirty="0"/>
              <a:t>"</a:t>
            </a:r>
            <a:r>
              <a:rPr lang="es-ES" sz="1600" i="1" dirty="0" err="1">
                <a:solidFill>
                  <a:srgbClr val="FFC000"/>
                </a:solidFill>
              </a:rPr>
              <a:t>Queen</a:t>
            </a:r>
            <a:r>
              <a:rPr lang="es-ES" sz="1600" i="1" dirty="0"/>
              <a:t>")</a:t>
            </a:r>
          </a:p>
          <a:p>
            <a:pPr algn="ctr"/>
            <a:r>
              <a:rPr lang="es-ES" sz="1600" b="1" i="1" dirty="0" err="1"/>
              <a:t>pst</a:t>
            </a:r>
            <a:r>
              <a:rPr lang="es-ES" sz="1600" i="1" dirty="0" err="1"/>
              <a:t>.</a:t>
            </a:r>
            <a:r>
              <a:rPr lang="es-ES" sz="1600" i="1" dirty="0" err="1">
                <a:solidFill>
                  <a:srgbClr val="FF0000"/>
                </a:solidFill>
              </a:rPr>
              <a:t>setString</a:t>
            </a:r>
            <a:r>
              <a:rPr lang="es-ES" sz="1600" i="1" dirty="0">
                <a:solidFill>
                  <a:srgbClr val="FF0000"/>
                </a:solidFill>
              </a:rPr>
              <a:t> (</a:t>
            </a:r>
            <a:r>
              <a:rPr lang="es-ES" sz="1600" i="1" dirty="0">
                <a:solidFill>
                  <a:srgbClr val="00B050"/>
                </a:solidFill>
              </a:rPr>
              <a:t>2</a:t>
            </a:r>
            <a:r>
              <a:rPr lang="es-ES" sz="1600" i="1" dirty="0"/>
              <a:t>,</a:t>
            </a:r>
            <a:r>
              <a:rPr lang="es-ES" sz="1600" i="1" dirty="0">
                <a:solidFill>
                  <a:srgbClr val="FF0000"/>
                </a:solidFill>
              </a:rPr>
              <a:t> </a:t>
            </a:r>
            <a:r>
              <a:rPr lang="es-ES" sz="1600" i="1" dirty="0"/>
              <a:t>"</a:t>
            </a:r>
            <a:r>
              <a:rPr lang="es-ES" sz="1600" i="1" dirty="0" err="1">
                <a:solidFill>
                  <a:srgbClr val="FFC000"/>
                </a:solidFill>
              </a:rPr>
              <a:t>Aidalai</a:t>
            </a:r>
            <a:r>
              <a:rPr lang="es-ES" sz="1600" i="1" dirty="0"/>
              <a:t>"</a:t>
            </a:r>
            <a:r>
              <a:rPr lang="es-ES" sz="1600" i="1" dirty="0">
                <a:solidFill>
                  <a:srgbClr val="FF0000"/>
                </a:solidFill>
              </a:rPr>
              <a:t>) </a:t>
            </a:r>
          </a:p>
        </p:txBody>
      </p:sp>
      <p:grpSp>
        <p:nvGrpSpPr>
          <p:cNvPr id="44" name="43 Grupo"/>
          <p:cNvGrpSpPr/>
          <p:nvPr/>
        </p:nvGrpSpPr>
        <p:grpSpPr>
          <a:xfrm>
            <a:off x="7581290" y="5538514"/>
            <a:ext cx="1239182" cy="1058838"/>
            <a:chOff x="4180982" y="196053"/>
            <a:chExt cx="1043608" cy="1221575"/>
          </a:xfrm>
        </p:grpSpPr>
        <p:sp>
          <p:nvSpPr>
            <p:cNvPr id="46" name="45 Cilindro"/>
            <p:cNvSpPr/>
            <p:nvPr/>
          </p:nvSpPr>
          <p:spPr>
            <a:xfrm>
              <a:off x="4180982" y="196053"/>
              <a:ext cx="1043608" cy="1221575"/>
            </a:xfrm>
            <a:prstGeom prst="can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46 CuadroTexto"/>
            <p:cNvSpPr txBox="1"/>
            <p:nvPr/>
          </p:nvSpPr>
          <p:spPr>
            <a:xfrm>
              <a:off x="4211960" y="548680"/>
              <a:ext cx="978996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bg1"/>
                  </a:solidFill>
                </a:rPr>
                <a:t>Servidor</a:t>
              </a:r>
            </a:p>
            <a:p>
              <a:pPr algn="ctr"/>
              <a:r>
                <a:rPr lang="es-ES" sz="2000" b="1" dirty="0" err="1">
                  <a:solidFill>
                    <a:schemeClr val="bg1"/>
                  </a:solidFill>
                </a:rPr>
                <a:t>MySQL</a:t>
              </a:r>
              <a:endParaRPr lang="es-E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8" name="47 Flecha arriba"/>
          <p:cNvSpPr/>
          <p:nvPr/>
        </p:nvSpPr>
        <p:spPr>
          <a:xfrm rot="5400000">
            <a:off x="6944287" y="2656347"/>
            <a:ext cx="417773" cy="594107"/>
          </a:xfrm>
          <a:prstGeom prst="up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48 Flecha arriba"/>
          <p:cNvSpPr/>
          <p:nvPr/>
        </p:nvSpPr>
        <p:spPr>
          <a:xfrm rot="5400000">
            <a:off x="6937025" y="6061894"/>
            <a:ext cx="417773" cy="594107"/>
          </a:xfrm>
          <a:prstGeom prst="up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" name="5 Conector recto"/>
          <p:cNvCxnSpPr/>
          <p:nvPr/>
        </p:nvCxnSpPr>
        <p:spPr>
          <a:xfrm>
            <a:off x="4067944" y="4564341"/>
            <a:ext cx="2629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Rectángulo"/>
          <p:cNvSpPr/>
          <p:nvPr/>
        </p:nvSpPr>
        <p:spPr>
          <a:xfrm>
            <a:off x="4440218" y="4564341"/>
            <a:ext cx="17506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b="1" i="1" dirty="0" err="1"/>
              <a:t>pst</a:t>
            </a:r>
            <a:r>
              <a:rPr lang="es-ES" sz="1600" i="1" dirty="0" err="1"/>
              <a:t>.</a:t>
            </a:r>
            <a:r>
              <a:rPr lang="es-ES" sz="1600" i="1" dirty="0" err="1">
                <a:solidFill>
                  <a:srgbClr val="FF0000"/>
                </a:solidFill>
              </a:rPr>
              <a:t>executeQuery</a:t>
            </a:r>
            <a:r>
              <a:rPr lang="es-ES" sz="1600" i="1" dirty="0">
                <a:solidFill>
                  <a:srgbClr val="FF0000"/>
                </a:solidFill>
              </a:rPr>
              <a:t>()</a:t>
            </a:r>
          </a:p>
        </p:txBody>
      </p:sp>
      <p:grpSp>
        <p:nvGrpSpPr>
          <p:cNvPr id="20" name="19 Grupo"/>
          <p:cNvGrpSpPr/>
          <p:nvPr/>
        </p:nvGrpSpPr>
        <p:grpSpPr>
          <a:xfrm>
            <a:off x="971600" y="750263"/>
            <a:ext cx="7200800" cy="373802"/>
            <a:chOff x="616566" y="750263"/>
            <a:chExt cx="7964288" cy="400110"/>
          </a:xfrm>
        </p:grpSpPr>
        <p:sp>
          <p:nvSpPr>
            <p:cNvPr id="56" name="55 Rectángulo"/>
            <p:cNvSpPr/>
            <p:nvPr/>
          </p:nvSpPr>
          <p:spPr>
            <a:xfrm>
              <a:off x="616566" y="762963"/>
              <a:ext cx="7964288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57 CuadroTexto"/>
            <p:cNvSpPr txBox="1"/>
            <p:nvPr/>
          </p:nvSpPr>
          <p:spPr>
            <a:xfrm>
              <a:off x="3945326" y="750263"/>
              <a:ext cx="12931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000" b="1" dirty="0" err="1">
                  <a:solidFill>
                    <a:srgbClr val="FF0000"/>
                  </a:solidFill>
                </a:rPr>
                <a:t>Statement</a:t>
              </a:r>
              <a:endParaRPr lang="es-ES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0" name="59 Grupo"/>
          <p:cNvGrpSpPr/>
          <p:nvPr/>
        </p:nvGrpSpPr>
        <p:grpSpPr>
          <a:xfrm>
            <a:off x="979294" y="3388930"/>
            <a:ext cx="7200800" cy="373802"/>
            <a:chOff x="616566" y="750263"/>
            <a:chExt cx="7964288" cy="400110"/>
          </a:xfrm>
        </p:grpSpPr>
        <p:sp>
          <p:nvSpPr>
            <p:cNvPr id="61" name="60 Rectángulo"/>
            <p:cNvSpPr/>
            <p:nvPr/>
          </p:nvSpPr>
          <p:spPr>
            <a:xfrm>
              <a:off x="616566" y="762963"/>
              <a:ext cx="7964288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61 CuadroTexto"/>
            <p:cNvSpPr txBox="1"/>
            <p:nvPr/>
          </p:nvSpPr>
          <p:spPr>
            <a:xfrm>
              <a:off x="891898" y="750263"/>
              <a:ext cx="74888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 err="1">
                  <a:solidFill>
                    <a:srgbClr val="FF0000"/>
                  </a:solidFill>
                </a:rPr>
                <a:t>PreparedStatement</a:t>
              </a:r>
              <a:endParaRPr lang="es-ES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373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/>
      <p:bldP spid="25" grpId="0"/>
      <p:bldP spid="65" grpId="0"/>
      <p:bldP spid="84" grpId="0"/>
      <p:bldP spid="4" grpId="0"/>
      <p:bldP spid="48" grpId="0" animBg="1"/>
      <p:bldP spid="49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MySQL</a:t>
            </a:r>
            <a:r>
              <a:rPr lang="es-ES" dirty="0"/>
              <a:t> (</a:t>
            </a:r>
            <a:r>
              <a:rPr lang="es-ES" dirty="0" err="1"/>
              <a:t>MySQLWorkBench</a:t>
            </a:r>
            <a:r>
              <a:rPr lang="es-ES" dirty="0"/>
              <a:t>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r>
              <a:rPr lang="es-ES" sz="2000" dirty="0"/>
              <a:t>En primer lugar, vamos a crear una base de datos con una simple tabla que llamamos productos.</a:t>
            </a:r>
          </a:p>
          <a:p>
            <a:r>
              <a:rPr lang="es-ES" sz="2000" dirty="0"/>
              <a:t>Creamos la tabla Productos en </a:t>
            </a:r>
            <a:r>
              <a:rPr lang="es-ES" sz="2000" dirty="0" err="1"/>
              <a:t>MySQLWorkBench</a:t>
            </a:r>
            <a:endParaRPr lang="es-ES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BD8D59-6373-0C4A-9B65-9957940A8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900" y="3068960"/>
            <a:ext cx="6372200" cy="176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3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Eclipse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Creamos un proyecto en Eclipse</a:t>
            </a:r>
          </a:p>
          <a:p>
            <a:r>
              <a:rPr lang="es-ES" dirty="0"/>
              <a:t>Creamos dos paquetes: modelos y servicios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6C1F990-2572-BE41-8330-555557F74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319" y="2565536"/>
            <a:ext cx="312420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119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Eclipse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b="0" dirty="0"/>
          </a:p>
          <a:p>
            <a:r>
              <a:rPr lang="es-ES" b="0" dirty="0"/>
              <a:t>Ahora, para conectar Java a </a:t>
            </a:r>
            <a:r>
              <a:rPr lang="es-ES" b="0" dirty="0" err="1"/>
              <a:t>MySQL</a:t>
            </a:r>
            <a:r>
              <a:rPr lang="es-ES" b="0" dirty="0"/>
              <a:t> tenemos que agregar un librería (</a:t>
            </a:r>
            <a:r>
              <a:rPr lang="es-ES" b="0" dirty="0" err="1"/>
              <a:t>mysql</a:t>
            </a:r>
            <a:r>
              <a:rPr lang="es-ES" b="0" dirty="0"/>
              <a:t>-</a:t>
            </a:r>
            <a:r>
              <a:rPr lang="es-ES" b="0" dirty="0" err="1"/>
              <a:t>connector</a:t>
            </a:r>
            <a:r>
              <a:rPr lang="es-ES" b="0" dirty="0"/>
              <a:t>-java)</a:t>
            </a:r>
          </a:p>
          <a:p>
            <a:pPr marL="0" indent="0">
              <a:buNone/>
            </a:pPr>
            <a:endParaRPr lang="es-ES" b="0" dirty="0"/>
          </a:p>
          <a:p>
            <a:r>
              <a:rPr lang="es-ES" b="0" dirty="0"/>
              <a:t>Ya sabéis agregar librería a proyectos. Os he facilitado la librería en el aula virtual. Agrégala a tu proyecto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A9FF04-5060-5D4C-AD5C-89B71D6FD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00" y="4077072"/>
            <a:ext cx="30734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81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dirty="0"/>
              <a:t>Creamos la clase </a:t>
            </a:r>
            <a:r>
              <a:rPr lang="es-ES" sz="1800" dirty="0" err="1"/>
              <a:t>Products</a:t>
            </a:r>
            <a:r>
              <a:rPr lang="es-ES" sz="1800" dirty="0"/>
              <a:t> dentro del paquete </a:t>
            </a:r>
            <a:r>
              <a:rPr lang="es-ES" sz="1800" dirty="0" err="1"/>
              <a:t>models</a:t>
            </a:r>
            <a:r>
              <a:rPr lang="es-ES" sz="1800" dirty="0"/>
              <a:t>.</a:t>
            </a:r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pPr marL="0" indent="0">
              <a:buNone/>
            </a:pPr>
            <a:endParaRPr lang="es-ES" sz="1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9F51132-DB0B-CD48-8F3D-67A65BBD7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700808"/>
            <a:ext cx="6963152" cy="419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73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600" b="0" dirty="0"/>
              <a:t>En el paquete </a:t>
            </a:r>
            <a:r>
              <a:rPr lang="es-ES" sz="1600" dirty="0" err="1"/>
              <a:t>services</a:t>
            </a:r>
            <a:r>
              <a:rPr lang="es-ES" sz="1600" b="0" dirty="0"/>
              <a:t>, vamos a crear una nueva clase llamada </a:t>
            </a:r>
            <a:r>
              <a:rPr lang="es-ES" sz="1600" dirty="0"/>
              <a:t>Conexion.java</a:t>
            </a:r>
            <a:r>
              <a:rPr lang="es-ES" sz="1600" b="0" dirty="0"/>
              <a:t> </a:t>
            </a:r>
            <a:endParaRPr lang="es-ES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4657E7-F118-F146-8727-B9ED3D6B3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030878"/>
            <a:ext cx="6758013" cy="333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9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0" dirty="0"/>
              <a:t>Vamos a crear una clase que nos servirá para realizar distintas operaciones sobre la BD. Dentro de la clase definimos un </a:t>
            </a:r>
            <a:r>
              <a:rPr lang="es-ES" b="0" dirty="0" err="1"/>
              <a:t>String</a:t>
            </a:r>
            <a:r>
              <a:rPr lang="es-ES" b="0" dirty="0"/>
              <a:t> que contiene el nombre de la tabla.</a:t>
            </a:r>
          </a:p>
          <a:p>
            <a:endParaRPr lang="es-ES" b="0" dirty="0"/>
          </a:p>
          <a:p>
            <a:endParaRPr lang="es-ES" b="0" dirty="0"/>
          </a:p>
          <a:p>
            <a:endParaRPr lang="es-ES" b="0" dirty="0"/>
          </a:p>
          <a:p>
            <a:endParaRPr lang="es-ES" b="0" dirty="0"/>
          </a:p>
          <a:p>
            <a:r>
              <a:rPr lang="es-ES" b="0" dirty="0"/>
              <a:t>Vamos viendo los distintos métodos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687681-373D-214A-A8C9-E17CD0470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065462"/>
            <a:ext cx="72771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70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(Método </a:t>
            </a:r>
            <a:r>
              <a:rPr lang="es-ES" dirty="0" err="1"/>
              <a:t>save</a:t>
            </a:r>
            <a:r>
              <a:rPr lang="es-ES" dirty="0"/>
              <a:t>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600" b="0" dirty="0"/>
              <a:t>El método</a:t>
            </a:r>
            <a:r>
              <a:rPr lang="es-ES" sz="1600" dirty="0"/>
              <a:t> </a:t>
            </a:r>
            <a:r>
              <a:rPr lang="es-ES" sz="1600" dirty="0" err="1"/>
              <a:t>save</a:t>
            </a:r>
            <a:r>
              <a:rPr lang="es-ES" sz="1600" dirty="0"/>
              <a:t>()</a:t>
            </a:r>
            <a:r>
              <a:rPr lang="es-ES" sz="1600" b="0" dirty="0"/>
              <a:t>, que recibirá como parámetro una instancia de conexión y un objeto </a:t>
            </a:r>
            <a:r>
              <a:rPr lang="es-ES" sz="1600" dirty="0" err="1"/>
              <a:t>Products</a:t>
            </a:r>
            <a:r>
              <a:rPr lang="es-ES" sz="1600" b="0" dirty="0"/>
              <a:t>. Si el objeto tiene el valor de id nulo, va a hacer un </a:t>
            </a:r>
            <a:r>
              <a:rPr lang="es-ES" sz="1600" dirty="0" err="1"/>
              <a:t>insert</a:t>
            </a:r>
            <a:r>
              <a:rPr lang="es-ES" sz="1600" b="0" dirty="0"/>
              <a:t>, de lo contrario un </a:t>
            </a:r>
            <a:r>
              <a:rPr lang="es-ES" sz="1600" dirty="0" err="1"/>
              <a:t>update</a:t>
            </a:r>
            <a:r>
              <a:rPr lang="es-ES" sz="1600" b="0" dirty="0"/>
              <a:t> en el registro con dicho id.</a:t>
            </a:r>
            <a:endParaRPr lang="es-ES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BD090D-DDF9-224A-9D21-8A0E7A5FC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78" y="2573133"/>
            <a:ext cx="7413043" cy="225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388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(Método </a:t>
            </a:r>
            <a:r>
              <a:rPr lang="es-ES" dirty="0" err="1"/>
              <a:t>getProduct</a:t>
            </a:r>
            <a:r>
              <a:rPr lang="es-ES" dirty="0"/>
              <a:t>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1600" b="0" dirty="0"/>
          </a:p>
          <a:p>
            <a:r>
              <a:rPr lang="es-ES" sz="1600" b="0" dirty="0"/>
              <a:t>El método </a:t>
            </a:r>
            <a:r>
              <a:rPr lang="es-ES" sz="1600" dirty="0" err="1"/>
              <a:t>getProduct</a:t>
            </a:r>
            <a:r>
              <a:rPr lang="es-ES" sz="1600" dirty="0"/>
              <a:t>()</a:t>
            </a:r>
            <a:r>
              <a:rPr lang="es-ES" sz="1600" b="0" dirty="0"/>
              <a:t>, recibirá la conexión y un id, y nos devolverá un objeto </a:t>
            </a:r>
            <a:r>
              <a:rPr lang="es-ES" sz="1600" dirty="0" err="1"/>
              <a:t>Products</a:t>
            </a:r>
            <a:r>
              <a:rPr lang="es-ES" sz="1600" dirty="0"/>
              <a:t> </a:t>
            </a:r>
            <a:r>
              <a:rPr lang="es-ES" sz="1600" b="0" dirty="0"/>
              <a:t>correspondiente a ese id, de lo contrario nos devolverá un valor </a:t>
            </a:r>
            <a:r>
              <a:rPr lang="es-ES" sz="1600" b="0" dirty="0" err="1"/>
              <a:t>null</a:t>
            </a:r>
            <a:r>
              <a:rPr lang="es-ES" sz="1600" b="0" dirty="0"/>
              <a:t>, en caso de que no encuentre ningún registro con ese id.</a:t>
            </a:r>
            <a:endParaRPr lang="es-ES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B3A1B4-444C-9246-8230-46D0D2535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492896"/>
            <a:ext cx="7506010" cy="276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83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(Método </a:t>
            </a:r>
            <a:r>
              <a:rPr lang="es-ES" dirty="0" err="1"/>
              <a:t>remove</a:t>
            </a:r>
            <a:r>
              <a:rPr lang="es-ES" dirty="0"/>
              <a:t>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1600" b="0" dirty="0"/>
          </a:p>
          <a:p>
            <a:r>
              <a:rPr lang="es-ES" sz="1600" b="0" dirty="0"/>
              <a:t>El método </a:t>
            </a:r>
            <a:r>
              <a:rPr lang="es-ES" sz="1600" dirty="0" err="1"/>
              <a:t>remove</a:t>
            </a:r>
            <a:r>
              <a:rPr lang="es-ES" sz="1600" dirty="0"/>
              <a:t>()</a:t>
            </a:r>
            <a:r>
              <a:rPr lang="es-ES" sz="1600" b="0" dirty="0"/>
              <a:t> recibirá un una instancia de conexión y el objeto </a:t>
            </a:r>
            <a:r>
              <a:rPr lang="es-ES" sz="1600" b="0" dirty="0" err="1"/>
              <a:t>Product</a:t>
            </a:r>
            <a:r>
              <a:rPr lang="es-ES" sz="1600" b="0" dirty="0"/>
              <a:t> que debe eliminar.</a:t>
            </a:r>
            <a:endParaRPr lang="es-ES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BDD0CE-D648-4443-9330-109C24852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710351"/>
            <a:ext cx="6588224" cy="143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90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(Método </a:t>
            </a:r>
            <a:r>
              <a:rPr lang="es-ES" dirty="0" err="1"/>
              <a:t>getAllProducts</a:t>
            </a:r>
            <a:r>
              <a:rPr lang="es-ES" dirty="0"/>
              <a:t>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1600" b="0" dirty="0"/>
          </a:p>
          <a:p>
            <a:r>
              <a:rPr lang="es-ES" sz="1600" b="0" dirty="0"/>
              <a:t>El método </a:t>
            </a:r>
            <a:r>
              <a:rPr lang="es-ES" sz="1600" dirty="0" err="1"/>
              <a:t>getAllProducts</a:t>
            </a:r>
            <a:r>
              <a:rPr lang="es-ES" sz="1600" dirty="0"/>
              <a:t>()</a:t>
            </a:r>
            <a:r>
              <a:rPr lang="es-ES" sz="1600" b="0" dirty="0"/>
              <a:t> también recibirá una instancia de conexión y nos devolverá una lista con todos los productos</a:t>
            </a:r>
            <a:endParaRPr lang="es-ES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DA3FEF-AB5D-7048-89B5-0E0F3A71D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276872"/>
            <a:ext cx="8201992" cy="260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99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Consideraciones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/>
              <a:t>No olvidaros de exportar/importar la BD siempre que estéis trabajando en local (lo ideal es acceder a un servidor donde esté alojada la base de datos).</a:t>
            </a:r>
          </a:p>
          <a:p>
            <a:endParaRPr lang="es-ES" dirty="0"/>
          </a:p>
          <a:p>
            <a:r>
              <a:rPr lang="es-ES" dirty="0"/>
              <a:t>Se puede trabajar casi con cualquier base de datos. Podríais probar a trabajar por ejemplo con bases de datos de clases realizadas bajo Oracle.</a:t>
            </a:r>
          </a:p>
        </p:txBody>
      </p:sp>
    </p:spTree>
    <p:extLst>
      <p:ext uri="{BB962C8B-B14F-4D97-AF65-F5344CB8AC3E}">
        <p14:creationId xmlns:p14="http://schemas.microsoft.com/office/powerpoint/2010/main" val="4116145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endParaRPr lang="es-ES"/>
          </a:p>
          <a:p>
            <a:r>
              <a:rPr lang="es-ES"/>
              <a:t>Descarga </a:t>
            </a:r>
            <a:r>
              <a:rPr lang="es-ES" dirty="0"/>
              <a:t>el proyecto de ejemplo y comprueba el funcionamiento de las distintas operaciones.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8015065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c019l">
  <a:themeElements>
    <a:clrScheme name="sample 3">
      <a:dk1>
        <a:srgbClr val="000066"/>
      </a:dk1>
      <a:lt1>
        <a:srgbClr val="FFFFFF"/>
      </a:lt1>
      <a:dk2>
        <a:srgbClr val="58A252"/>
      </a:dk2>
      <a:lt2>
        <a:srgbClr val="B2B2B2"/>
      </a:lt2>
      <a:accent1>
        <a:srgbClr val="0066FF"/>
      </a:accent1>
      <a:accent2>
        <a:srgbClr val="2C95A0"/>
      </a:accent2>
      <a:accent3>
        <a:srgbClr val="FFFFFF"/>
      </a:accent3>
      <a:accent4>
        <a:srgbClr val="000056"/>
      </a:accent4>
      <a:accent5>
        <a:srgbClr val="AAB8FF"/>
      </a:accent5>
      <a:accent6>
        <a:srgbClr val="278791"/>
      </a:accent6>
      <a:hlink>
        <a:srgbClr val="35BBE5"/>
      </a:hlink>
      <a:folHlink>
        <a:srgbClr val="872ECA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33CCCC"/>
        </a:accent1>
        <a:accent2>
          <a:srgbClr val="0099CC"/>
        </a:accent2>
        <a:accent3>
          <a:srgbClr val="FFFFFF"/>
        </a:accent3>
        <a:accent4>
          <a:srgbClr val="000056"/>
        </a:accent4>
        <a:accent5>
          <a:srgbClr val="ADE2E2"/>
        </a:accent5>
        <a:accent6>
          <a:srgbClr val="008AB9"/>
        </a:accent6>
        <a:hlink>
          <a:srgbClr val="6A9EB0"/>
        </a:hlink>
        <a:folHlink>
          <a:srgbClr val="66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66"/>
        </a:dk1>
        <a:lt1>
          <a:srgbClr val="FFFFFF"/>
        </a:lt1>
        <a:dk2>
          <a:srgbClr val="415CB3"/>
        </a:dk2>
        <a:lt2>
          <a:srgbClr val="B2B2B2"/>
        </a:lt2>
        <a:accent1>
          <a:srgbClr val="55AEEB"/>
        </a:accent1>
        <a:accent2>
          <a:srgbClr val="FF9933"/>
        </a:accent2>
        <a:accent3>
          <a:srgbClr val="FFFFFF"/>
        </a:accent3>
        <a:accent4>
          <a:srgbClr val="000056"/>
        </a:accent4>
        <a:accent5>
          <a:srgbClr val="B4D3F3"/>
        </a:accent5>
        <a:accent6>
          <a:srgbClr val="E78A2D"/>
        </a:accent6>
        <a:hlink>
          <a:srgbClr val="4D7AB5"/>
        </a:hlink>
        <a:folHlink>
          <a:srgbClr val="9964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0066FF"/>
        </a:accent1>
        <a:accent2>
          <a:srgbClr val="2C95A0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78791"/>
        </a:accent6>
        <a:hlink>
          <a:srgbClr val="35BBE5"/>
        </a:hlink>
        <a:folHlink>
          <a:srgbClr val="872EC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cdb2004c019l</Template>
  <TotalTime>28340</TotalTime>
  <Words>971</Words>
  <Application>Microsoft Office PowerPoint</Application>
  <PresentationFormat>Presentación en pantalla (4:3)</PresentationFormat>
  <Paragraphs>241</Paragraphs>
  <Slides>20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</vt:lpstr>
      <vt:lpstr>Calibri</vt:lpstr>
      <vt:lpstr>NewsGotT-Regu</vt:lpstr>
      <vt:lpstr>Times New Roman</vt:lpstr>
      <vt:lpstr>Verdana</vt:lpstr>
      <vt:lpstr>Wingdings</vt:lpstr>
      <vt:lpstr>cdb2004c019l</vt:lpstr>
      <vt:lpstr>Bases de Datos Relacionales en Java</vt:lpstr>
      <vt:lpstr>Contenido</vt:lpstr>
      <vt:lpstr>Introducción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MySQL (MySQLWorkBench)</vt:lpstr>
      <vt:lpstr>Eclipse</vt:lpstr>
      <vt:lpstr>Eclipse</vt:lpstr>
      <vt:lpstr>Java</vt:lpstr>
      <vt:lpstr>Java</vt:lpstr>
      <vt:lpstr>Java</vt:lpstr>
      <vt:lpstr>Java (Método save)</vt:lpstr>
      <vt:lpstr>Java (Método getProduct)</vt:lpstr>
      <vt:lpstr>Java (Método remove)</vt:lpstr>
      <vt:lpstr>Java (Método getAllProducts)</vt:lpstr>
      <vt:lpstr>Consideraciones</vt:lpstr>
      <vt:lpstr>Ejemplo</vt:lpstr>
    </vt:vector>
  </TitlesOfParts>
  <Company>RevolucionUnattended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UsuarioAdministrador</dc:creator>
  <cp:lastModifiedBy>Usuario</cp:lastModifiedBy>
  <cp:revision>1342</cp:revision>
  <dcterms:created xsi:type="dcterms:W3CDTF">2008-09-25T01:23:28Z</dcterms:created>
  <dcterms:modified xsi:type="dcterms:W3CDTF">2025-04-21T07:36:39Z</dcterms:modified>
</cp:coreProperties>
</file>