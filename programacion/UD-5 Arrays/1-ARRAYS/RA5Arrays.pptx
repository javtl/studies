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hiE/gE/oXAp7It/6zesxgwMNgd7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9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9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9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9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9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9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9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9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9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9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9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9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9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9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9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9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9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9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9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9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9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9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9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9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3" name="Google Shape;9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 name="Google Shape;10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3" name="Google Shape;11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6" name="Google Shape;21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1" name="Google Shape;28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5" name="Google Shape;35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9" name="Google Shape;39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6" name="Google Shape;43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8" name="Google Shape;51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4" name="Google Shape;57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2" name="Google Shape;61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2" name="Google Shape;66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04" name="Google Shape;70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72" name="Google Shape;77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70" name="Google Shape;87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87" name="Google Shape;88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3" name="Google Shape;99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7" name="Google Shape;106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73" name="Google Shape;117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18" name="Google Shape;131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6" name="Google Shape;141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22" name="Google Shape;142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28" name="Google Shape;142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5" name="Google Shape;143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41" name="Google Shape;1441;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47" name="Google Shape;144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53" name="Google Shape;145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p:cNvGrpSpPr/>
        <p:nvPr/>
      </p:nvGrpSpPr>
      <p:grpSpPr>
        <a:xfrm>
          <a:off x="0" y="0"/>
          <a:ext cx="0" cy="0"/>
          <a:chOff x="0" y="0"/>
          <a:chExt cx="0" cy="0"/>
        </a:xfrm>
      </p:grpSpPr>
      <p:sp>
        <p:nvSpPr>
          <p:cNvPr id="1580" name="Google Shape;1580;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81" name="Google Shape;158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89" name="Google Shape;158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3"/>
        <p:cNvGrpSpPr/>
        <p:nvPr/>
      </p:nvGrpSpPr>
      <p:grpSpPr>
        <a:xfrm>
          <a:off x="0" y="0"/>
          <a:ext cx="0" cy="0"/>
          <a:chOff x="0" y="0"/>
          <a:chExt cx="0" cy="0"/>
        </a:xfrm>
      </p:grpSpPr>
      <p:sp>
        <p:nvSpPr>
          <p:cNvPr id="1594" name="Google Shape;159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5" name="Google Shape;159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0"/>
        <p:cNvGrpSpPr/>
        <p:nvPr/>
      </p:nvGrpSpPr>
      <p:grpSpPr>
        <a:xfrm>
          <a:off x="0" y="0"/>
          <a:ext cx="0" cy="0"/>
          <a:chOff x="0" y="0"/>
          <a:chExt cx="0" cy="0"/>
        </a:xfrm>
      </p:grpSpPr>
      <p:sp>
        <p:nvSpPr>
          <p:cNvPr id="1601" name="Google Shape;1601;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02" name="Google Shape;1602;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08" name="Google Shape;160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2"/>
        <p:cNvGrpSpPr/>
        <p:nvPr/>
      </p:nvGrpSpPr>
      <p:grpSpPr>
        <a:xfrm>
          <a:off x="0" y="0"/>
          <a:ext cx="0" cy="0"/>
          <a:chOff x="0" y="0"/>
          <a:chExt cx="0" cy="0"/>
        </a:xfrm>
      </p:grpSpPr>
      <p:sp>
        <p:nvSpPr>
          <p:cNvPr id="1613" name="Google Shape;161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4" name="Google Shape;161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8"/>
        <p:cNvGrpSpPr/>
        <p:nvPr/>
      </p:nvGrpSpPr>
      <p:grpSpPr>
        <a:xfrm>
          <a:off x="0" y="0"/>
          <a:ext cx="0" cy="0"/>
          <a:chOff x="0" y="0"/>
          <a:chExt cx="0" cy="0"/>
        </a:xfrm>
      </p:grpSpPr>
      <p:sp>
        <p:nvSpPr>
          <p:cNvPr id="1619" name="Google Shape;161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20" name="Google Shape;162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4"/>
        <p:cNvGrpSpPr/>
        <p:nvPr/>
      </p:nvGrpSpPr>
      <p:grpSpPr>
        <a:xfrm>
          <a:off x="0" y="0"/>
          <a:ext cx="0" cy="0"/>
          <a:chOff x="0" y="0"/>
          <a:chExt cx="0" cy="0"/>
        </a:xfrm>
      </p:grpSpPr>
      <p:sp>
        <p:nvSpPr>
          <p:cNvPr id="1625" name="Google Shape;1625;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26" name="Google Shape;162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2" name="Google Shape;1632;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8" name="Google Shape;163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2"/>
          <p:cNvSpPr/>
          <p:nvPr/>
        </p:nvSpPr>
        <p:spPr>
          <a:xfrm>
            <a:off x="0" y="2708275"/>
            <a:ext cx="9144000" cy="874713"/>
          </a:xfrm>
          <a:prstGeom prst="rect">
            <a:avLst/>
          </a:prstGeom>
          <a:gradFill>
            <a:gsLst>
              <a:gs pos="0">
                <a:srgbClr val="0047B3"/>
              </a:gs>
              <a:gs pos="50000">
                <a:schemeClr val="accent1"/>
              </a:gs>
              <a:gs pos="100000">
                <a:srgbClr val="0047B3"/>
              </a:gs>
            </a:gsLst>
            <a:lin ang="0" scaled="0"/>
          </a:gra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24" name="Google Shape;24;p42"/>
          <p:cNvSpPr txBox="1"/>
          <p:nvPr/>
        </p:nvSpPr>
        <p:spPr>
          <a:xfrm>
            <a:off x="381000" y="271463"/>
            <a:ext cx="1089025" cy="415925"/>
          </a:xfrm>
          <a:prstGeom prst="rect">
            <a:avLst/>
          </a:prstGeom>
          <a:noFill/>
          <a:ln>
            <a:noFill/>
          </a:ln>
        </p:spPr>
        <p:txBody>
          <a:bodyPr spcFirstLastPara="1" wrap="square" lIns="95775" tIns="47875" rIns="95775" bIns="47875" anchor="t" anchorCtr="0">
            <a:spAutoFit/>
          </a:bodyPr>
          <a:lstStyle/>
          <a:p>
            <a:pPr marL="0" marR="0" lvl="0" indent="0" algn="l" rtl="0">
              <a:spcBef>
                <a:spcPts val="0"/>
              </a:spcBef>
              <a:spcAft>
                <a:spcPts val="0"/>
              </a:spcAft>
              <a:buNone/>
            </a:pPr>
            <a:r>
              <a:rPr lang="es-ES" sz="2100" b="1" i="0" u="none" strike="noStrike" cap="none">
                <a:solidFill>
                  <a:schemeClr val="lt1"/>
                </a:solidFill>
                <a:latin typeface="Verdana"/>
                <a:ea typeface="Verdana"/>
                <a:cs typeface="Verdana"/>
                <a:sym typeface="Verdana"/>
              </a:rPr>
              <a:t>LOGO</a:t>
            </a:r>
            <a:endParaRPr/>
          </a:p>
        </p:txBody>
      </p:sp>
      <p:grpSp>
        <p:nvGrpSpPr>
          <p:cNvPr id="25" name="Google Shape;25;p42"/>
          <p:cNvGrpSpPr/>
          <p:nvPr/>
        </p:nvGrpSpPr>
        <p:grpSpPr>
          <a:xfrm>
            <a:off x="-11113" y="-12700"/>
            <a:ext cx="9175751" cy="6870700"/>
            <a:chOff x="-7" y="-8"/>
            <a:chExt cx="5780" cy="4328"/>
          </a:xfrm>
        </p:grpSpPr>
        <p:sp>
          <p:nvSpPr>
            <p:cNvPr id="26" name="Google Shape;26;p42"/>
            <p:cNvSpPr/>
            <p:nvPr/>
          </p:nvSpPr>
          <p:spPr>
            <a:xfrm>
              <a:off x="17" y="16"/>
              <a:ext cx="5729" cy="4285"/>
            </a:xfrm>
            <a:prstGeom prst="roundRect">
              <a:avLst>
                <a:gd name="adj" fmla="val 6227"/>
              </a:avLst>
            </a:prstGeom>
            <a:noFill/>
            <a:ln w="762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27" name="Google Shape;27;p42"/>
            <p:cNvSpPr/>
            <p:nvPr/>
          </p:nvSpPr>
          <p:spPr>
            <a:xfrm>
              <a:off x="-3" y="-8"/>
              <a:ext cx="295" cy="289"/>
            </a:xfrm>
            <a:custGeom>
              <a:avLst/>
              <a:gdLst/>
              <a:ahLst/>
              <a:cxnLst/>
              <a:rect l="l" t="t" r="r" b="b"/>
              <a:pathLst>
                <a:path w="403" h="395" extrusionOk="0">
                  <a:moveTo>
                    <a:pt x="3" y="395"/>
                  </a:moveTo>
                  <a:lnTo>
                    <a:pt x="74" y="216"/>
                  </a:lnTo>
                  <a:lnTo>
                    <a:pt x="231" y="50"/>
                  </a:lnTo>
                  <a:lnTo>
                    <a:pt x="403" y="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28" name="Google Shape;28;p42"/>
            <p:cNvSpPr/>
            <p:nvPr/>
          </p:nvSpPr>
          <p:spPr>
            <a:xfrm>
              <a:off x="-7" y="3982"/>
              <a:ext cx="287" cy="338"/>
            </a:xfrm>
            <a:custGeom>
              <a:avLst/>
              <a:gdLst/>
              <a:ahLst/>
              <a:cxnLst/>
              <a:rect l="l" t="t" r="r" b="b"/>
              <a:pathLst>
                <a:path w="391" h="473" extrusionOk="0">
                  <a:moveTo>
                    <a:pt x="391" y="473"/>
                  </a:moveTo>
                  <a:lnTo>
                    <a:pt x="151" y="353"/>
                  </a:lnTo>
                  <a:lnTo>
                    <a:pt x="42" y="201"/>
                  </a:lnTo>
                  <a:lnTo>
                    <a:pt x="0" y="0"/>
                  </a:lnTo>
                  <a:lnTo>
                    <a:pt x="1" y="470"/>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29" name="Google Shape;29;p42"/>
            <p:cNvSpPr/>
            <p:nvPr/>
          </p:nvSpPr>
          <p:spPr>
            <a:xfrm>
              <a:off x="5499" y="4026"/>
              <a:ext cx="274" cy="287"/>
            </a:xfrm>
            <a:custGeom>
              <a:avLst/>
              <a:gdLst/>
              <a:ahLst/>
              <a:cxnLst/>
              <a:rect l="l" t="t" r="r" b="b"/>
              <a:pathLst>
                <a:path w="232" h="290" extrusionOk="0">
                  <a:moveTo>
                    <a:pt x="229" y="0"/>
                  </a:moveTo>
                  <a:lnTo>
                    <a:pt x="164" y="144"/>
                  </a:lnTo>
                  <a:lnTo>
                    <a:pt x="98" y="253"/>
                  </a:lnTo>
                  <a:lnTo>
                    <a:pt x="0" y="290"/>
                  </a:lnTo>
                  <a:lnTo>
                    <a:pt x="232" y="287"/>
                  </a:lnTo>
                </a:path>
              </a:pathLst>
            </a:custGeom>
            <a:solidFill>
              <a:schemeClr val="lt1"/>
            </a:solidFill>
            <a:ln w="9525"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30" name="Google Shape;30;p42"/>
            <p:cNvSpPr/>
            <p:nvPr/>
          </p:nvSpPr>
          <p:spPr>
            <a:xfrm>
              <a:off x="5467" y="0"/>
              <a:ext cx="302" cy="288"/>
            </a:xfrm>
            <a:custGeom>
              <a:avLst/>
              <a:gdLst/>
              <a:ahLst/>
              <a:cxnLst/>
              <a:rect l="l" t="t" r="r" b="b"/>
              <a:pathLst>
                <a:path w="403" h="403" extrusionOk="0">
                  <a:moveTo>
                    <a:pt x="0" y="0"/>
                  </a:moveTo>
                  <a:lnTo>
                    <a:pt x="221" y="96"/>
                  </a:lnTo>
                  <a:lnTo>
                    <a:pt x="353" y="231"/>
                  </a:lnTo>
                  <a:lnTo>
                    <a:pt x="403" y="403"/>
                  </a:lnTo>
                  <a:lnTo>
                    <a:pt x="403" y="0"/>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grpSp>
      <p:sp>
        <p:nvSpPr>
          <p:cNvPr id="31" name="Google Shape;31;p42"/>
          <p:cNvSpPr txBox="1">
            <a:spLocks noGrp="1"/>
          </p:cNvSpPr>
          <p:nvPr>
            <p:ph type="ctrTitle"/>
          </p:nvPr>
        </p:nvSpPr>
        <p:spPr>
          <a:xfrm>
            <a:off x="0" y="2720975"/>
            <a:ext cx="9144000" cy="817563"/>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sz="4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42"/>
          <p:cNvSpPr txBox="1">
            <a:spLocks noGrp="1"/>
          </p:cNvSpPr>
          <p:nvPr>
            <p:ph type="subTitle" idx="1"/>
          </p:nvPr>
        </p:nvSpPr>
        <p:spPr>
          <a:xfrm>
            <a:off x="990600" y="2176463"/>
            <a:ext cx="7086600" cy="436562"/>
          </a:xfrm>
          <a:prstGeom prst="rect">
            <a:avLst/>
          </a:prstGeom>
          <a:noFill/>
          <a:ln>
            <a:noFill/>
          </a:ln>
        </p:spPr>
        <p:txBody>
          <a:bodyPr spcFirstLastPara="1" wrap="square" lIns="95775" tIns="47875" rIns="95775" bIns="47875" anchor="t" anchorCtr="0">
            <a:noAutofit/>
          </a:bodyPr>
          <a:lstStyle>
            <a:lvl1pPr lvl="0" algn="ctr">
              <a:spcBef>
                <a:spcPts val="380"/>
              </a:spcBef>
              <a:spcAft>
                <a:spcPts val="0"/>
              </a:spcAft>
              <a:buSzPts val="1900"/>
              <a:buFont typeface="Noto Sans Symbols"/>
              <a:buNone/>
              <a:defRPr sz="1900">
                <a:solidFill>
                  <a:schemeClr val="lt1"/>
                </a:solidFill>
                <a:latin typeface="Arial"/>
                <a:ea typeface="Arial"/>
                <a:cs typeface="Arial"/>
                <a:sym typeface="Arial"/>
              </a:defRPr>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3"/>
        <p:cNvGrpSpPr/>
        <p:nvPr/>
      </p:nvGrpSpPr>
      <p:grpSpPr>
        <a:xfrm>
          <a:off x="0" y="0"/>
          <a:ext cx="0" cy="0"/>
          <a:chOff x="0" y="0"/>
          <a:chExt cx="0" cy="0"/>
        </a:xfrm>
      </p:grpSpPr>
      <p:sp>
        <p:nvSpPr>
          <p:cNvPr id="34" name="Google Shape;34;p43"/>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43"/>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 name="Google Shape;36;p43"/>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3"/>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i="0" u="none" strike="noStrike" cap="none">
                <a:solidFill>
                  <a:schemeClr val="dk1"/>
                </a:solidFill>
                <a:latin typeface="Verdana"/>
                <a:ea typeface="Verdana"/>
                <a:cs typeface="Verdana"/>
                <a:sym typeface="Verdana"/>
              </a:defRPr>
            </a:lvl1pPr>
            <a:lvl2pPr marL="0" lvl="1" indent="0" algn="ctr">
              <a:spcBef>
                <a:spcPts val="0"/>
              </a:spcBef>
              <a:spcAft>
                <a:spcPts val="0"/>
              </a:spcAft>
              <a:buNone/>
              <a:defRPr sz="1300" b="1" i="0" u="none" strike="noStrike" cap="none">
                <a:solidFill>
                  <a:schemeClr val="dk1"/>
                </a:solidFill>
                <a:latin typeface="Verdana"/>
                <a:ea typeface="Verdana"/>
                <a:cs typeface="Verdana"/>
                <a:sym typeface="Verdana"/>
              </a:defRPr>
            </a:lvl2pPr>
            <a:lvl3pPr marL="0" lvl="2" indent="0" algn="ctr">
              <a:spcBef>
                <a:spcPts val="0"/>
              </a:spcBef>
              <a:spcAft>
                <a:spcPts val="0"/>
              </a:spcAft>
              <a:buNone/>
              <a:defRPr sz="1300" b="1" i="0" u="none" strike="noStrike" cap="none">
                <a:solidFill>
                  <a:schemeClr val="dk1"/>
                </a:solidFill>
                <a:latin typeface="Verdana"/>
                <a:ea typeface="Verdana"/>
                <a:cs typeface="Verdana"/>
                <a:sym typeface="Verdana"/>
              </a:defRPr>
            </a:lvl3pPr>
            <a:lvl4pPr marL="0" lvl="3" indent="0" algn="ctr">
              <a:spcBef>
                <a:spcPts val="0"/>
              </a:spcBef>
              <a:spcAft>
                <a:spcPts val="0"/>
              </a:spcAft>
              <a:buNone/>
              <a:defRPr sz="1300" b="1" i="0" u="none" strike="noStrike" cap="none">
                <a:solidFill>
                  <a:schemeClr val="dk1"/>
                </a:solidFill>
                <a:latin typeface="Verdana"/>
                <a:ea typeface="Verdana"/>
                <a:cs typeface="Verdana"/>
                <a:sym typeface="Verdana"/>
              </a:defRPr>
            </a:lvl4pPr>
            <a:lvl5pPr marL="0" lvl="4" indent="0" algn="ctr">
              <a:spcBef>
                <a:spcPts val="0"/>
              </a:spcBef>
              <a:spcAft>
                <a:spcPts val="0"/>
              </a:spcAft>
              <a:buNone/>
              <a:defRPr sz="1300" b="1" i="0" u="none" strike="noStrike" cap="none">
                <a:solidFill>
                  <a:schemeClr val="dk1"/>
                </a:solidFill>
                <a:latin typeface="Verdana"/>
                <a:ea typeface="Verdana"/>
                <a:cs typeface="Verdana"/>
                <a:sym typeface="Verdana"/>
              </a:defRPr>
            </a:lvl5pPr>
            <a:lvl6pPr marL="0" lvl="5" indent="0" algn="ctr">
              <a:spcBef>
                <a:spcPts val="0"/>
              </a:spcBef>
              <a:spcAft>
                <a:spcPts val="0"/>
              </a:spcAft>
              <a:buNone/>
              <a:defRPr sz="1300" b="1" i="0" u="none" strike="noStrike" cap="none">
                <a:solidFill>
                  <a:schemeClr val="dk1"/>
                </a:solidFill>
                <a:latin typeface="Verdana"/>
                <a:ea typeface="Verdana"/>
                <a:cs typeface="Verdana"/>
                <a:sym typeface="Verdana"/>
              </a:defRPr>
            </a:lvl6pPr>
            <a:lvl7pPr marL="0" lvl="6" indent="0" algn="ctr">
              <a:spcBef>
                <a:spcPts val="0"/>
              </a:spcBef>
              <a:spcAft>
                <a:spcPts val="0"/>
              </a:spcAft>
              <a:buNone/>
              <a:defRPr sz="1300" b="1" i="0" u="none" strike="noStrike" cap="none">
                <a:solidFill>
                  <a:schemeClr val="dk1"/>
                </a:solidFill>
                <a:latin typeface="Verdana"/>
                <a:ea typeface="Verdana"/>
                <a:cs typeface="Verdana"/>
                <a:sym typeface="Verdana"/>
              </a:defRPr>
            </a:lvl7pPr>
            <a:lvl8pPr marL="0" lvl="7" indent="0" algn="ctr">
              <a:spcBef>
                <a:spcPts val="0"/>
              </a:spcBef>
              <a:spcAft>
                <a:spcPts val="0"/>
              </a:spcAft>
              <a:buNone/>
              <a:defRPr sz="1300" b="1" i="0" u="none" strike="noStrike" cap="none">
                <a:solidFill>
                  <a:schemeClr val="dk1"/>
                </a:solidFill>
                <a:latin typeface="Verdana"/>
                <a:ea typeface="Verdana"/>
                <a:cs typeface="Verdana"/>
                <a:sym typeface="Verdana"/>
              </a:defRPr>
            </a:lvl8pPr>
            <a:lvl9pPr marL="0" lvl="8" indent="0" algn="ctr">
              <a:spcBef>
                <a:spcPts val="0"/>
              </a:spcBef>
              <a:spcAft>
                <a:spcPts val="0"/>
              </a:spcAft>
              <a:buNone/>
              <a:defRPr sz="1300" b="1" i="0" u="none" strike="noStrike" cap="none">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8"/>
        <p:cNvGrpSpPr/>
        <p:nvPr/>
      </p:nvGrpSpPr>
      <p:grpSpPr>
        <a:xfrm>
          <a:off x="0" y="0"/>
          <a:ext cx="0" cy="0"/>
          <a:chOff x="0" y="0"/>
          <a:chExt cx="0" cy="0"/>
        </a:xfrm>
      </p:grpSpPr>
      <p:sp>
        <p:nvSpPr>
          <p:cNvPr id="39" name="Google Shape;39;p44"/>
          <p:cNvSpPr txBox="1">
            <a:spLocks noGrp="1"/>
          </p:cNvSpPr>
          <p:nvPr>
            <p:ph type="title"/>
          </p:nvPr>
        </p:nvSpPr>
        <p:spPr>
          <a:xfrm>
            <a:off x="722313" y="4406900"/>
            <a:ext cx="7772400" cy="1362075"/>
          </a:xfrm>
          <a:prstGeom prst="rect">
            <a:avLst/>
          </a:prstGeom>
          <a:noFill/>
          <a:ln>
            <a:noFill/>
          </a:ln>
        </p:spPr>
        <p:txBody>
          <a:bodyPr spcFirstLastPara="1" wrap="square" lIns="95775" tIns="47875" rIns="95775" bIns="47875"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44"/>
          <p:cNvSpPr txBox="1">
            <a:spLocks noGrp="1"/>
          </p:cNvSpPr>
          <p:nvPr>
            <p:ph type="body" idx="1"/>
          </p:nvPr>
        </p:nvSpPr>
        <p:spPr>
          <a:xfrm>
            <a:off x="722313" y="2906713"/>
            <a:ext cx="7772400" cy="1500187"/>
          </a:xfrm>
          <a:prstGeom prst="rect">
            <a:avLst/>
          </a:prstGeom>
          <a:noFill/>
          <a:ln>
            <a:noFill/>
          </a:ln>
        </p:spPr>
        <p:txBody>
          <a:bodyPr spcFirstLastPara="1" wrap="square" lIns="95775" tIns="47875" rIns="95775" bIns="47875"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41" name="Google Shape;41;p44"/>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4"/>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3"/>
        <p:cNvGrpSpPr/>
        <p:nvPr/>
      </p:nvGrpSpPr>
      <p:grpSpPr>
        <a:xfrm>
          <a:off x="0" y="0"/>
          <a:ext cx="0" cy="0"/>
          <a:chOff x="0" y="0"/>
          <a:chExt cx="0" cy="0"/>
        </a:xfrm>
      </p:grpSpPr>
      <p:sp>
        <p:nvSpPr>
          <p:cNvPr id="44" name="Google Shape;44;p45"/>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 name="Google Shape;45;p45"/>
          <p:cNvSpPr txBox="1">
            <a:spLocks noGrp="1"/>
          </p:cNvSpPr>
          <p:nvPr>
            <p:ph type="body" idx="1"/>
          </p:nvPr>
        </p:nvSpPr>
        <p:spPr>
          <a:xfrm>
            <a:off x="457200" y="1076325"/>
            <a:ext cx="4038600" cy="5248275"/>
          </a:xfrm>
          <a:prstGeom prst="rect">
            <a:avLst/>
          </a:prstGeom>
          <a:noFill/>
          <a:ln>
            <a:noFill/>
          </a:ln>
        </p:spPr>
        <p:txBody>
          <a:bodyPr spcFirstLastPara="1" wrap="square" lIns="95775" tIns="47875" rIns="95775" bIns="47875"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6" name="Google Shape;46;p45"/>
          <p:cNvSpPr txBox="1">
            <a:spLocks noGrp="1"/>
          </p:cNvSpPr>
          <p:nvPr>
            <p:ph type="body" idx="2"/>
          </p:nvPr>
        </p:nvSpPr>
        <p:spPr>
          <a:xfrm>
            <a:off x="4648200" y="1076325"/>
            <a:ext cx="4038600" cy="5248275"/>
          </a:xfrm>
          <a:prstGeom prst="rect">
            <a:avLst/>
          </a:prstGeom>
          <a:noFill/>
          <a:ln>
            <a:noFill/>
          </a:ln>
        </p:spPr>
        <p:txBody>
          <a:bodyPr spcFirstLastPara="1" wrap="square" lIns="95775" tIns="47875" rIns="95775" bIns="47875"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7" name="Google Shape;47;p45"/>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5"/>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9"/>
        <p:cNvGrpSpPr/>
        <p:nvPr/>
      </p:nvGrpSpPr>
      <p:grpSpPr>
        <a:xfrm>
          <a:off x="0" y="0"/>
          <a:ext cx="0" cy="0"/>
          <a:chOff x="0" y="0"/>
          <a:chExt cx="0" cy="0"/>
        </a:xfrm>
      </p:grpSpPr>
      <p:sp>
        <p:nvSpPr>
          <p:cNvPr id="50" name="Google Shape;50;p46"/>
          <p:cNvSpPr txBox="1">
            <a:spLocks noGrp="1"/>
          </p:cNvSpPr>
          <p:nvPr>
            <p:ph type="title"/>
          </p:nvPr>
        </p:nvSpPr>
        <p:spPr>
          <a:xfrm>
            <a:off x="457200" y="274638"/>
            <a:ext cx="8229600" cy="1143000"/>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46"/>
          <p:cNvSpPr txBox="1">
            <a:spLocks noGrp="1"/>
          </p:cNvSpPr>
          <p:nvPr>
            <p:ph type="body" idx="1"/>
          </p:nvPr>
        </p:nvSpPr>
        <p:spPr>
          <a:xfrm>
            <a:off x="457200" y="1535113"/>
            <a:ext cx="4040188" cy="639762"/>
          </a:xfrm>
          <a:prstGeom prst="rect">
            <a:avLst/>
          </a:prstGeom>
          <a:noFill/>
          <a:ln>
            <a:noFill/>
          </a:ln>
        </p:spPr>
        <p:txBody>
          <a:bodyPr spcFirstLastPara="1" wrap="square" lIns="95775" tIns="47875" rIns="95775" bIns="47875"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2" name="Google Shape;52;p46"/>
          <p:cNvSpPr txBox="1">
            <a:spLocks noGrp="1"/>
          </p:cNvSpPr>
          <p:nvPr>
            <p:ph type="body" idx="2"/>
          </p:nvPr>
        </p:nvSpPr>
        <p:spPr>
          <a:xfrm>
            <a:off x="457200" y="2174875"/>
            <a:ext cx="4040188" cy="3951288"/>
          </a:xfrm>
          <a:prstGeom prst="rect">
            <a:avLst/>
          </a:prstGeom>
          <a:noFill/>
          <a:ln>
            <a:noFill/>
          </a:ln>
        </p:spPr>
        <p:txBody>
          <a:bodyPr spcFirstLastPara="1" wrap="square" lIns="95775" tIns="47875" rIns="95775" bIns="47875"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3" name="Google Shape;53;p46"/>
          <p:cNvSpPr txBox="1">
            <a:spLocks noGrp="1"/>
          </p:cNvSpPr>
          <p:nvPr>
            <p:ph type="body" idx="3"/>
          </p:nvPr>
        </p:nvSpPr>
        <p:spPr>
          <a:xfrm>
            <a:off x="4645025" y="1535113"/>
            <a:ext cx="4041775" cy="639762"/>
          </a:xfrm>
          <a:prstGeom prst="rect">
            <a:avLst/>
          </a:prstGeom>
          <a:noFill/>
          <a:ln>
            <a:noFill/>
          </a:ln>
        </p:spPr>
        <p:txBody>
          <a:bodyPr spcFirstLastPara="1" wrap="square" lIns="95775" tIns="47875" rIns="95775" bIns="47875"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4" name="Google Shape;54;p46"/>
          <p:cNvSpPr txBox="1">
            <a:spLocks noGrp="1"/>
          </p:cNvSpPr>
          <p:nvPr>
            <p:ph type="body" idx="4"/>
          </p:nvPr>
        </p:nvSpPr>
        <p:spPr>
          <a:xfrm>
            <a:off x="4645025" y="2174875"/>
            <a:ext cx="4041775" cy="3951288"/>
          </a:xfrm>
          <a:prstGeom prst="rect">
            <a:avLst/>
          </a:prstGeom>
          <a:noFill/>
          <a:ln>
            <a:noFill/>
          </a:ln>
        </p:spPr>
        <p:txBody>
          <a:bodyPr spcFirstLastPara="1" wrap="square" lIns="95775" tIns="47875" rIns="95775" bIns="47875"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5" name="Google Shape;55;p46"/>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6"/>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57"/>
        <p:cNvGrpSpPr/>
        <p:nvPr/>
      </p:nvGrpSpPr>
      <p:grpSpPr>
        <a:xfrm>
          <a:off x="0" y="0"/>
          <a:ext cx="0" cy="0"/>
          <a:chOff x="0" y="0"/>
          <a:chExt cx="0" cy="0"/>
        </a:xfrm>
      </p:grpSpPr>
      <p:sp>
        <p:nvSpPr>
          <p:cNvPr id="58" name="Google Shape;58;p47"/>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9" name="Google Shape;59;p47"/>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7"/>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1"/>
        <p:cNvGrpSpPr/>
        <p:nvPr/>
      </p:nvGrpSpPr>
      <p:grpSpPr>
        <a:xfrm>
          <a:off x="0" y="0"/>
          <a:ext cx="0" cy="0"/>
          <a:chOff x="0" y="0"/>
          <a:chExt cx="0" cy="0"/>
        </a:xfrm>
      </p:grpSpPr>
      <p:sp>
        <p:nvSpPr>
          <p:cNvPr id="62" name="Google Shape;62;p48"/>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8"/>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4"/>
        <p:cNvGrpSpPr/>
        <p:nvPr/>
      </p:nvGrpSpPr>
      <p:grpSpPr>
        <a:xfrm>
          <a:off x="0" y="0"/>
          <a:ext cx="0" cy="0"/>
          <a:chOff x="0" y="0"/>
          <a:chExt cx="0" cy="0"/>
        </a:xfrm>
      </p:grpSpPr>
      <p:sp>
        <p:nvSpPr>
          <p:cNvPr id="65" name="Google Shape;65;p49"/>
          <p:cNvSpPr txBox="1">
            <a:spLocks noGrp="1"/>
          </p:cNvSpPr>
          <p:nvPr>
            <p:ph type="title"/>
          </p:nvPr>
        </p:nvSpPr>
        <p:spPr>
          <a:xfrm>
            <a:off x="457200" y="273050"/>
            <a:ext cx="3008313" cy="1162050"/>
          </a:xfrm>
          <a:prstGeom prst="rect">
            <a:avLst/>
          </a:prstGeom>
          <a:noFill/>
          <a:ln>
            <a:noFill/>
          </a:ln>
        </p:spPr>
        <p:txBody>
          <a:bodyPr spcFirstLastPara="1" wrap="square" lIns="95775" tIns="47875" rIns="95775" bIns="47875"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 name="Google Shape;66;p49"/>
          <p:cNvSpPr txBox="1">
            <a:spLocks noGrp="1"/>
          </p:cNvSpPr>
          <p:nvPr>
            <p:ph type="body" idx="1"/>
          </p:nvPr>
        </p:nvSpPr>
        <p:spPr>
          <a:xfrm>
            <a:off x="3575050" y="273050"/>
            <a:ext cx="5111750" cy="5853113"/>
          </a:xfrm>
          <a:prstGeom prst="rect">
            <a:avLst/>
          </a:prstGeom>
          <a:noFill/>
          <a:ln>
            <a:noFill/>
          </a:ln>
        </p:spPr>
        <p:txBody>
          <a:bodyPr spcFirstLastPara="1" wrap="square" lIns="95775" tIns="47875" rIns="95775" bIns="47875"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67" name="Google Shape;67;p49"/>
          <p:cNvSpPr txBox="1">
            <a:spLocks noGrp="1"/>
          </p:cNvSpPr>
          <p:nvPr>
            <p:ph type="body" idx="2"/>
          </p:nvPr>
        </p:nvSpPr>
        <p:spPr>
          <a:xfrm>
            <a:off x="457200" y="1435100"/>
            <a:ext cx="3008313" cy="4691063"/>
          </a:xfrm>
          <a:prstGeom prst="rect">
            <a:avLst/>
          </a:prstGeom>
          <a:noFill/>
          <a:ln>
            <a:noFill/>
          </a:ln>
        </p:spPr>
        <p:txBody>
          <a:bodyPr spcFirstLastPara="1" wrap="square" lIns="95775" tIns="47875" rIns="95775" bIns="47875"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8" name="Google Shape;68;p49"/>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9"/>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0"/>
        <p:cNvGrpSpPr/>
        <p:nvPr/>
      </p:nvGrpSpPr>
      <p:grpSpPr>
        <a:xfrm>
          <a:off x="0" y="0"/>
          <a:ext cx="0" cy="0"/>
          <a:chOff x="0" y="0"/>
          <a:chExt cx="0" cy="0"/>
        </a:xfrm>
      </p:grpSpPr>
      <p:sp>
        <p:nvSpPr>
          <p:cNvPr id="71" name="Google Shape;71;p50"/>
          <p:cNvSpPr txBox="1">
            <a:spLocks noGrp="1"/>
          </p:cNvSpPr>
          <p:nvPr>
            <p:ph type="title"/>
          </p:nvPr>
        </p:nvSpPr>
        <p:spPr>
          <a:xfrm>
            <a:off x="1792288" y="4800600"/>
            <a:ext cx="5486400" cy="566738"/>
          </a:xfrm>
          <a:prstGeom prst="rect">
            <a:avLst/>
          </a:prstGeom>
          <a:noFill/>
          <a:ln>
            <a:noFill/>
          </a:ln>
        </p:spPr>
        <p:txBody>
          <a:bodyPr spcFirstLastPara="1" wrap="square" lIns="95775" tIns="47875" rIns="95775" bIns="47875"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2" name="Google Shape;72;p50"/>
          <p:cNvSpPr>
            <a:spLocks noGrp="1"/>
          </p:cNvSpPr>
          <p:nvPr>
            <p:ph type="pic" idx="2"/>
          </p:nvPr>
        </p:nvSpPr>
        <p:spPr>
          <a:xfrm>
            <a:off x="1792288" y="612775"/>
            <a:ext cx="5486400" cy="4114800"/>
          </a:xfrm>
          <a:prstGeom prst="rect">
            <a:avLst/>
          </a:prstGeom>
          <a:noFill/>
          <a:ln>
            <a:noFill/>
          </a:ln>
        </p:spPr>
      </p:sp>
      <p:sp>
        <p:nvSpPr>
          <p:cNvPr id="73" name="Google Shape;73;p50"/>
          <p:cNvSpPr txBox="1">
            <a:spLocks noGrp="1"/>
          </p:cNvSpPr>
          <p:nvPr>
            <p:ph type="body" idx="1"/>
          </p:nvPr>
        </p:nvSpPr>
        <p:spPr>
          <a:xfrm>
            <a:off x="1792288" y="5367338"/>
            <a:ext cx="5486400" cy="804862"/>
          </a:xfrm>
          <a:prstGeom prst="rect">
            <a:avLst/>
          </a:prstGeom>
          <a:noFill/>
          <a:ln>
            <a:noFill/>
          </a:ln>
        </p:spPr>
        <p:txBody>
          <a:bodyPr spcFirstLastPara="1" wrap="square" lIns="95775" tIns="47875" rIns="95775" bIns="47875"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74" name="Google Shape;74;p50"/>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50"/>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6"/>
        <p:cNvGrpSpPr/>
        <p:nvPr/>
      </p:nvGrpSpPr>
      <p:grpSpPr>
        <a:xfrm>
          <a:off x="0" y="0"/>
          <a:ext cx="0" cy="0"/>
          <a:chOff x="0" y="0"/>
          <a:chExt cx="0" cy="0"/>
        </a:xfrm>
      </p:grpSpPr>
      <p:sp>
        <p:nvSpPr>
          <p:cNvPr id="77" name="Google Shape;77;p51"/>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51"/>
          <p:cNvSpPr txBox="1">
            <a:spLocks noGrp="1"/>
          </p:cNvSpPr>
          <p:nvPr>
            <p:ph type="body" idx="1"/>
          </p:nvPr>
        </p:nvSpPr>
        <p:spPr>
          <a:xfrm rot="5400000">
            <a:off x="1947863" y="-414337"/>
            <a:ext cx="5248275" cy="8229600"/>
          </a:xfrm>
          <a:prstGeom prst="rect">
            <a:avLst/>
          </a:prstGeom>
          <a:noFill/>
          <a:ln>
            <a:noFill/>
          </a:ln>
        </p:spPr>
        <p:txBody>
          <a:bodyPr spcFirstLastPara="1" wrap="square" lIns="95775" tIns="47875" rIns="95775" bIns="478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51"/>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1"/>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1"/>
        <p:cNvGrpSpPr/>
        <p:nvPr/>
      </p:nvGrpSpPr>
      <p:grpSpPr>
        <a:xfrm>
          <a:off x="0" y="0"/>
          <a:ext cx="0" cy="0"/>
          <a:chOff x="0" y="0"/>
          <a:chExt cx="0" cy="0"/>
        </a:xfrm>
      </p:grpSpPr>
      <p:sp>
        <p:nvSpPr>
          <p:cNvPr id="82" name="Google Shape;82;p52"/>
          <p:cNvSpPr txBox="1">
            <a:spLocks noGrp="1"/>
          </p:cNvSpPr>
          <p:nvPr>
            <p:ph type="title"/>
          </p:nvPr>
        </p:nvSpPr>
        <p:spPr>
          <a:xfrm rot="5400000">
            <a:off x="4522788" y="2160588"/>
            <a:ext cx="6270625" cy="2057400"/>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3" name="Google Shape;83;p52"/>
          <p:cNvSpPr txBox="1">
            <a:spLocks noGrp="1"/>
          </p:cNvSpPr>
          <p:nvPr>
            <p:ph type="body" idx="1"/>
          </p:nvPr>
        </p:nvSpPr>
        <p:spPr>
          <a:xfrm rot="5400000">
            <a:off x="331788" y="179387"/>
            <a:ext cx="6270625" cy="6019800"/>
          </a:xfrm>
          <a:prstGeom prst="rect">
            <a:avLst/>
          </a:prstGeom>
          <a:noFill/>
          <a:ln>
            <a:noFill/>
          </a:ln>
        </p:spPr>
        <p:txBody>
          <a:bodyPr spcFirstLastPara="1" wrap="square" lIns="95775" tIns="47875" rIns="95775" bIns="478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4" name="Google Shape;84;p52"/>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2"/>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abla" type="tbl">
  <p:cSld name="TABLE">
    <p:spTree>
      <p:nvGrpSpPr>
        <p:cNvPr id="1" name="Shape 86"/>
        <p:cNvGrpSpPr/>
        <p:nvPr/>
      </p:nvGrpSpPr>
      <p:grpSpPr>
        <a:xfrm>
          <a:off x="0" y="0"/>
          <a:ext cx="0" cy="0"/>
          <a:chOff x="0" y="0"/>
          <a:chExt cx="0" cy="0"/>
        </a:xfrm>
      </p:grpSpPr>
      <p:sp>
        <p:nvSpPr>
          <p:cNvPr id="87" name="Google Shape;87;p53"/>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 name="Google Shape;88;p53"/>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53"/>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lvl="0" indent="0" algn="ctr">
              <a:spcBef>
                <a:spcPts val="0"/>
              </a:spcBef>
              <a:spcAft>
                <a:spcPts val="0"/>
              </a:spcAft>
              <a:buNone/>
              <a:defRPr sz="1300" b="1">
                <a:solidFill>
                  <a:schemeClr val="dk1"/>
                </a:solidFill>
                <a:latin typeface="Verdana"/>
                <a:ea typeface="Verdana"/>
                <a:cs typeface="Verdana"/>
                <a:sym typeface="Verdana"/>
              </a:defRPr>
            </a:lvl1pPr>
            <a:lvl2pPr marL="0" lvl="1" indent="0" algn="ctr">
              <a:spcBef>
                <a:spcPts val="0"/>
              </a:spcBef>
              <a:spcAft>
                <a:spcPts val="0"/>
              </a:spcAft>
              <a:buNone/>
              <a:defRPr sz="1300" b="1">
                <a:solidFill>
                  <a:schemeClr val="dk1"/>
                </a:solidFill>
                <a:latin typeface="Verdana"/>
                <a:ea typeface="Verdana"/>
                <a:cs typeface="Verdana"/>
                <a:sym typeface="Verdana"/>
              </a:defRPr>
            </a:lvl2pPr>
            <a:lvl3pPr marL="0" lvl="2" indent="0" algn="ctr">
              <a:spcBef>
                <a:spcPts val="0"/>
              </a:spcBef>
              <a:spcAft>
                <a:spcPts val="0"/>
              </a:spcAft>
              <a:buNone/>
              <a:defRPr sz="1300" b="1">
                <a:solidFill>
                  <a:schemeClr val="dk1"/>
                </a:solidFill>
                <a:latin typeface="Verdana"/>
                <a:ea typeface="Verdana"/>
                <a:cs typeface="Verdana"/>
                <a:sym typeface="Verdana"/>
              </a:defRPr>
            </a:lvl3pPr>
            <a:lvl4pPr marL="0" lvl="3" indent="0" algn="ctr">
              <a:spcBef>
                <a:spcPts val="0"/>
              </a:spcBef>
              <a:spcAft>
                <a:spcPts val="0"/>
              </a:spcAft>
              <a:buNone/>
              <a:defRPr sz="1300" b="1">
                <a:solidFill>
                  <a:schemeClr val="dk1"/>
                </a:solidFill>
                <a:latin typeface="Verdana"/>
                <a:ea typeface="Verdana"/>
                <a:cs typeface="Verdana"/>
                <a:sym typeface="Verdana"/>
              </a:defRPr>
            </a:lvl4pPr>
            <a:lvl5pPr marL="0" lvl="4" indent="0" algn="ctr">
              <a:spcBef>
                <a:spcPts val="0"/>
              </a:spcBef>
              <a:spcAft>
                <a:spcPts val="0"/>
              </a:spcAft>
              <a:buNone/>
              <a:defRPr sz="1300" b="1">
                <a:solidFill>
                  <a:schemeClr val="dk1"/>
                </a:solidFill>
                <a:latin typeface="Verdana"/>
                <a:ea typeface="Verdana"/>
                <a:cs typeface="Verdana"/>
                <a:sym typeface="Verdana"/>
              </a:defRPr>
            </a:lvl5pPr>
            <a:lvl6pPr marL="0" lvl="5" indent="0" algn="ctr">
              <a:spcBef>
                <a:spcPts val="0"/>
              </a:spcBef>
              <a:spcAft>
                <a:spcPts val="0"/>
              </a:spcAft>
              <a:buNone/>
              <a:defRPr sz="1300" b="1">
                <a:solidFill>
                  <a:schemeClr val="dk1"/>
                </a:solidFill>
                <a:latin typeface="Verdana"/>
                <a:ea typeface="Verdana"/>
                <a:cs typeface="Verdana"/>
                <a:sym typeface="Verdana"/>
              </a:defRPr>
            </a:lvl6pPr>
            <a:lvl7pPr marL="0" lvl="6" indent="0" algn="ctr">
              <a:spcBef>
                <a:spcPts val="0"/>
              </a:spcBef>
              <a:spcAft>
                <a:spcPts val="0"/>
              </a:spcAft>
              <a:buNone/>
              <a:defRPr sz="1300" b="1">
                <a:solidFill>
                  <a:schemeClr val="dk1"/>
                </a:solidFill>
                <a:latin typeface="Verdana"/>
                <a:ea typeface="Verdana"/>
                <a:cs typeface="Verdana"/>
                <a:sym typeface="Verdana"/>
              </a:defRPr>
            </a:lvl7pPr>
            <a:lvl8pPr marL="0" lvl="7" indent="0" algn="ctr">
              <a:spcBef>
                <a:spcPts val="0"/>
              </a:spcBef>
              <a:spcAft>
                <a:spcPts val="0"/>
              </a:spcAft>
              <a:buNone/>
              <a:defRPr sz="1300" b="1">
                <a:solidFill>
                  <a:schemeClr val="dk1"/>
                </a:solidFill>
                <a:latin typeface="Verdana"/>
                <a:ea typeface="Verdana"/>
                <a:cs typeface="Verdana"/>
                <a:sym typeface="Verdana"/>
              </a:defRPr>
            </a:lvl8pPr>
            <a:lvl9pPr marL="0" lvl="8" indent="0" algn="ctr">
              <a:spcBef>
                <a:spcPts val="0"/>
              </a:spcBef>
              <a:spcAft>
                <a:spcPts val="0"/>
              </a:spcAft>
              <a:buNone/>
              <a:defRPr sz="1300" b="1">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41" descr="29641"/>
          <p:cNvSpPr/>
          <p:nvPr/>
        </p:nvSpPr>
        <p:spPr>
          <a:xfrm>
            <a:off x="36513" y="80963"/>
            <a:ext cx="9077325" cy="1595437"/>
          </a:xfrm>
          <a:custGeom>
            <a:avLst/>
            <a:gdLst/>
            <a:ahLst/>
            <a:cxnLst/>
            <a:rect l="l" t="t" r="r" b="b"/>
            <a:pathLst>
              <a:path w="5718" h="1005" extrusionOk="0">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rotWithShape="1">
            <a:blip r:embed="rId1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11" name="Google Shape;11;p41"/>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lvl1pPr marL="457200" marR="0" lvl="0" indent="-381000" algn="l" rtl="0">
              <a:spcBef>
                <a:spcPts val="480"/>
              </a:spcBef>
              <a:spcAft>
                <a:spcPts val="0"/>
              </a:spcAft>
              <a:buClr>
                <a:schemeClr val="hlink"/>
              </a:buClr>
              <a:buSzPts val="2400"/>
              <a:buFont typeface="Noto Sans Symbols"/>
              <a:buChar char="❖"/>
              <a:defRPr sz="2400" b="1" i="0" u="none" strike="noStrike" cap="none">
                <a:solidFill>
                  <a:schemeClr val="dk1"/>
                </a:solidFill>
                <a:latin typeface="Verdana"/>
                <a:ea typeface="Verdana"/>
                <a:cs typeface="Verdana"/>
                <a:sym typeface="Verdana"/>
              </a:defRPr>
            </a:lvl1pPr>
            <a:lvl2pPr marL="914400" marR="0" lvl="1" indent="-361950" algn="l" rtl="0">
              <a:spcBef>
                <a:spcPts val="420"/>
              </a:spcBef>
              <a:spcAft>
                <a:spcPts val="0"/>
              </a:spcAft>
              <a:buClr>
                <a:schemeClr val="accent1"/>
              </a:buClr>
              <a:buSzPts val="2100"/>
              <a:buFont typeface="Noto Sans Symbols"/>
              <a:buChar char="▪"/>
              <a:defRPr sz="2100" b="0" i="0" u="none" strike="noStrike" cap="none">
                <a:solidFill>
                  <a:schemeClr val="dk1"/>
                </a:solidFill>
                <a:latin typeface="Arial"/>
                <a:ea typeface="Arial"/>
                <a:cs typeface="Arial"/>
                <a:sym typeface="Arial"/>
              </a:defRPr>
            </a:lvl2pPr>
            <a:lvl3pPr marL="1371600" marR="0" lvl="2"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3pPr>
            <a:lvl4pPr marL="1828800" marR="0" lvl="3"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4pPr>
            <a:lvl5pPr marL="2286000" marR="0" lvl="4"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5pPr>
            <a:lvl6pPr marL="2743200" marR="0" lvl="5"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6pPr>
            <a:lvl7pPr marL="3200400" marR="0" lvl="6"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7pPr>
            <a:lvl8pPr marL="3657600" marR="0" lvl="7"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8pPr>
            <a:lvl9pPr marL="4114800" marR="0" lvl="8"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9pPr>
          </a:lstStyle>
          <a:p>
            <a:endParaRPr/>
          </a:p>
        </p:txBody>
      </p:sp>
      <p:sp>
        <p:nvSpPr>
          <p:cNvPr id="12" name="Google Shape;12;p41"/>
          <p:cNvSpPr txBox="1">
            <a:spLocks noGrp="1"/>
          </p:cNvSpPr>
          <p:nvPr>
            <p:ph type="ftr" idx="11"/>
          </p:nvPr>
        </p:nvSpPr>
        <p:spPr>
          <a:xfrm>
            <a:off x="6084888" y="6450013"/>
            <a:ext cx="2897187" cy="320675"/>
          </a:xfrm>
          <a:prstGeom prst="rect">
            <a:avLst/>
          </a:prstGeom>
          <a:noFill/>
          <a:ln>
            <a:noFill/>
          </a:ln>
        </p:spPr>
        <p:txBody>
          <a:bodyPr spcFirstLastPara="1" wrap="square" lIns="95775" tIns="47875" rIns="95775" bIns="47875" anchor="t" anchorCtr="0">
            <a:noAutofit/>
          </a:bodyPr>
          <a:lstStyle>
            <a:lvl1pPr marR="0" lvl="0" algn="r" rtl="0">
              <a:spcBef>
                <a:spcPts val="0"/>
              </a:spcBef>
              <a:spcAft>
                <a:spcPts val="0"/>
              </a:spcAft>
              <a:buSzPts val="1400"/>
              <a:buNone/>
              <a:defRPr sz="1300" b="1" i="0" u="none" strike="noStrike" cap="none">
                <a:solidFill>
                  <a:schemeClr val="dk1"/>
                </a:solidFill>
                <a:latin typeface="Verdana"/>
                <a:ea typeface="Verdana"/>
                <a:cs typeface="Verdana"/>
                <a:sym typeface="Verdana"/>
              </a:defRPr>
            </a:lvl1pPr>
            <a:lvl2pPr marR="0" lvl="1" algn="l" rtl="0">
              <a:spcBef>
                <a:spcPts val="0"/>
              </a:spcBef>
              <a:spcAft>
                <a:spcPts val="0"/>
              </a:spcAft>
              <a:buSzPts val="1400"/>
              <a:buNone/>
              <a:defRPr sz="19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9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9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9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9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9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9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900" b="0" i="0" u="none" strike="noStrike" cap="none">
                <a:solidFill>
                  <a:schemeClr val="dk1"/>
                </a:solidFill>
                <a:latin typeface="Arial"/>
                <a:ea typeface="Arial"/>
                <a:cs typeface="Arial"/>
                <a:sym typeface="Arial"/>
              </a:defRPr>
            </a:lvl9pPr>
          </a:lstStyle>
          <a:p>
            <a:endParaRPr/>
          </a:p>
        </p:txBody>
      </p:sp>
      <p:sp>
        <p:nvSpPr>
          <p:cNvPr id="13" name="Google Shape;13;p41"/>
          <p:cNvSpPr txBox="1">
            <a:spLocks noGrp="1"/>
          </p:cNvSpPr>
          <p:nvPr>
            <p:ph type="sldNum" idx="12"/>
          </p:nvPr>
        </p:nvSpPr>
        <p:spPr>
          <a:xfrm>
            <a:off x="107950" y="6454775"/>
            <a:ext cx="927100" cy="239713"/>
          </a:xfrm>
          <a:prstGeom prst="rect">
            <a:avLst/>
          </a:prstGeom>
          <a:noFill/>
          <a:ln>
            <a:noFill/>
          </a:ln>
        </p:spPr>
        <p:txBody>
          <a:bodyPr spcFirstLastPara="1" wrap="square" lIns="95775" tIns="47875" rIns="95775" bIns="47875" anchor="t" anchorCtr="0">
            <a:noAutofit/>
          </a:bodyPr>
          <a:lstStyle>
            <a:lvl1pPr marL="0" marR="0" lvl="0" indent="0" algn="ctr" rtl="0">
              <a:spcBef>
                <a:spcPts val="0"/>
              </a:spcBef>
              <a:spcAft>
                <a:spcPts val="0"/>
              </a:spcAft>
              <a:buNone/>
              <a:defRPr sz="1300" b="1" i="0" u="none" strike="noStrike" cap="none">
                <a:solidFill>
                  <a:schemeClr val="dk1"/>
                </a:solidFill>
                <a:latin typeface="Verdana"/>
                <a:ea typeface="Verdana"/>
                <a:cs typeface="Verdana"/>
                <a:sym typeface="Verdana"/>
              </a:defRPr>
            </a:lvl1pPr>
            <a:lvl2pPr marL="0" marR="0" lvl="1" indent="0" algn="ctr" rtl="0">
              <a:spcBef>
                <a:spcPts val="0"/>
              </a:spcBef>
              <a:spcAft>
                <a:spcPts val="0"/>
              </a:spcAft>
              <a:buNone/>
              <a:defRPr sz="1300" b="1" i="0" u="none" strike="noStrike" cap="none">
                <a:solidFill>
                  <a:schemeClr val="dk1"/>
                </a:solidFill>
                <a:latin typeface="Verdana"/>
                <a:ea typeface="Verdana"/>
                <a:cs typeface="Verdana"/>
                <a:sym typeface="Verdana"/>
              </a:defRPr>
            </a:lvl2pPr>
            <a:lvl3pPr marL="0" marR="0" lvl="2" indent="0" algn="ctr" rtl="0">
              <a:spcBef>
                <a:spcPts val="0"/>
              </a:spcBef>
              <a:spcAft>
                <a:spcPts val="0"/>
              </a:spcAft>
              <a:buNone/>
              <a:defRPr sz="1300" b="1" i="0" u="none" strike="noStrike" cap="none">
                <a:solidFill>
                  <a:schemeClr val="dk1"/>
                </a:solidFill>
                <a:latin typeface="Verdana"/>
                <a:ea typeface="Verdana"/>
                <a:cs typeface="Verdana"/>
                <a:sym typeface="Verdana"/>
              </a:defRPr>
            </a:lvl3pPr>
            <a:lvl4pPr marL="0" marR="0" lvl="3" indent="0" algn="ctr" rtl="0">
              <a:spcBef>
                <a:spcPts val="0"/>
              </a:spcBef>
              <a:spcAft>
                <a:spcPts val="0"/>
              </a:spcAft>
              <a:buNone/>
              <a:defRPr sz="1300" b="1" i="0" u="none" strike="noStrike" cap="none">
                <a:solidFill>
                  <a:schemeClr val="dk1"/>
                </a:solidFill>
                <a:latin typeface="Verdana"/>
                <a:ea typeface="Verdana"/>
                <a:cs typeface="Verdana"/>
                <a:sym typeface="Verdana"/>
              </a:defRPr>
            </a:lvl4pPr>
            <a:lvl5pPr marL="0" marR="0" lvl="4" indent="0" algn="ctr" rtl="0">
              <a:spcBef>
                <a:spcPts val="0"/>
              </a:spcBef>
              <a:spcAft>
                <a:spcPts val="0"/>
              </a:spcAft>
              <a:buNone/>
              <a:defRPr sz="1300" b="1" i="0" u="none" strike="noStrike" cap="none">
                <a:solidFill>
                  <a:schemeClr val="dk1"/>
                </a:solidFill>
                <a:latin typeface="Verdana"/>
                <a:ea typeface="Verdana"/>
                <a:cs typeface="Verdana"/>
                <a:sym typeface="Verdana"/>
              </a:defRPr>
            </a:lvl5pPr>
            <a:lvl6pPr marL="0" marR="0" lvl="5" indent="0" algn="ctr" rtl="0">
              <a:spcBef>
                <a:spcPts val="0"/>
              </a:spcBef>
              <a:spcAft>
                <a:spcPts val="0"/>
              </a:spcAft>
              <a:buNone/>
              <a:defRPr sz="1300" b="1" i="0" u="none" strike="noStrike" cap="none">
                <a:solidFill>
                  <a:schemeClr val="dk1"/>
                </a:solidFill>
                <a:latin typeface="Verdana"/>
                <a:ea typeface="Verdana"/>
                <a:cs typeface="Verdana"/>
                <a:sym typeface="Verdana"/>
              </a:defRPr>
            </a:lvl6pPr>
            <a:lvl7pPr marL="0" marR="0" lvl="6" indent="0" algn="ctr" rtl="0">
              <a:spcBef>
                <a:spcPts val="0"/>
              </a:spcBef>
              <a:spcAft>
                <a:spcPts val="0"/>
              </a:spcAft>
              <a:buNone/>
              <a:defRPr sz="1300" b="1" i="0" u="none" strike="noStrike" cap="none">
                <a:solidFill>
                  <a:schemeClr val="dk1"/>
                </a:solidFill>
                <a:latin typeface="Verdana"/>
                <a:ea typeface="Verdana"/>
                <a:cs typeface="Verdana"/>
                <a:sym typeface="Verdana"/>
              </a:defRPr>
            </a:lvl7pPr>
            <a:lvl8pPr marL="0" marR="0" lvl="7" indent="0" algn="ctr" rtl="0">
              <a:spcBef>
                <a:spcPts val="0"/>
              </a:spcBef>
              <a:spcAft>
                <a:spcPts val="0"/>
              </a:spcAft>
              <a:buNone/>
              <a:defRPr sz="1300" b="1" i="0" u="none" strike="noStrike" cap="none">
                <a:solidFill>
                  <a:schemeClr val="dk1"/>
                </a:solidFill>
                <a:latin typeface="Verdana"/>
                <a:ea typeface="Verdana"/>
                <a:cs typeface="Verdana"/>
                <a:sym typeface="Verdana"/>
              </a:defRPr>
            </a:lvl8pPr>
            <a:lvl9pPr marL="0" marR="0" lvl="8" indent="0" algn="ctr" rtl="0">
              <a:spcBef>
                <a:spcPts val="0"/>
              </a:spcBef>
              <a:spcAft>
                <a:spcPts val="0"/>
              </a:spcAft>
              <a:buNone/>
              <a:defRPr sz="1300" b="1" i="0" u="none" strike="noStrike" cap="none">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s-ES"/>
              <a:t>‹Nº›</a:t>
            </a:fld>
            <a:endParaRPr/>
          </a:p>
        </p:txBody>
      </p:sp>
      <p:sp>
        <p:nvSpPr>
          <p:cNvPr id="14" name="Google Shape;14;p41"/>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lvl1pPr marR="0" lvl="0" algn="ctr" rtl="0">
              <a:spcBef>
                <a:spcPts val="0"/>
              </a:spcBef>
              <a:spcAft>
                <a:spcPts val="0"/>
              </a:spcAft>
              <a:buSzPts val="1400"/>
              <a:buNone/>
              <a:defRPr sz="2900" b="1" i="0" u="none" strike="noStrike" cap="none">
                <a:solidFill>
                  <a:schemeClr val="lt1"/>
                </a:solidFill>
                <a:latin typeface="Arial"/>
                <a:ea typeface="Arial"/>
                <a:cs typeface="Arial"/>
                <a:sym typeface="Arial"/>
              </a:defRPr>
            </a:lvl1pPr>
            <a:lvl2pPr marR="0" lvl="1" algn="ctr" rtl="0">
              <a:spcBef>
                <a:spcPts val="0"/>
              </a:spcBef>
              <a:spcAft>
                <a:spcPts val="0"/>
              </a:spcAft>
              <a:buSzPts val="1400"/>
              <a:buNone/>
              <a:defRPr sz="2900" b="1" i="0" u="none" strike="noStrike" cap="none">
                <a:solidFill>
                  <a:schemeClr val="lt1"/>
                </a:solidFill>
                <a:latin typeface="Arial"/>
                <a:ea typeface="Arial"/>
                <a:cs typeface="Arial"/>
                <a:sym typeface="Arial"/>
              </a:defRPr>
            </a:lvl2pPr>
            <a:lvl3pPr marR="0" lvl="2" algn="ctr" rtl="0">
              <a:spcBef>
                <a:spcPts val="0"/>
              </a:spcBef>
              <a:spcAft>
                <a:spcPts val="0"/>
              </a:spcAft>
              <a:buSzPts val="1400"/>
              <a:buNone/>
              <a:defRPr sz="2900" b="1" i="0" u="none" strike="noStrike" cap="none">
                <a:solidFill>
                  <a:schemeClr val="lt1"/>
                </a:solidFill>
                <a:latin typeface="Arial"/>
                <a:ea typeface="Arial"/>
                <a:cs typeface="Arial"/>
                <a:sym typeface="Arial"/>
              </a:defRPr>
            </a:lvl3pPr>
            <a:lvl4pPr marR="0" lvl="3" algn="ctr" rtl="0">
              <a:spcBef>
                <a:spcPts val="0"/>
              </a:spcBef>
              <a:spcAft>
                <a:spcPts val="0"/>
              </a:spcAft>
              <a:buSzPts val="1400"/>
              <a:buNone/>
              <a:defRPr sz="2900" b="1" i="0" u="none" strike="noStrike" cap="none">
                <a:solidFill>
                  <a:schemeClr val="lt1"/>
                </a:solidFill>
                <a:latin typeface="Arial"/>
                <a:ea typeface="Arial"/>
                <a:cs typeface="Arial"/>
                <a:sym typeface="Arial"/>
              </a:defRPr>
            </a:lvl4pPr>
            <a:lvl5pPr marR="0" lvl="4" algn="ctr" rtl="0">
              <a:spcBef>
                <a:spcPts val="0"/>
              </a:spcBef>
              <a:spcAft>
                <a:spcPts val="0"/>
              </a:spcAft>
              <a:buSzPts val="1400"/>
              <a:buNone/>
              <a:defRPr sz="2900" b="1" i="0" u="none" strike="noStrike" cap="none">
                <a:solidFill>
                  <a:schemeClr val="lt1"/>
                </a:solidFill>
                <a:latin typeface="Arial"/>
                <a:ea typeface="Arial"/>
                <a:cs typeface="Arial"/>
                <a:sym typeface="Arial"/>
              </a:defRPr>
            </a:lvl5pPr>
            <a:lvl6pPr marR="0" lvl="5" algn="ctr" rtl="0">
              <a:spcBef>
                <a:spcPts val="0"/>
              </a:spcBef>
              <a:spcAft>
                <a:spcPts val="0"/>
              </a:spcAft>
              <a:buSzPts val="1400"/>
              <a:buNone/>
              <a:defRPr sz="2900" b="1" i="0" u="none" strike="noStrike" cap="none">
                <a:solidFill>
                  <a:schemeClr val="lt1"/>
                </a:solidFill>
                <a:latin typeface="Arial"/>
                <a:ea typeface="Arial"/>
                <a:cs typeface="Arial"/>
                <a:sym typeface="Arial"/>
              </a:defRPr>
            </a:lvl6pPr>
            <a:lvl7pPr marR="0" lvl="6" algn="ctr" rtl="0">
              <a:spcBef>
                <a:spcPts val="0"/>
              </a:spcBef>
              <a:spcAft>
                <a:spcPts val="0"/>
              </a:spcAft>
              <a:buSzPts val="1400"/>
              <a:buNone/>
              <a:defRPr sz="2900" b="1" i="0" u="none" strike="noStrike" cap="none">
                <a:solidFill>
                  <a:schemeClr val="lt1"/>
                </a:solidFill>
                <a:latin typeface="Arial"/>
                <a:ea typeface="Arial"/>
                <a:cs typeface="Arial"/>
                <a:sym typeface="Arial"/>
              </a:defRPr>
            </a:lvl7pPr>
            <a:lvl8pPr marR="0" lvl="7" algn="ctr" rtl="0">
              <a:spcBef>
                <a:spcPts val="0"/>
              </a:spcBef>
              <a:spcAft>
                <a:spcPts val="0"/>
              </a:spcAft>
              <a:buSzPts val="1400"/>
              <a:buNone/>
              <a:defRPr sz="2900" b="1" i="0" u="none" strike="noStrike" cap="none">
                <a:solidFill>
                  <a:schemeClr val="lt1"/>
                </a:solidFill>
                <a:latin typeface="Arial"/>
                <a:ea typeface="Arial"/>
                <a:cs typeface="Arial"/>
                <a:sym typeface="Arial"/>
              </a:defRPr>
            </a:lvl8pPr>
            <a:lvl9pPr marR="0" lvl="8" algn="ctr" rtl="0">
              <a:spcBef>
                <a:spcPts val="0"/>
              </a:spcBef>
              <a:spcAft>
                <a:spcPts val="0"/>
              </a:spcAft>
              <a:buSzPts val="1400"/>
              <a:buNone/>
              <a:defRPr sz="2900" b="1" i="0" u="none" strike="noStrike" cap="none">
                <a:solidFill>
                  <a:schemeClr val="lt1"/>
                </a:solidFill>
                <a:latin typeface="Arial"/>
                <a:ea typeface="Arial"/>
                <a:cs typeface="Arial"/>
                <a:sym typeface="Arial"/>
              </a:defRPr>
            </a:lvl9pPr>
          </a:lstStyle>
          <a:p>
            <a:endParaRPr/>
          </a:p>
        </p:txBody>
      </p:sp>
      <p:grpSp>
        <p:nvGrpSpPr>
          <p:cNvPr id="15" name="Google Shape;15;p41"/>
          <p:cNvGrpSpPr/>
          <p:nvPr/>
        </p:nvGrpSpPr>
        <p:grpSpPr>
          <a:xfrm>
            <a:off x="-1588" y="0"/>
            <a:ext cx="9145588" cy="6858000"/>
            <a:chOff x="-1" y="0"/>
            <a:chExt cx="8065" cy="6048"/>
          </a:xfrm>
        </p:grpSpPr>
        <p:sp>
          <p:nvSpPr>
            <p:cNvPr id="16" name="Google Shape;16;p41"/>
            <p:cNvSpPr/>
            <p:nvPr/>
          </p:nvSpPr>
          <p:spPr>
            <a:xfrm>
              <a:off x="-1" y="5629"/>
              <a:ext cx="389" cy="417"/>
            </a:xfrm>
            <a:custGeom>
              <a:avLst/>
              <a:gdLst/>
              <a:ahLst/>
              <a:cxnLst/>
              <a:rect l="l" t="t" r="r" b="b"/>
              <a:pathLst>
                <a:path w="389" h="417" extrusionOk="0">
                  <a:moveTo>
                    <a:pt x="314" y="416"/>
                  </a:moveTo>
                  <a:lnTo>
                    <a:pt x="389" y="417"/>
                  </a:lnTo>
                  <a:lnTo>
                    <a:pt x="158" y="297"/>
                  </a:lnTo>
                  <a:lnTo>
                    <a:pt x="39" y="179"/>
                  </a:lnTo>
                  <a:lnTo>
                    <a:pt x="0" y="0"/>
                  </a:lnTo>
                  <a:lnTo>
                    <a:pt x="1" y="417"/>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17" name="Google Shape;17;p41"/>
            <p:cNvSpPr/>
            <p:nvPr/>
          </p:nvSpPr>
          <p:spPr>
            <a:xfrm>
              <a:off x="7701" y="5645"/>
              <a:ext cx="363" cy="403"/>
            </a:xfrm>
            <a:custGeom>
              <a:avLst/>
              <a:gdLst/>
              <a:ahLst/>
              <a:cxnLst/>
              <a:rect l="l" t="t" r="r" b="b"/>
              <a:pathLst>
                <a:path w="232" h="290" extrusionOk="0">
                  <a:moveTo>
                    <a:pt x="229" y="0"/>
                  </a:moveTo>
                  <a:lnTo>
                    <a:pt x="164" y="144"/>
                  </a:lnTo>
                  <a:lnTo>
                    <a:pt x="98" y="253"/>
                  </a:lnTo>
                  <a:lnTo>
                    <a:pt x="0" y="290"/>
                  </a:lnTo>
                  <a:lnTo>
                    <a:pt x="232" y="287"/>
                  </a:lnTo>
                </a:path>
              </a:pathLst>
            </a:custGeom>
            <a:solidFill>
              <a:schemeClr val="lt1"/>
            </a:solidFill>
            <a:ln w="9525"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18" name="Google Shape;18;p41"/>
            <p:cNvSpPr/>
            <p:nvPr/>
          </p:nvSpPr>
          <p:spPr>
            <a:xfrm>
              <a:off x="26" y="42"/>
              <a:ext cx="8012" cy="5985"/>
            </a:xfrm>
            <a:prstGeom prst="roundRect">
              <a:avLst>
                <a:gd name="adj" fmla="val 6227"/>
              </a:avLst>
            </a:prstGeom>
            <a:noFill/>
            <a:ln w="762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19" name="Google Shape;19;p41"/>
            <p:cNvSpPr/>
            <p:nvPr/>
          </p:nvSpPr>
          <p:spPr>
            <a:xfrm>
              <a:off x="-1" y="13"/>
              <a:ext cx="405" cy="441"/>
            </a:xfrm>
            <a:custGeom>
              <a:avLst/>
              <a:gdLst/>
              <a:ahLst/>
              <a:cxnLst/>
              <a:rect l="l" t="t" r="r" b="b"/>
              <a:pathLst>
                <a:path w="405" h="441" extrusionOk="0">
                  <a:moveTo>
                    <a:pt x="2" y="441"/>
                  </a:moveTo>
                  <a:cubicBezTo>
                    <a:pt x="19" y="397"/>
                    <a:pt x="0" y="345"/>
                    <a:pt x="107" y="175"/>
                  </a:cubicBezTo>
                  <a:cubicBezTo>
                    <a:pt x="214" y="6"/>
                    <a:pt x="405" y="16"/>
                    <a:pt x="387" y="0"/>
                  </a:cubicBezTo>
                  <a:lnTo>
                    <a:pt x="1" y="0"/>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20" name="Google Shape;20;p41"/>
            <p:cNvSpPr/>
            <p:nvPr/>
          </p:nvSpPr>
          <p:spPr>
            <a:xfrm>
              <a:off x="7588" y="0"/>
              <a:ext cx="470" cy="483"/>
            </a:xfrm>
            <a:custGeom>
              <a:avLst/>
              <a:gdLst/>
              <a:ahLst/>
              <a:cxnLst/>
              <a:rect l="l" t="t" r="r" b="b"/>
              <a:pathLst>
                <a:path w="470" h="483" extrusionOk="0">
                  <a:moveTo>
                    <a:pt x="0" y="4"/>
                  </a:moveTo>
                  <a:cubicBezTo>
                    <a:pt x="57" y="28"/>
                    <a:pt x="264" y="74"/>
                    <a:pt x="342" y="150"/>
                  </a:cubicBezTo>
                  <a:cubicBezTo>
                    <a:pt x="450" y="275"/>
                    <a:pt x="452" y="483"/>
                    <a:pt x="470" y="461"/>
                  </a:cubicBezTo>
                  <a:lnTo>
                    <a:pt x="470" y="0"/>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grpSp>
      <p:cxnSp>
        <p:nvCxnSpPr>
          <p:cNvPr id="21" name="Google Shape;21;p41"/>
          <p:cNvCxnSpPr/>
          <p:nvPr/>
        </p:nvCxnSpPr>
        <p:spPr>
          <a:xfrm>
            <a:off x="323850" y="6500813"/>
            <a:ext cx="8569325" cy="0"/>
          </a:xfrm>
          <a:prstGeom prst="straightConnector1">
            <a:avLst/>
          </a:prstGeom>
          <a:noFill/>
          <a:ln w="9525" cap="flat" cmpd="sng">
            <a:solidFill>
              <a:schemeClr val="dk1"/>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ctrTitle"/>
          </p:nvPr>
        </p:nvSpPr>
        <p:spPr>
          <a:xfrm>
            <a:off x="0" y="2720975"/>
            <a:ext cx="9144000" cy="817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sz="3200"/>
              <a:t>Aplicación de las estructuras de almacenamiento</a:t>
            </a:r>
            <a:endParaRPr sz="3200"/>
          </a:p>
        </p:txBody>
      </p:sp>
      <p:sp>
        <p:nvSpPr>
          <p:cNvPr id="96" name="Google Shape;96;p1"/>
          <p:cNvSpPr txBox="1">
            <a:spLocks noGrp="1"/>
          </p:cNvSpPr>
          <p:nvPr>
            <p:ph type="subTitle" idx="1"/>
          </p:nvPr>
        </p:nvSpPr>
        <p:spPr>
          <a:xfrm>
            <a:off x="990600" y="2122488"/>
            <a:ext cx="7086600" cy="434975"/>
          </a:xfrm>
          <a:prstGeom prst="rect">
            <a:avLst/>
          </a:prstGeom>
          <a:noFill/>
          <a:ln>
            <a:noFill/>
          </a:ln>
        </p:spPr>
        <p:txBody>
          <a:bodyPr spcFirstLastPara="1" wrap="square" lIns="95775" tIns="47875" rIns="95775" bIns="47875" anchor="t" anchorCtr="0">
            <a:noAutofit/>
          </a:bodyPr>
          <a:lstStyle/>
          <a:p>
            <a:pPr marL="0" lvl="0" indent="0" algn="ctr" rtl="0">
              <a:spcBef>
                <a:spcPts val="0"/>
              </a:spcBef>
              <a:spcAft>
                <a:spcPts val="0"/>
              </a:spcAft>
              <a:buSzPts val="1900"/>
              <a:buFont typeface="Noto Sans Symbols"/>
              <a:buNone/>
            </a:pPr>
            <a:r>
              <a:rPr lang="es-ES"/>
              <a:t>UNIDAD 5</a:t>
            </a:r>
            <a:endParaRPr/>
          </a:p>
        </p:txBody>
      </p:sp>
      <p:sp>
        <p:nvSpPr>
          <p:cNvPr id="97" name="Google Shape;97;p1">
            <a:hlinkClick r:id="" action="ppaction://hlinkshowjump?jump=nextslide"/>
          </p:cNvPr>
          <p:cNvSpPr/>
          <p:nvPr/>
        </p:nvSpPr>
        <p:spPr>
          <a:xfrm>
            <a:off x="8426864" y="290916"/>
            <a:ext cx="521208" cy="521208"/>
          </a:xfrm>
          <a:custGeom>
            <a:avLst/>
            <a:gdLst/>
            <a:ahLst/>
            <a:cxnLst/>
            <a:rect l="l" t="t" r="r" b="b"/>
            <a:pathLst>
              <a:path w="120000" h="120000" extrusionOk="0">
                <a:moveTo>
                  <a:pt x="0" y="0"/>
                </a:moveTo>
                <a:lnTo>
                  <a:pt x="120000" y="0"/>
                </a:lnTo>
                <a:lnTo>
                  <a:pt x="120000" y="120000"/>
                </a:lnTo>
                <a:lnTo>
                  <a:pt x="0" y="120000"/>
                </a:lnTo>
                <a:close/>
                <a:moveTo>
                  <a:pt x="105000" y="60000"/>
                </a:moveTo>
                <a:lnTo>
                  <a:pt x="15000" y="15000"/>
                </a:lnTo>
                <a:lnTo>
                  <a:pt x="15000" y="105000"/>
                </a:lnTo>
                <a:close/>
              </a:path>
              <a:path w="120000" h="120000" fill="darken" extrusionOk="0">
                <a:moveTo>
                  <a:pt x="105000" y="60000"/>
                </a:moveTo>
                <a:lnTo>
                  <a:pt x="15000" y="15000"/>
                </a:lnTo>
                <a:lnTo>
                  <a:pt x="15000" y="105000"/>
                </a:lnTo>
                <a:close/>
              </a:path>
              <a:path w="120000" h="120000" fill="none" extrusionOk="0">
                <a:moveTo>
                  <a:pt x="105000" y="60000"/>
                </a:moveTo>
                <a:lnTo>
                  <a:pt x="15000" y="105000"/>
                </a:lnTo>
                <a:lnTo>
                  <a:pt x="15000" y="15000"/>
                </a:lnTo>
                <a:close/>
              </a:path>
              <a:path w="120000" h="120000" fill="none" extrusionOk="0">
                <a:moveTo>
                  <a:pt x="0" y="0"/>
                </a:moveTo>
                <a:lnTo>
                  <a:pt x="120000" y="0"/>
                </a:lnTo>
                <a:lnTo>
                  <a:pt x="120000" y="120000"/>
                </a:lnTo>
                <a:lnTo>
                  <a:pt x="0" y="120000"/>
                </a:lnTo>
                <a:close/>
              </a:path>
            </a:pathLst>
          </a:custGeom>
          <a:solidFill>
            <a:srgbClr val="00B0F0"/>
          </a:solid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Contenido</a:t>
            </a:r>
            <a:endParaRPr/>
          </a:p>
        </p:txBody>
      </p:sp>
      <p:sp>
        <p:nvSpPr>
          <p:cNvPr id="103" name="Google Shape;103;p2"/>
          <p:cNvSpPr txBox="1">
            <a:spLocks noGrp="1"/>
          </p:cNvSpPr>
          <p:nvPr>
            <p:ph type="body" idx="1"/>
          </p:nvPr>
        </p:nvSpPr>
        <p:spPr>
          <a:xfrm>
            <a:off x="467544" y="1043822"/>
            <a:ext cx="8229600" cy="5248275"/>
          </a:xfrm>
          <a:prstGeom prst="rect">
            <a:avLst/>
          </a:prstGeom>
          <a:noFill/>
          <a:ln>
            <a:noFill/>
          </a:ln>
        </p:spPr>
        <p:txBody>
          <a:bodyPr spcFirstLastPara="1" wrap="square" lIns="95775" tIns="47875" rIns="95775" bIns="47875" anchor="t" anchorCtr="0">
            <a:noAutofit/>
          </a:bodyPr>
          <a:lstStyle/>
          <a:p>
            <a:pPr marL="0" lvl="0" indent="0" algn="l" rtl="0">
              <a:spcBef>
                <a:spcPts val="0"/>
              </a:spcBef>
              <a:spcAft>
                <a:spcPts val="0"/>
              </a:spcAft>
              <a:buSzPts val="1800"/>
              <a:buNone/>
            </a:pPr>
            <a:r>
              <a:rPr lang="es-ES" sz="1800"/>
              <a:t>R.A.6: Escribe programas que manipulen información seleccionando y utilizando tipos avanzados de datos.</a:t>
            </a:r>
            <a:endParaRPr/>
          </a:p>
          <a:p>
            <a:pPr marL="0" lvl="0" indent="0" algn="l" rtl="0">
              <a:spcBef>
                <a:spcPts val="480"/>
              </a:spcBef>
              <a:spcAft>
                <a:spcPts val="0"/>
              </a:spcAft>
              <a:buSzPts val="2400"/>
              <a:buNone/>
            </a:pPr>
            <a:endParaRPr/>
          </a:p>
        </p:txBody>
      </p:sp>
      <p:pic>
        <p:nvPicPr>
          <p:cNvPr id="4" name="Imagen 3"/>
          <p:cNvPicPr>
            <a:picLocks noChangeAspect="1"/>
          </p:cNvPicPr>
          <p:nvPr/>
        </p:nvPicPr>
        <p:blipFill>
          <a:blip r:embed="rId3"/>
          <a:stretch>
            <a:fillRect/>
          </a:stretch>
        </p:blipFill>
        <p:spPr>
          <a:xfrm>
            <a:off x="737118" y="1782147"/>
            <a:ext cx="7781731" cy="44629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Contenido</a:t>
            </a:r>
            <a:endParaRPr/>
          </a:p>
        </p:txBody>
      </p:sp>
      <p:sp>
        <p:nvSpPr>
          <p:cNvPr id="110" name="Google Shape;110;p3"/>
          <p:cNvSpPr txBox="1"/>
          <p:nvPr/>
        </p:nvSpPr>
        <p:spPr>
          <a:xfrm>
            <a:off x="899592" y="2492896"/>
            <a:ext cx="70363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000" b="0" i="0" u="none" strike="noStrike" cap="none">
                <a:solidFill>
                  <a:schemeClr val="dk1"/>
                </a:solidFill>
                <a:latin typeface="Arial"/>
                <a:ea typeface="Arial"/>
                <a:cs typeface="Arial"/>
                <a:sym typeface="Arial"/>
              </a:rPr>
              <a:t>ARRAYS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p:nvPr/>
        </p:nvSpPr>
        <p:spPr>
          <a:xfrm>
            <a:off x="5447268" y="5949280"/>
            <a:ext cx="2653124" cy="353570"/>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6" name="Google Shape;116;p4"/>
          <p:cNvSpPr/>
          <p:nvPr/>
        </p:nvSpPr>
        <p:spPr>
          <a:xfrm>
            <a:off x="1492052" y="5957319"/>
            <a:ext cx="2437100" cy="353570"/>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7" name="Google Shape;117;p4"/>
          <p:cNvSpPr/>
          <p:nvPr/>
        </p:nvSpPr>
        <p:spPr>
          <a:xfrm>
            <a:off x="4425523" y="1691786"/>
            <a:ext cx="4250933" cy="2645259"/>
          </a:xfrm>
          <a:prstGeom prst="roundRect">
            <a:avLst>
              <a:gd name="adj" fmla="val 16667"/>
            </a:avLst>
          </a:prstGeom>
          <a:solidFill>
            <a:schemeClr val="accent5"/>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 name="Google Shape;118;p4"/>
          <p:cNvSpPr/>
          <p:nvPr/>
        </p:nvSpPr>
        <p:spPr>
          <a:xfrm>
            <a:off x="467544" y="1720553"/>
            <a:ext cx="3485891" cy="2616492"/>
          </a:xfrm>
          <a:prstGeom prst="roundRect">
            <a:avLst>
              <a:gd name="adj" fmla="val 16667"/>
            </a:avLst>
          </a:prstGeom>
          <a:solidFill>
            <a:schemeClr val="accent5"/>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19" name="Google Shape;119;p4"/>
          <p:cNvGrpSpPr/>
          <p:nvPr/>
        </p:nvGrpSpPr>
        <p:grpSpPr>
          <a:xfrm>
            <a:off x="4885573" y="2029772"/>
            <a:ext cx="672604" cy="2119308"/>
            <a:chOff x="5376788" y="1868492"/>
            <a:chExt cx="672604" cy="2119308"/>
          </a:xfrm>
        </p:grpSpPr>
        <p:sp>
          <p:nvSpPr>
            <p:cNvPr id="120" name="Google Shape;120;p4"/>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1" name="Google Shape;121;p4"/>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2" name="Google Shape;122;p4"/>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 name="Google Shape;123;p4"/>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4" name="Google Shape;124;p4"/>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5" name="Google Shape;125;p4"/>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6" name="Google Shape;126;p4"/>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7" name="Google Shape;127;p4"/>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128" name="Google Shape;128;p4"/>
          <p:cNvSpPr/>
          <p:nvPr/>
        </p:nvSpPr>
        <p:spPr>
          <a:xfrm>
            <a:off x="6084168" y="1792633"/>
            <a:ext cx="2316218" cy="2458540"/>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9" name="Google Shape;129;p4"/>
          <p:cNvSpPr txBox="1">
            <a:spLocks noGrp="1"/>
          </p:cNvSpPr>
          <p:nvPr>
            <p:ph type="title"/>
          </p:nvPr>
        </p:nvSpPr>
        <p:spPr>
          <a:xfrm>
            <a:off x="542924" y="53975"/>
            <a:ext cx="79895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Concepto de array. Crear un Array</a:t>
            </a:r>
            <a:endParaRPr/>
          </a:p>
        </p:txBody>
      </p:sp>
      <p:sp>
        <p:nvSpPr>
          <p:cNvPr id="130" name="Google Shape;130;p4"/>
          <p:cNvSpPr txBox="1"/>
          <p:nvPr/>
        </p:nvSpPr>
        <p:spPr>
          <a:xfrm>
            <a:off x="1837381" y="764704"/>
            <a:ext cx="54006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i="0" u="none" strike="noStrike" cap="none">
                <a:solidFill>
                  <a:schemeClr val="dk1"/>
                </a:solidFill>
                <a:latin typeface="Arial"/>
                <a:ea typeface="Arial"/>
                <a:cs typeface="Arial"/>
                <a:sym typeface="Arial"/>
              </a:rPr>
              <a:t>Imagina que se desea almacenar la temperatura máxima alcanzada cada día de una semana</a:t>
            </a:r>
            <a:endParaRPr sz="1600" b="1" i="0" u="none" strike="noStrike" cap="none">
              <a:solidFill>
                <a:srgbClr val="FF0000"/>
              </a:solidFill>
              <a:latin typeface="Arial"/>
              <a:ea typeface="Arial"/>
              <a:cs typeface="Arial"/>
              <a:sym typeface="Arial"/>
            </a:endParaRPr>
          </a:p>
        </p:txBody>
      </p:sp>
      <p:grpSp>
        <p:nvGrpSpPr>
          <p:cNvPr id="131" name="Google Shape;131;p4"/>
          <p:cNvGrpSpPr/>
          <p:nvPr/>
        </p:nvGrpSpPr>
        <p:grpSpPr>
          <a:xfrm>
            <a:off x="2411760" y="1999593"/>
            <a:ext cx="1368152" cy="338832"/>
            <a:chOff x="683568" y="1916832"/>
            <a:chExt cx="1368152" cy="338832"/>
          </a:xfrm>
        </p:grpSpPr>
        <p:sp>
          <p:nvSpPr>
            <p:cNvPr id="132" name="Google Shape;132;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i="0" u="none" strike="noStrike" cap="none">
                  <a:solidFill>
                    <a:schemeClr val="dk1"/>
                  </a:solidFill>
                  <a:latin typeface="Arial"/>
                  <a:ea typeface="Arial"/>
                  <a:cs typeface="Arial"/>
                  <a:sym typeface="Arial"/>
                </a:rPr>
                <a:t>temp0</a:t>
              </a:r>
              <a:endParaRPr sz="1600" b="1">
                <a:solidFill>
                  <a:srgbClr val="FF0000"/>
                </a:solidFill>
                <a:latin typeface="Arial"/>
                <a:ea typeface="Arial"/>
                <a:cs typeface="Arial"/>
                <a:sym typeface="Arial"/>
              </a:endParaRPr>
            </a:p>
          </p:txBody>
        </p:sp>
        <p:sp>
          <p:nvSpPr>
            <p:cNvPr id="133" name="Google Shape;133;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4" name="Google Shape;134;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grpSp>
      <p:grpSp>
        <p:nvGrpSpPr>
          <p:cNvPr id="135" name="Google Shape;135;p4"/>
          <p:cNvGrpSpPr/>
          <p:nvPr/>
        </p:nvGrpSpPr>
        <p:grpSpPr>
          <a:xfrm>
            <a:off x="2411760" y="2287625"/>
            <a:ext cx="1368152" cy="338832"/>
            <a:chOff x="683568" y="1916832"/>
            <a:chExt cx="1368152" cy="338832"/>
          </a:xfrm>
        </p:grpSpPr>
        <p:sp>
          <p:nvSpPr>
            <p:cNvPr id="136" name="Google Shape;136;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temp1</a:t>
              </a:r>
              <a:endParaRPr sz="1600" b="1">
                <a:solidFill>
                  <a:srgbClr val="FF0000"/>
                </a:solidFill>
                <a:latin typeface="Arial"/>
                <a:ea typeface="Arial"/>
                <a:cs typeface="Arial"/>
                <a:sym typeface="Arial"/>
              </a:endParaRPr>
            </a:p>
          </p:txBody>
        </p:sp>
        <p:sp>
          <p:nvSpPr>
            <p:cNvPr id="137" name="Google Shape;137;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8" name="Google Shape;138;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grpSp>
      <p:grpSp>
        <p:nvGrpSpPr>
          <p:cNvPr id="139" name="Google Shape;139;p4"/>
          <p:cNvGrpSpPr/>
          <p:nvPr/>
        </p:nvGrpSpPr>
        <p:grpSpPr>
          <a:xfrm>
            <a:off x="2411760" y="2571465"/>
            <a:ext cx="1368152" cy="338832"/>
            <a:chOff x="683568" y="1916832"/>
            <a:chExt cx="1368152" cy="338832"/>
          </a:xfrm>
        </p:grpSpPr>
        <p:sp>
          <p:nvSpPr>
            <p:cNvPr id="140" name="Google Shape;140;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temp2</a:t>
              </a:r>
              <a:endParaRPr sz="1600" b="1">
                <a:solidFill>
                  <a:srgbClr val="FF0000"/>
                </a:solidFill>
                <a:latin typeface="Arial"/>
                <a:ea typeface="Arial"/>
                <a:cs typeface="Arial"/>
                <a:sym typeface="Arial"/>
              </a:endParaRPr>
            </a:p>
          </p:txBody>
        </p:sp>
        <p:sp>
          <p:nvSpPr>
            <p:cNvPr id="141" name="Google Shape;141;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2" name="Google Shape;142;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grpSp>
      <p:grpSp>
        <p:nvGrpSpPr>
          <p:cNvPr id="143" name="Google Shape;143;p4"/>
          <p:cNvGrpSpPr/>
          <p:nvPr/>
        </p:nvGrpSpPr>
        <p:grpSpPr>
          <a:xfrm>
            <a:off x="2411760" y="2863689"/>
            <a:ext cx="1368152" cy="338832"/>
            <a:chOff x="683568" y="1916832"/>
            <a:chExt cx="1368152" cy="338832"/>
          </a:xfrm>
        </p:grpSpPr>
        <p:sp>
          <p:nvSpPr>
            <p:cNvPr id="144" name="Google Shape;144;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temp3</a:t>
              </a:r>
              <a:endParaRPr sz="1600" b="1">
                <a:solidFill>
                  <a:srgbClr val="FF0000"/>
                </a:solidFill>
                <a:latin typeface="Arial"/>
                <a:ea typeface="Arial"/>
                <a:cs typeface="Arial"/>
                <a:sym typeface="Arial"/>
              </a:endParaRPr>
            </a:p>
          </p:txBody>
        </p:sp>
        <p:sp>
          <p:nvSpPr>
            <p:cNvPr id="145" name="Google Shape;145;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6" name="Google Shape;146;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grpSp>
      <p:grpSp>
        <p:nvGrpSpPr>
          <p:cNvPr id="147" name="Google Shape;147;p4"/>
          <p:cNvGrpSpPr/>
          <p:nvPr/>
        </p:nvGrpSpPr>
        <p:grpSpPr>
          <a:xfrm>
            <a:off x="2411760" y="3151721"/>
            <a:ext cx="1368152" cy="338832"/>
            <a:chOff x="683568" y="1916832"/>
            <a:chExt cx="1368152" cy="338832"/>
          </a:xfrm>
        </p:grpSpPr>
        <p:sp>
          <p:nvSpPr>
            <p:cNvPr id="148" name="Google Shape;148;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temp4</a:t>
              </a:r>
              <a:endParaRPr sz="1600" b="1">
                <a:solidFill>
                  <a:srgbClr val="FF0000"/>
                </a:solidFill>
                <a:latin typeface="Arial"/>
                <a:ea typeface="Arial"/>
                <a:cs typeface="Arial"/>
                <a:sym typeface="Arial"/>
              </a:endParaRPr>
            </a:p>
          </p:txBody>
        </p:sp>
        <p:sp>
          <p:nvSpPr>
            <p:cNvPr id="149" name="Google Shape;149;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0" name="Google Shape;150;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grpSp>
      <p:grpSp>
        <p:nvGrpSpPr>
          <p:cNvPr id="151" name="Google Shape;151;p4"/>
          <p:cNvGrpSpPr/>
          <p:nvPr/>
        </p:nvGrpSpPr>
        <p:grpSpPr>
          <a:xfrm>
            <a:off x="2411760" y="3435561"/>
            <a:ext cx="1368152" cy="338832"/>
            <a:chOff x="683568" y="1916832"/>
            <a:chExt cx="1368152" cy="338832"/>
          </a:xfrm>
        </p:grpSpPr>
        <p:sp>
          <p:nvSpPr>
            <p:cNvPr id="152" name="Google Shape;152;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temp5</a:t>
              </a:r>
              <a:endParaRPr sz="1600" b="1">
                <a:solidFill>
                  <a:srgbClr val="FF0000"/>
                </a:solidFill>
                <a:latin typeface="Arial"/>
                <a:ea typeface="Arial"/>
                <a:cs typeface="Arial"/>
                <a:sym typeface="Arial"/>
              </a:endParaRPr>
            </a:p>
          </p:txBody>
        </p:sp>
        <p:sp>
          <p:nvSpPr>
            <p:cNvPr id="153" name="Google Shape;153;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4" name="Google Shape;154;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grpSp>
      <p:grpSp>
        <p:nvGrpSpPr>
          <p:cNvPr id="155" name="Google Shape;155;p4"/>
          <p:cNvGrpSpPr/>
          <p:nvPr/>
        </p:nvGrpSpPr>
        <p:grpSpPr>
          <a:xfrm>
            <a:off x="2411760" y="3723593"/>
            <a:ext cx="1368152" cy="338832"/>
            <a:chOff x="683568" y="1916832"/>
            <a:chExt cx="1368152" cy="338832"/>
          </a:xfrm>
        </p:grpSpPr>
        <p:sp>
          <p:nvSpPr>
            <p:cNvPr id="156" name="Google Shape;156;p4"/>
            <p:cNvSpPr txBox="1"/>
            <p:nvPr/>
          </p:nvSpPr>
          <p:spPr>
            <a:xfrm>
              <a:off x="683568" y="191683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temp6</a:t>
              </a:r>
              <a:endParaRPr sz="1600" b="1">
                <a:solidFill>
                  <a:srgbClr val="FF0000"/>
                </a:solidFill>
                <a:latin typeface="Arial"/>
                <a:ea typeface="Arial"/>
                <a:cs typeface="Arial"/>
                <a:sym typeface="Arial"/>
              </a:endParaRPr>
            </a:p>
          </p:txBody>
        </p:sp>
        <p:sp>
          <p:nvSpPr>
            <p:cNvPr id="157" name="Google Shape;157;p4"/>
            <p:cNvSpPr/>
            <p:nvPr/>
          </p:nvSpPr>
          <p:spPr>
            <a:xfrm>
              <a:off x="1475656" y="193969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8" name="Google Shape;158;p4"/>
            <p:cNvSpPr txBox="1"/>
            <p:nvPr/>
          </p:nvSpPr>
          <p:spPr>
            <a:xfrm>
              <a:off x="1564556" y="191711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grpSp>
      <p:sp>
        <p:nvSpPr>
          <p:cNvPr id="159" name="Google Shape;159;p4"/>
          <p:cNvSpPr/>
          <p:nvPr/>
        </p:nvSpPr>
        <p:spPr>
          <a:xfrm>
            <a:off x="683568" y="1979667"/>
            <a:ext cx="1679848" cy="2127490"/>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60" name="Google Shape;160;p4"/>
          <p:cNvSpPr/>
          <p:nvPr/>
        </p:nvSpPr>
        <p:spPr>
          <a:xfrm>
            <a:off x="716360" y="1966994"/>
            <a:ext cx="1551384" cy="2133405"/>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temp0 = </a:t>
            </a:r>
            <a:r>
              <a:rPr lang="es-ES" sz="1600">
                <a:solidFill>
                  <a:srgbClr val="00B050"/>
                </a:solidFill>
                <a:latin typeface="Arial"/>
                <a:ea typeface="Arial"/>
                <a:cs typeface="Arial"/>
                <a:sym typeface="Arial"/>
              </a:rPr>
              <a:t>23</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temp1 = </a:t>
            </a:r>
            <a:r>
              <a:rPr lang="es-ES" sz="1600">
                <a:solidFill>
                  <a:srgbClr val="00B050"/>
                </a:solidFill>
                <a:latin typeface="Arial"/>
                <a:ea typeface="Arial"/>
                <a:cs typeface="Arial"/>
                <a:sym typeface="Arial"/>
              </a:rPr>
              <a:t>25</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temp2 = </a:t>
            </a:r>
            <a:r>
              <a:rPr lang="es-ES" sz="1600">
                <a:solidFill>
                  <a:srgbClr val="00B050"/>
                </a:solidFill>
                <a:latin typeface="Arial"/>
                <a:ea typeface="Arial"/>
                <a:cs typeface="Arial"/>
                <a:sym typeface="Arial"/>
              </a:rPr>
              <a:t>27</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temp3 = </a:t>
            </a:r>
            <a:r>
              <a:rPr lang="es-ES" sz="1600">
                <a:solidFill>
                  <a:srgbClr val="00B050"/>
                </a:solidFill>
                <a:latin typeface="Arial"/>
                <a:ea typeface="Arial"/>
                <a:cs typeface="Arial"/>
                <a:sym typeface="Arial"/>
              </a:rPr>
              <a:t>16</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temp4 = </a:t>
            </a:r>
            <a:r>
              <a:rPr lang="es-ES" sz="1600">
                <a:solidFill>
                  <a:srgbClr val="00B050"/>
                </a:solidFill>
                <a:latin typeface="Arial"/>
                <a:ea typeface="Arial"/>
                <a:cs typeface="Arial"/>
                <a:sym typeface="Arial"/>
              </a:rPr>
              <a:t>24</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temp5 = </a:t>
            </a:r>
            <a:r>
              <a:rPr lang="es-ES" sz="1600">
                <a:solidFill>
                  <a:srgbClr val="00B050"/>
                </a:solidFill>
                <a:latin typeface="Arial"/>
                <a:ea typeface="Arial"/>
                <a:cs typeface="Arial"/>
                <a:sym typeface="Arial"/>
              </a:rPr>
              <a:t>23</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int</a:t>
            </a:r>
            <a:r>
              <a:rPr lang="es-ES" sz="1600">
                <a:solidFill>
                  <a:schemeClr val="dk1"/>
                </a:solidFill>
                <a:latin typeface="Arial"/>
                <a:ea typeface="Arial"/>
                <a:cs typeface="Arial"/>
                <a:sym typeface="Arial"/>
              </a:rPr>
              <a:t> temp6 = </a:t>
            </a:r>
            <a:r>
              <a:rPr lang="es-ES" sz="1600">
                <a:solidFill>
                  <a:srgbClr val="00B050"/>
                </a:solidFill>
                <a:latin typeface="Arial"/>
                <a:ea typeface="Arial"/>
                <a:cs typeface="Arial"/>
                <a:sym typeface="Arial"/>
              </a:rPr>
              <a:t>20</a:t>
            </a:r>
            <a:r>
              <a:rPr lang="es-ES" sz="1600">
                <a:solidFill>
                  <a:schemeClr val="dk1"/>
                </a:solidFill>
                <a:latin typeface="Arial"/>
                <a:ea typeface="Arial"/>
                <a:cs typeface="Arial"/>
                <a:sym typeface="Arial"/>
              </a:rPr>
              <a:t>;</a:t>
            </a:r>
            <a:endParaRPr/>
          </a:p>
        </p:txBody>
      </p:sp>
      <p:sp>
        <p:nvSpPr>
          <p:cNvPr id="161" name="Google Shape;161;p4"/>
          <p:cNvSpPr/>
          <p:nvPr/>
        </p:nvSpPr>
        <p:spPr>
          <a:xfrm>
            <a:off x="6882916" y="2093181"/>
            <a:ext cx="1433500" cy="2100127"/>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0</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23</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1</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25</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2</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27</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3</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16</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4</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24</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5</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23</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temp[</a:t>
            </a:r>
            <a:r>
              <a:rPr lang="es-ES" sz="1600">
                <a:solidFill>
                  <a:srgbClr val="FF0000"/>
                </a:solidFill>
                <a:latin typeface="Arial"/>
                <a:ea typeface="Arial"/>
                <a:cs typeface="Arial"/>
                <a:sym typeface="Arial"/>
              </a:rPr>
              <a:t>6</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20</a:t>
            </a:r>
            <a:r>
              <a:rPr lang="es-ES" sz="1600">
                <a:solidFill>
                  <a:schemeClr val="dk1"/>
                </a:solidFill>
                <a:latin typeface="Arial"/>
                <a:ea typeface="Arial"/>
                <a:cs typeface="Arial"/>
                <a:sym typeface="Arial"/>
              </a:rPr>
              <a:t>;</a:t>
            </a:r>
            <a:endParaRPr/>
          </a:p>
        </p:txBody>
      </p:sp>
      <p:sp>
        <p:nvSpPr>
          <p:cNvPr id="162" name="Google Shape;162;p4"/>
          <p:cNvSpPr txBox="1"/>
          <p:nvPr/>
        </p:nvSpPr>
        <p:spPr>
          <a:xfrm>
            <a:off x="5021081" y="207811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63" name="Google Shape;163;p4"/>
          <p:cNvSpPr txBox="1"/>
          <p:nvPr/>
        </p:nvSpPr>
        <p:spPr>
          <a:xfrm>
            <a:off x="5021081" y="236614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64" name="Google Shape;164;p4"/>
          <p:cNvSpPr txBox="1"/>
          <p:nvPr/>
        </p:nvSpPr>
        <p:spPr>
          <a:xfrm>
            <a:off x="5021081" y="264998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65" name="Google Shape;165;p4"/>
          <p:cNvSpPr txBox="1"/>
          <p:nvPr/>
        </p:nvSpPr>
        <p:spPr>
          <a:xfrm>
            <a:off x="5021081" y="294220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sp>
        <p:nvSpPr>
          <p:cNvPr id="166" name="Google Shape;166;p4"/>
          <p:cNvSpPr txBox="1"/>
          <p:nvPr/>
        </p:nvSpPr>
        <p:spPr>
          <a:xfrm>
            <a:off x="5021081" y="3230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167" name="Google Shape;167;p4"/>
          <p:cNvSpPr txBox="1"/>
          <p:nvPr/>
        </p:nvSpPr>
        <p:spPr>
          <a:xfrm>
            <a:off x="5021081" y="351408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68" name="Google Shape;168;p4"/>
          <p:cNvSpPr txBox="1"/>
          <p:nvPr/>
        </p:nvSpPr>
        <p:spPr>
          <a:xfrm>
            <a:off x="5021081" y="380211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69" name="Google Shape;169;p4"/>
          <p:cNvSpPr txBox="1"/>
          <p:nvPr/>
        </p:nvSpPr>
        <p:spPr>
          <a:xfrm>
            <a:off x="4788165" y="1739558"/>
            <a:ext cx="8640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sp>
        <p:nvSpPr>
          <p:cNvPr id="170" name="Google Shape;170;p4"/>
          <p:cNvSpPr/>
          <p:nvPr/>
        </p:nvSpPr>
        <p:spPr>
          <a:xfrm>
            <a:off x="6084168" y="1805333"/>
            <a:ext cx="12466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accent1"/>
                </a:solidFill>
                <a:latin typeface="Arial"/>
                <a:ea typeface="Arial"/>
                <a:cs typeface="Arial"/>
                <a:sym typeface="Arial"/>
              </a:rPr>
              <a:t>int[</a:t>
            </a:r>
            <a:r>
              <a:rPr lang="es-ES" sz="500">
                <a:solidFill>
                  <a:schemeClr val="accent1"/>
                </a:solidFill>
                <a:latin typeface="Arial"/>
                <a:ea typeface="Arial"/>
                <a:cs typeface="Arial"/>
                <a:sym typeface="Arial"/>
              </a:rPr>
              <a:t> </a:t>
            </a:r>
            <a:r>
              <a:rPr lang="es-ES" sz="1600">
                <a:solidFill>
                  <a:schemeClr val="accent1"/>
                </a:solidFill>
                <a:latin typeface="Arial"/>
                <a:ea typeface="Arial"/>
                <a:cs typeface="Arial"/>
                <a:sym typeface="Arial"/>
              </a:rPr>
              <a:t>] </a:t>
            </a:r>
            <a:r>
              <a:rPr lang="es-ES" sz="1600">
                <a:solidFill>
                  <a:schemeClr val="dk1"/>
                </a:solidFill>
                <a:latin typeface="Arial"/>
                <a:ea typeface="Arial"/>
                <a:cs typeface="Arial"/>
                <a:sym typeface="Arial"/>
              </a:rPr>
              <a:t>temp =</a:t>
            </a:r>
            <a:endParaRPr sz="1600">
              <a:solidFill>
                <a:schemeClr val="dk1"/>
              </a:solidFill>
              <a:latin typeface="Arial"/>
              <a:ea typeface="Arial"/>
              <a:cs typeface="Arial"/>
              <a:sym typeface="Arial"/>
            </a:endParaRPr>
          </a:p>
        </p:txBody>
      </p:sp>
      <p:sp>
        <p:nvSpPr>
          <p:cNvPr id="171" name="Google Shape;171;p4"/>
          <p:cNvSpPr/>
          <p:nvPr/>
        </p:nvSpPr>
        <p:spPr>
          <a:xfrm>
            <a:off x="7176120" y="1801235"/>
            <a:ext cx="11148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new </a:t>
            </a:r>
            <a:r>
              <a:rPr lang="es-ES" sz="1600">
                <a:solidFill>
                  <a:schemeClr val="accent1"/>
                </a:solidFill>
                <a:latin typeface="Arial"/>
                <a:ea typeface="Arial"/>
                <a:cs typeface="Arial"/>
                <a:sym typeface="Arial"/>
              </a:rPr>
              <a:t>int[</a:t>
            </a:r>
            <a:r>
              <a:rPr lang="es-ES" sz="1600">
                <a:solidFill>
                  <a:srgbClr val="FF0000"/>
                </a:solidFill>
                <a:latin typeface="Arial"/>
                <a:ea typeface="Arial"/>
                <a:cs typeface="Arial"/>
                <a:sym typeface="Arial"/>
              </a:rPr>
              <a:t>7</a:t>
            </a:r>
            <a:r>
              <a:rPr lang="es-ES" sz="1600">
                <a:solidFill>
                  <a:schemeClr val="accent1"/>
                </a:solidFill>
                <a:latin typeface="Arial"/>
                <a:ea typeface="Arial"/>
                <a:cs typeface="Arial"/>
                <a:sym typeface="Arial"/>
              </a:rPr>
              <a:t>];</a:t>
            </a:r>
            <a:endParaRPr sz="1600">
              <a:solidFill>
                <a:schemeClr val="accent1"/>
              </a:solidFill>
              <a:latin typeface="Arial"/>
              <a:ea typeface="Arial"/>
              <a:cs typeface="Arial"/>
              <a:sym typeface="Arial"/>
            </a:endParaRPr>
          </a:p>
        </p:txBody>
      </p:sp>
      <p:sp>
        <p:nvSpPr>
          <p:cNvPr id="172" name="Google Shape;172;p4"/>
          <p:cNvSpPr txBox="1"/>
          <p:nvPr/>
        </p:nvSpPr>
        <p:spPr>
          <a:xfrm>
            <a:off x="899592" y="5987013"/>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FF0000"/>
                </a:solidFill>
                <a:latin typeface="Arial"/>
                <a:ea typeface="Arial"/>
                <a:cs typeface="Arial"/>
                <a:sym typeface="Arial"/>
              </a:rPr>
              <a:t>...print( </a:t>
            </a:r>
            <a:r>
              <a:rPr lang="es-ES" sz="1400" b="1">
                <a:solidFill>
                  <a:schemeClr val="accent1"/>
                </a:solidFill>
                <a:latin typeface="Arial"/>
                <a:ea typeface="Arial"/>
                <a:cs typeface="Arial"/>
                <a:sym typeface="Arial"/>
              </a:rPr>
              <a:t>temp1 </a:t>
            </a:r>
            <a:r>
              <a:rPr lang="es-ES" sz="1400" b="1">
                <a:solidFill>
                  <a:srgbClr val="FF0000"/>
                </a:solidFill>
                <a:latin typeface="Arial"/>
                <a:ea typeface="Arial"/>
                <a:cs typeface="Arial"/>
                <a:sym typeface="Arial"/>
              </a:rPr>
              <a:t>)</a:t>
            </a:r>
            <a:endParaRPr sz="1400">
              <a:solidFill>
                <a:srgbClr val="FF0000"/>
              </a:solidFill>
              <a:latin typeface="Arial"/>
              <a:ea typeface="Arial"/>
              <a:cs typeface="Arial"/>
              <a:sym typeface="Arial"/>
            </a:endParaRPr>
          </a:p>
        </p:txBody>
      </p:sp>
      <p:sp>
        <p:nvSpPr>
          <p:cNvPr id="173" name="Google Shape;173;p4"/>
          <p:cNvSpPr txBox="1"/>
          <p:nvPr/>
        </p:nvSpPr>
        <p:spPr>
          <a:xfrm>
            <a:off x="4932040" y="5987013"/>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FF0000"/>
                </a:solidFill>
                <a:latin typeface="Arial"/>
                <a:ea typeface="Arial"/>
                <a:cs typeface="Arial"/>
                <a:sym typeface="Arial"/>
              </a:rPr>
              <a:t>...print( </a:t>
            </a:r>
            <a:r>
              <a:rPr lang="es-ES" sz="1400" b="1">
                <a:solidFill>
                  <a:schemeClr val="accent1"/>
                </a:solidFill>
                <a:latin typeface="Arial"/>
                <a:ea typeface="Arial"/>
                <a:cs typeface="Arial"/>
                <a:sym typeface="Arial"/>
              </a:rPr>
              <a:t>temp[</a:t>
            </a:r>
            <a:r>
              <a:rPr lang="es-ES" sz="1400" b="1">
                <a:solidFill>
                  <a:srgbClr val="FFC000"/>
                </a:solidFill>
                <a:latin typeface="Arial"/>
                <a:ea typeface="Arial"/>
                <a:cs typeface="Arial"/>
                <a:sym typeface="Arial"/>
              </a:rPr>
              <a:t>1</a:t>
            </a:r>
            <a:r>
              <a:rPr lang="es-ES" sz="1400" b="1">
                <a:solidFill>
                  <a:schemeClr val="accent1"/>
                </a:solidFill>
                <a:latin typeface="Arial"/>
                <a:ea typeface="Arial"/>
                <a:cs typeface="Arial"/>
                <a:sym typeface="Arial"/>
              </a:rPr>
              <a:t>] </a:t>
            </a:r>
            <a:r>
              <a:rPr lang="es-ES" sz="1400" b="1">
                <a:solidFill>
                  <a:srgbClr val="FF0000"/>
                </a:solidFill>
                <a:latin typeface="Arial"/>
                <a:ea typeface="Arial"/>
                <a:cs typeface="Arial"/>
                <a:sym typeface="Arial"/>
              </a:rPr>
              <a:t>)</a:t>
            </a:r>
            <a:endParaRPr sz="1400">
              <a:solidFill>
                <a:srgbClr val="FF0000"/>
              </a:solidFill>
              <a:latin typeface="Arial"/>
              <a:ea typeface="Arial"/>
              <a:cs typeface="Arial"/>
              <a:sym typeface="Arial"/>
            </a:endParaRPr>
          </a:p>
        </p:txBody>
      </p:sp>
      <p:pic>
        <p:nvPicPr>
          <p:cNvPr id="174" name="Google Shape;174;p4" descr="C:\Users\Raúl\Desktop\pointer-152868_640.png"/>
          <p:cNvPicPr preferRelativeResize="0"/>
          <p:nvPr/>
        </p:nvPicPr>
        <p:blipFill rotWithShape="1">
          <a:blip r:embed="rId3">
            <a:alphaModFix/>
          </a:blip>
          <a:srcRect/>
          <a:stretch/>
        </p:blipFill>
        <p:spPr>
          <a:xfrm rot="5400000">
            <a:off x="4181080" y="2217525"/>
            <a:ext cx="544011" cy="770282"/>
          </a:xfrm>
          <a:prstGeom prst="rect">
            <a:avLst/>
          </a:prstGeom>
          <a:noFill/>
          <a:ln>
            <a:noFill/>
          </a:ln>
        </p:spPr>
      </p:pic>
      <p:grpSp>
        <p:nvGrpSpPr>
          <p:cNvPr id="175" name="Google Shape;175;p4"/>
          <p:cNvGrpSpPr/>
          <p:nvPr/>
        </p:nvGrpSpPr>
        <p:grpSpPr>
          <a:xfrm>
            <a:off x="6660232" y="5385309"/>
            <a:ext cx="1020074" cy="589511"/>
            <a:chOff x="7098448" y="3791540"/>
            <a:chExt cx="1020074" cy="589511"/>
          </a:xfrm>
        </p:grpSpPr>
        <p:cxnSp>
          <p:nvCxnSpPr>
            <p:cNvPr id="176" name="Google Shape;176;p4"/>
            <p:cNvCxnSpPr/>
            <p:nvPr/>
          </p:nvCxnSpPr>
          <p:spPr>
            <a:xfrm rot="10800000" flipH="1">
              <a:off x="7323172" y="4093019"/>
              <a:ext cx="241789" cy="288032"/>
            </a:xfrm>
            <a:prstGeom prst="straightConnector1">
              <a:avLst/>
            </a:prstGeom>
            <a:noFill/>
            <a:ln w="25400" cap="flat" cmpd="sng">
              <a:solidFill>
                <a:schemeClr val="accent3"/>
              </a:solidFill>
              <a:prstDash val="solid"/>
              <a:round/>
              <a:headEnd type="none" w="sm" len="sm"/>
              <a:tailEnd type="stealth" w="med" len="med"/>
            </a:ln>
            <a:effectLst>
              <a:outerShdw blurRad="40000" dist="20000" dir="5400000" rotWithShape="0">
                <a:srgbClr val="000000">
                  <a:alpha val="37647"/>
                </a:srgbClr>
              </a:outerShdw>
            </a:effectLst>
          </p:spPr>
        </p:cxnSp>
        <p:sp>
          <p:nvSpPr>
            <p:cNvPr id="177" name="Google Shape;177;p4"/>
            <p:cNvSpPr txBox="1"/>
            <p:nvPr/>
          </p:nvSpPr>
          <p:spPr>
            <a:xfrm>
              <a:off x="7098448" y="3791540"/>
              <a:ext cx="102007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1">
                  <a:solidFill>
                    <a:srgbClr val="FFC000"/>
                  </a:solidFill>
                  <a:latin typeface="Arial"/>
                  <a:ea typeface="Arial"/>
                  <a:cs typeface="Arial"/>
                  <a:sym typeface="Arial"/>
                </a:rPr>
                <a:t>índice</a:t>
              </a:r>
              <a:endParaRPr/>
            </a:p>
          </p:txBody>
        </p:sp>
      </p:grpSp>
      <p:grpSp>
        <p:nvGrpSpPr>
          <p:cNvPr id="178" name="Google Shape;178;p4"/>
          <p:cNvGrpSpPr/>
          <p:nvPr/>
        </p:nvGrpSpPr>
        <p:grpSpPr>
          <a:xfrm>
            <a:off x="7188515" y="5943386"/>
            <a:ext cx="783704" cy="338554"/>
            <a:chOff x="3419872" y="4954726"/>
            <a:chExt cx="783704" cy="338554"/>
          </a:xfrm>
        </p:grpSpPr>
        <p:cxnSp>
          <p:nvCxnSpPr>
            <p:cNvPr id="179" name="Google Shape;179;p4"/>
            <p:cNvCxnSpPr/>
            <p:nvPr/>
          </p:nvCxnSpPr>
          <p:spPr>
            <a:xfrm>
              <a:off x="3419872" y="5124003"/>
              <a:ext cx="360040" cy="0"/>
            </a:xfrm>
            <a:prstGeom prst="straightConnector1">
              <a:avLst/>
            </a:prstGeom>
            <a:noFill/>
            <a:ln w="38100" cap="flat" cmpd="sng">
              <a:solidFill>
                <a:schemeClr val="accent1"/>
              </a:solidFill>
              <a:prstDash val="solid"/>
              <a:round/>
              <a:headEnd type="none" w="sm" len="sm"/>
              <a:tailEnd type="stealth" w="med" len="med"/>
            </a:ln>
            <a:effectLst>
              <a:outerShdw blurRad="40000" dist="23000" dir="5400000" rotWithShape="0">
                <a:srgbClr val="000000">
                  <a:alpha val="34901"/>
                </a:srgbClr>
              </a:outerShdw>
            </a:effectLst>
          </p:spPr>
        </p:cxnSp>
        <p:sp>
          <p:nvSpPr>
            <p:cNvPr id="180" name="Google Shape;180;p4"/>
            <p:cNvSpPr txBox="1"/>
            <p:nvPr/>
          </p:nvSpPr>
          <p:spPr>
            <a:xfrm>
              <a:off x="3779912" y="49547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grpSp>
      <p:grpSp>
        <p:nvGrpSpPr>
          <p:cNvPr id="181" name="Google Shape;181;p4"/>
          <p:cNvGrpSpPr/>
          <p:nvPr/>
        </p:nvGrpSpPr>
        <p:grpSpPr>
          <a:xfrm>
            <a:off x="3059832" y="5970766"/>
            <a:ext cx="783704" cy="338554"/>
            <a:chOff x="3419872" y="4954726"/>
            <a:chExt cx="783704" cy="338554"/>
          </a:xfrm>
        </p:grpSpPr>
        <p:cxnSp>
          <p:nvCxnSpPr>
            <p:cNvPr id="182" name="Google Shape;182;p4"/>
            <p:cNvCxnSpPr/>
            <p:nvPr/>
          </p:nvCxnSpPr>
          <p:spPr>
            <a:xfrm>
              <a:off x="3419872" y="5124003"/>
              <a:ext cx="360040" cy="0"/>
            </a:xfrm>
            <a:prstGeom prst="straightConnector1">
              <a:avLst/>
            </a:prstGeom>
            <a:noFill/>
            <a:ln w="38100" cap="flat" cmpd="sng">
              <a:solidFill>
                <a:schemeClr val="accent1"/>
              </a:solidFill>
              <a:prstDash val="solid"/>
              <a:round/>
              <a:headEnd type="none" w="sm" len="sm"/>
              <a:tailEnd type="stealth" w="med" len="med"/>
            </a:ln>
            <a:effectLst>
              <a:outerShdw blurRad="40000" dist="23000" dir="5400000" rotWithShape="0">
                <a:srgbClr val="000000">
                  <a:alpha val="34901"/>
                </a:srgbClr>
              </a:outerShdw>
            </a:effectLst>
          </p:spPr>
        </p:cxnSp>
        <p:sp>
          <p:nvSpPr>
            <p:cNvPr id="183" name="Google Shape;183;p4"/>
            <p:cNvSpPr txBox="1"/>
            <p:nvPr/>
          </p:nvSpPr>
          <p:spPr>
            <a:xfrm>
              <a:off x="3779912" y="49547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grpSp>
      <p:sp>
        <p:nvSpPr>
          <p:cNvPr id="184" name="Google Shape;184;p4"/>
          <p:cNvSpPr/>
          <p:nvPr/>
        </p:nvSpPr>
        <p:spPr>
          <a:xfrm>
            <a:off x="2411760" y="2287903"/>
            <a:ext cx="792088" cy="306422"/>
          </a:xfrm>
          <a:prstGeom prst="ellipse">
            <a:avLst/>
          </a:pr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85" name="Google Shape;185;p4"/>
          <p:cNvSpPr txBox="1"/>
          <p:nvPr/>
        </p:nvSpPr>
        <p:spPr>
          <a:xfrm>
            <a:off x="1837381" y="5454010"/>
            <a:ext cx="54006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¿Cómo mostrar la temperatura del martes?</a:t>
            </a:r>
            <a:endParaRPr sz="1600" b="1">
              <a:solidFill>
                <a:srgbClr val="FF0000"/>
              </a:solidFill>
              <a:latin typeface="Arial"/>
              <a:ea typeface="Arial"/>
              <a:cs typeface="Arial"/>
              <a:sym typeface="Arial"/>
            </a:endParaRPr>
          </a:p>
        </p:txBody>
      </p:sp>
      <p:sp>
        <p:nvSpPr>
          <p:cNvPr id="187" name="Google Shape;187;p4"/>
          <p:cNvSpPr/>
          <p:nvPr/>
        </p:nvSpPr>
        <p:spPr>
          <a:xfrm>
            <a:off x="2089409" y="4901170"/>
            <a:ext cx="4896544" cy="353570"/>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88" name="Google Shape;188;p4"/>
          <p:cNvSpPr/>
          <p:nvPr/>
        </p:nvSpPr>
        <p:spPr>
          <a:xfrm>
            <a:off x="2428988" y="4916186"/>
            <a:ext cx="421738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accent1"/>
                </a:solidFill>
                <a:latin typeface="Arial"/>
                <a:ea typeface="Arial"/>
                <a:cs typeface="Arial"/>
                <a:sym typeface="Arial"/>
              </a:rPr>
              <a:t>int    </a:t>
            </a:r>
            <a:r>
              <a:rPr lang="es-ES" sz="1600">
                <a:solidFill>
                  <a:schemeClr val="dk1"/>
                </a:solidFill>
                <a:latin typeface="Arial"/>
                <a:ea typeface="Arial"/>
                <a:cs typeface="Arial"/>
                <a:sym typeface="Arial"/>
              </a:rPr>
              <a:t>temp   = { 23, 25, 27, 16, 24, 23, 20 };</a:t>
            </a:r>
            <a:endParaRPr sz="1600">
              <a:solidFill>
                <a:schemeClr val="dk1"/>
              </a:solidFill>
              <a:latin typeface="Arial"/>
              <a:ea typeface="Arial"/>
              <a:cs typeface="Arial"/>
              <a:sym typeface="Arial"/>
            </a:endParaRPr>
          </a:p>
        </p:txBody>
      </p:sp>
      <p:grpSp>
        <p:nvGrpSpPr>
          <p:cNvPr id="189" name="Google Shape;189;p4"/>
          <p:cNvGrpSpPr/>
          <p:nvPr/>
        </p:nvGrpSpPr>
        <p:grpSpPr>
          <a:xfrm>
            <a:off x="8194070" y="1814682"/>
            <a:ext cx="298480" cy="338554"/>
            <a:chOff x="8481904" y="2074639"/>
            <a:chExt cx="298480" cy="338554"/>
          </a:xfrm>
        </p:grpSpPr>
        <p:sp>
          <p:nvSpPr>
            <p:cNvPr id="190" name="Google Shape;190;p4"/>
            <p:cNvSpPr/>
            <p:nvPr/>
          </p:nvSpPr>
          <p:spPr>
            <a:xfrm>
              <a:off x="8507304" y="2120312"/>
              <a:ext cx="241160" cy="241160"/>
            </a:xfrm>
            <a:prstGeom prst="ellipse">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1" name="Google Shape;191;p4"/>
            <p:cNvSpPr txBox="1"/>
            <p:nvPr/>
          </p:nvSpPr>
          <p:spPr>
            <a:xfrm>
              <a:off x="8481904" y="2074639"/>
              <a:ext cx="2984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1</a:t>
              </a:r>
              <a:endParaRPr/>
            </a:p>
          </p:txBody>
        </p:sp>
      </p:grpSp>
      <p:grpSp>
        <p:nvGrpSpPr>
          <p:cNvPr id="192" name="Google Shape;192;p4"/>
          <p:cNvGrpSpPr/>
          <p:nvPr/>
        </p:nvGrpSpPr>
        <p:grpSpPr>
          <a:xfrm>
            <a:off x="5785688" y="1814682"/>
            <a:ext cx="298480" cy="338554"/>
            <a:chOff x="8481904" y="2074639"/>
            <a:chExt cx="298480" cy="338554"/>
          </a:xfrm>
        </p:grpSpPr>
        <p:sp>
          <p:nvSpPr>
            <p:cNvPr id="193" name="Google Shape;193;p4"/>
            <p:cNvSpPr/>
            <p:nvPr/>
          </p:nvSpPr>
          <p:spPr>
            <a:xfrm>
              <a:off x="8507304" y="2120312"/>
              <a:ext cx="241160" cy="241160"/>
            </a:xfrm>
            <a:prstGeom prst="ellipse">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4" name="Google Shape;194;p4"/>
            <p:cNvSpPr txBox="1"/>
            <p:nvPr/>
          </p:nvSpPr>
          <p:spPr>
            <a:xfrm>
              <a:off x="8481904" y="2074639"/>
              <a:ext cx="2984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2</a:t>
              </a:r>
              <a:endParaRPr/>
            </a:p>
          </p:txBody>
        </p:sp>
      </p:grpSp>
      <p:grpSp>
        <p:nvGrpSpPr>
          <p:cNvPr id="195" name="Google Shape;195;p4"/>
          <p:cNvGrpSpPr/>
          <p:nvPr/>
        </p:nvGrpSpPr>
        <p:grpSpPr>
          <a:xfrm>
            <a:off x="6372200" y="2143887"/>
            <a:ext cx="576916" cy="1998582"/>
            <a:chOff x="6372200" y="1980054"/>
            <a:chExt cx="576916" cy="1998582"/>
          </a:xfrm>
        </p:grpSpPr>
        <p:grpSp>
          <p:nvGrpSpPr>
            <p:cNvPr id="196" name="Google Shape;196;p4"/>
            <p:cNvGrpSpPr/>
            <p:nvPr/>
          </p:nvGrpSpPr>
          <p:grpSpPr>
            <a:xfrm>
              <a:off x="6372200" y="2818611"/>
              <a:ext cx="298480" cy="338554"/>
              <a:chOff x="8481904" y="2074639"/>
              <a:chExt cx="298480" cy="338554"/>
            </a:xfrm>
          </p:grpSpPr>
          <p:sp>
            <p:nvSpPr>
              <p:cNvPr id="197" name="Google Shape;197;p4"/>
              <p:cNvSpPr/>
              <p:nvPr/>
            </p:nvSpPr>
            <p:spPr>
              <a:xfrm>
                <a:off x="8507304" y="2120312"/>
                <a:ext cx="241160" cy="241160"/>
              </a:xfrm>
              <a:prstGeom prst="ellipse">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8" name="Google Shape;198;p4"/>
              <p:cNvSpPr txBox="1"/>
              <p:nvPr/>
            </p:nvSpPr>
            <p:spPr>
              <a:xfrm>
                <a:off x="8481904" y="2074639"/>
                <a:ext cx="2984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3</a:t>
                </a:r>
                <a:endParaRPr/>
              </a:p>
            </p:txBody>
          </p:sp>
        </p:grpSp>
        <p:sp>
          <p:nvSpPr>
            <p:cNvPr id="199" name="Google Shape;199;p4"/>
            <p:cNvSpPr/>
            <p:nvPr/>
          </p:nvSpPr>
          <p:spPr>
            <a:xfrm>
              <a:off x="6695403" y="1980054"/>
              <a:ext cx="253713" cy="1998582"/>
            </a:xfrm>
            <a:prstGeom prst="leftBrace">
              <a:avLst>
                <a:gd name="adj1" fmla="val 40870"/>
                <a:gd name="adj2" fmla="val 49682"/>
              </a:avLst>
            </a:prstGeom>
            <a:no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200" name="Google Shape;200;p4"/>
          <p:cNvGrpSpPr/>
          <p:nvPr/>
        </p:nvGrpSpPr>
        <p:grpSpPr>
          <a:xfrm>
            <a:off x="3779912" y="4562616"/>
            <a:ext cx="298480" cy="338554"/>
            <a:chOff x="8481904" y="2074639"/>
            <a:chExt cx="298480" cy="338554"/>
          </a:xfrm>
        </p:grpSpPr>
        <p:sp>
          <p:nvSpPr>
            <p:cNvPr id="201" name="Google Shape;201;p4"/>
            <p:cNvSpPr/>
            <p:nvPr/>
          </p:nvSpPr>
          <p:spPr>
            <a:xfrm>
              <a:off x="8507304" y="2120312"/>
              <a:ext cx="241160" cy="241160"/>
            </a:xfrm>
            <a:prstGeom prst="ellipse">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02" name="Google Shape;202;p4"/>
            <p:cNvSpPr txBox="1"/>
            <p:nvPr/>
          </p:nvSpPr>
          <p:spPr>
            <a:xfrm>
              <a:off x="8481904" y="2074639"/>
              <a:ext cx="2984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1</a:t>
              </a:r>
              <a:endParaRPr/>
            </a:p>
          </p:txBody>
        </p:sp>
      </p:grpSp>
      <p:grpSp>
        <p:nvGrpSpPr>
          <p:cNvPr id="203" name="Google Shape;203;p4"/>
          <p:cNvGrpSpPr/>
          <p:nvPr/>
        </p:nvGrpSpPr>
        <p:grpSpPr>
          <a:xfrm>
            <a:off x="4319812" y="4562616"/>
            <a:ext cx="298480" cy="338554"/>
            <a:chOff x="8481904" y="2074639"/>
            <a:chExt cx="298480" cy="338554"/>
          </a:xfrm>
        </p:grpSpPr>
        <p:sp>
          <p:nvSpPr>
            <p:cNvPr id="204" name="Google Shape;204;p4"/>
            <p:cNvSpPr/>
            <p:nvPr/>
          </p:nvSpPr>
          <p:spPr>
            <a:xfrm>
              <a:off x="8507304" y="2120312"/>
              <a:ext cx="241160" cy="241160"/>
            </a:xfrm>
            <a:prstGeom prst="ellipse">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05" name="Google Shape;205;p4"/>
            <p:cNvSpPr txBox="1"/>
            <p:nvPr/>
          </p:nvSpPr>
          <p:spPr>
            <a:xfrm>
              <a:off x="8481904" y="2074639"/>
              <a:ext cx="2984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2</a:t>
              </a:r>
              <a:endParaRPr/>
            </a:p>
          </p:txBody>
        </p:sp>
      </p:grpSp>
      <p:grpSp>
        <p:nvGrpSpPr>
          <p:cNvPr id="206" name="Google Shape;206;p4"/>
          <p:cNvGrpSpPr/>
          <p:nvPr/>
        </p:nvGrpSpPr>
        <p:grpSpPr>
          <a:xfrm>
            <a:off x="4872605" y="4562616"/>
            <a:ext cx="298480" cy="338554"/>
            <a:chOff x="8481904" y="2074639"/>
            <a:chExt cx="298480" cy="338554"/>
          </a:xfrm>
        </p:grpSpPr>
        <p:sp>
          <p:nvSpPr>
            <p:cNvPr id="207" name="Google Shape;207;p4"/>
            <p:cNvSpPr/>
            <p:nvPr/>
          </p:nvSpPr>
          <p:spPr>
            <a:xfrm>
              <a:off x="8507304" y="2120312"/>
              <a:ext cx="241160" cy="241160"/>
            </a:xfrm>
            <a:prstGeom prst="ellipse">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08" name="Google Shape;208;p4"/>
            <p:cNvSpPr txBox="1"/>
            <p:nvPr/>
          </p:nvSpPr>
          <p:spPr>
            <a:xfrm>
              <a:off x="8481904" y="2074639"/>
              <a:ext cx="2984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3</a:t>
              </a:r>
              <a:endParaRPr/>
            </a:p>
          </p:txBody>
        </p:sp>
      </p:grpSp>
      <p:sp>
        <p:nvSpPr>
          <p:cNvPr id="209" name="Google Shape;209;p4"/>
          <p:cNvSpPr txBox="1"/>
          <p:nvPr/>
        </p:nvSpPr>
        <p:spPr>
          <a:xfrm>
            <a:off x="4034036" y="4552254"/>
            <a:ext cx="26220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a:t>
            </a:r>
            <a:endParaRPr sz="1600" b="1">
              <a:solidFill>
                <a:srgbClr val="FF0000"/>
              </a:solidFill>
              <a:latin typeface="Arial"/>
              <a:ea typeface="Arial"/>
              <a:cs typeface="Arial"/>
              <a:sym typeface="Arial"/>
            </a:endParaRPr>
          </a:p>
        </p:txBody>
      </p:sp>
      <p:sp>
        <p:nvSpPr>
          <p:cNvPr id="210" name="Google Shape;210;p4"/>
          <p:cNvSpPr txBox="1"/>
          <p:nvPr/>
        </p:nvSpPr>
        <p:spPr>
          <a:xfrm>
            <a:off x="4572000" y="4552254"/>
            <a:ext cx="26220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a:t>
            </a:r>
            <a:endParaRPr sz="1600" b="1">
              <a:solidFill>
                <a:srgbClr val="FF0000"/>
              </a:solidFill>
              <a:latin typeface="Arial"/>
              <a:ea typeface="Arial"/>
              <a:cs typeface="Arial"/>
              <a:sym typeface="Arial"/>
            </a:endParaRPr>
          </a:p>
        </p:txBody>
      </p:sp>
      <p:sp>
        <p:nvSpPr>
          <p:cNvPr id="211" name="Google Shape;211;p4"/>
          <p:cNvSpPr/>
          <p:nvPr/>
        </p:nvSpPr>
        <p:spPr>
          <a:xfrm>
            <a:off x="2747116" y="4906661"/>
            <a:ext cx="35139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accent1"/>
                </a:solidFill>
                <a:latin typeface="Arial"/>
                <a:ea typeface="Arial"/>
                <a:cs typeface="Arial"/>
                <a:sym typeface="Arial"/>
              </a:rPr>
              <a:t>[</a:t>
            </a:r>
            <a:r>
              <a:rPr lang="es-ES" sz="500">
                <a:solidFill>
                  <a:schemeClr val="accent1"/>
                </a:solidFill>
                <a:latin typeface="Arial"/>
                <a:ea typeface="Arial"/>
                <a:cs typeface="Arial"/>
                <a:sym typeface="Arial"/>
              </a:rPr>
              <a:t> </a:t>
            </a:r>
            <a:r>
              <a:rPr lang="es-ES" sz="1600">
                <a:solidFill>
                  <a:schemeClr val="accent1"/>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212" name="Google Shape;212;p4"/>
          <p:cNvSpPr txBox="1"/>
          <p:nvPr/>
        </p:nvSpPr>
        <p:spPr>
          <a:xfrm>
            <a:off x="974600" y="1412776"/>
            <a:ext cx="2471778"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accent1"/>
                </a:solidFill>
                <a:latin typeface="Arial"/>
                <a:ea typeface="Arial"/>
                <a:cs typeface="Arial"/>
                <a:sym typeface="Arial"/>
              </a:rPr>
              <a:t>con variables discretas</a:t>
            </a:r>
            <a:endParaRPr/>
          </a:p>
        </p:txBody>
      </p:sp>
      <p:sp>
        <p:nvSpPr>
          <p:cNvPr id="213" name="Google Shape;213;p4"/>
          <p:cNvSpPr txBox="1"/>
          <p:nvPr/>
        </p:nvSpPr>
        <p:spPr>
          <a:xfrm>
            <a:off x="5315100" y="1412776"/>
            <a:ext cx="2471778"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accent1"/>
                </a:solidFill>
                <a:latin typeface="Arial"/>
                <a:ea typeface="Arial"/>
                <a:cs typeface="Arial"/>
                <a:sym typeface="Arial"/>
              </a:rPr>
              <a:t>con un array</a:t>
            </a:r>
            <a:endParaRPr sz="1400" b="1">
              <a:solidFill>
                <a:schemeClr val="accen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2"/>
                                        </p:tgtEl>
                                        <p:attrNameLst>
                                          <p:attrName>style.visibility</p:attrName>
                                        </p:attrNameLst>
                                      </p:cBhvr>
                                      <p:to>
                                        <p:strVal val="visible"/>
                                      </p:to>
                                    </p:set>
                                    <p:animEffect transition="in" filter="fade">
                                      <p:cBhvr>
                                        <p:cTn id="12" dur="500"/>
                                        <p:tgtEl>
                                          <p:spTgt spid="212"/>
                                        </p:tgtEl>
                                      </p:cBhvr>
                                    </p:animEffect>
                                  </p:childTnLst>
                                </p:cTn>
                              </p:par>
                              <p:par>
                                <p:cTn id="13" presetID="10" presetClass="entr" presetSubtype="0" fill="hold" nodeType="withEffect">
                                  <p:stCondLst>
                                    <p:cond delay="0"/>
                                  </p:stCondLst>
                                  <p:childTnLst>
                                    <p:set>
                                      <p:cBhvr>
                                        <p:cTn id="14" dur="1" fill="hold">
                                          <p:stCondLst>
                                            <p:cond delay="0"/>
                                          </p:stCondLst>
                                        </p:cTn>
                                        <p:tgtEl>
                                          <p:spTgt spid="118"/>
                                        </p:tgtEl>
                                        <p:attrNameLst>
                                          <p:attrName>style.visibility</p:attrName>
                                        </p:attrNameLst>
                                      </p:cBhvr>
                                      <p:to>
                                        <p:strVal val="visible"/>
                                      </p:to>
                                    </p:set>
                                    <p:animEffect transition="in" filter="fade">
                                      <p:cBhvr>
                                        <p:cTn id="15" dur="500"/>
                                        <p:tgtEl>
                                          <p:spTgt spid="1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9"/>
                                        </p:tgtEl>
                                        <p:attrNameLst>
                                          <p:attrName>style.visibility</p:attrName>
                                        </p:attrNameLst>
                                      </p:cBhvr>
                                      <p:to>
                                        <p:strVal val="visible"/>
                                      </p:to>
                                    </p:set>
                                    <p:animEffect transition="in" filter="fade">
                                      <p:cBhvr>
                                        <p:cTn id="20" dur="500"/>
                                        <p:tgtEl>
                                          <p:spTgt spid="159"/>
                                        </p:tgtEl>
                                      </p:cBhvr>
                                    </p:animEffec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60">
                                            <p:txEl>
                                              <p:pRg st="0" end="0"/>
                                            </p:txEl>
                                          </p:spTgt>
                                        </p:tgtEl>
                                        <p:attrNameLst>
                                          <p:attrName>style.visibility</p:attrName>
                                        </p:attrNameLst>
                                      </p:cBhvr>
                                      <p:to>
                                        <p:strVal val="visible"/>
                                      </p:to>
                                    </p:set>
                                    <p:anim calcmode="lin" valueType="num">
                                      <p:cBhvr additive="base">
                                        <p:cTn id="25" dur="500"/>
                                        <p:tgtEl>
                                          <p:spTgt spid="160">
                                            <p:txEl>
                                              <p:pRg st="0" end="0"/>
                                            </p:txEl>
                                          </p:spTgt>
                                        </p:tgtEl>
                                        <p:attrNameLst>
                                          <p:attrName>ppt_w</p:attrName>
                                        </p:attrNameLst>
                                      </p:cBhvr>
                                      <p:tavLst>
                                        <p:tav tm="0">
                                          <p:val>
                                            <p:strVal val="0"/>
                                          </p:val>
                                        </p:tav>
                                        <p:tav tm="100000">
                                          <p:val>
                                            <p:strVal val="#ppt_w"/>
                                          </p:val>
                                        </p:tav>
                                      </p:tavLst>
                                    </p:anim>
                                    <p:anim calcmode="lin" valueType="num">
                                      <p:cBhvr additive="base">
                                        <p:cTn id="26" dur="500"/>
                                        <p:tgtEl>
                                          <p:spTgt spid="160">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60">
                                            <p:txEl>
                                              <p:pRg st="1" end="1"/>
                                            </p:txEl>
                                          </p:spTgt>
                                        </p:tgtEl>
                                        <p:attrNameLst>
                                          <p:attrName>style.visibility</p:attrName>
                                        </p:attrNameLst>
                                      </p:cBhvr>
                                      <p:to>
                                        <p:strVal val="visible"/>
                                      </p:to>
                                    </p:set>
                                    <p:anim calcmode="lin" valueType="num">
                                      <p:cBhvr additive="base">
                                        <p:cTn id="31" dur="500"/>
                                        <p:tgtEl>
                                          <p:spTgt spid="160">
                                            <p:txEl>
                                              <p:pRg st="1" end="1"/>
                                            </p:txEl>
                                          </p:spTgt>
                                        </p:tgtEl>
                                        <p:attrNameLst>
                                          <p:attrName>ppt_w</p:attrName>
                                        </p:attrNameLst>
                                      </p:cBhvr>
                                      <p:tavLst>
                                        <p:tav tm="0">
                                          <p:val>
                                            <p:strVal val="0"/>
                                          </p:val>
                                        </p:tav>
                                        <p:tav tm="100000">
                                          <p:val>
                                            <p:strVal val="#ppt_w"/>
                                          </p:val>
                                        </p:tav>
                                      </p:tavLst>
                                    </p:anim>
                                    <p:anim calcmode="lin" valueType="num">
                                      <p:cBhvr additive="base">
                                        <p:cTn id="32" dur="500"/>
                                        <p:tgtEl>
                                          <p:spTgt spid="160">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160">
                                            <p:txEl>
                                              <p:pRg st="2" end="2"/>
                                            </p:txEl>
                                          </p:spTgt>
                                        </p:tgtEl>
                                        <p:attrNameLst>
                                          <p:attrName>style.visibility</p:attrName>
                                        </p:attrNameLst>
                                      </p:cBhvr>
                                      <p:to>
                                        <p:strVal val="visible"/>
                                      </p:to>
                                    </p:set>
                                    <p:anim calcmode="lin" valueType="num">
                                      <p:cBhvr additive="base">
                                        <p:cTn id="37" dur="500"/>
                                        <p:tgtEl>
                                          <p:spTgt spid="160">
                                            <p:txEl>
                                              <p:pRg st="2" end="2"/>
                                            </p:txEl>
                                          </p:spTgt>
                                        </p:tgtEl>
                                        <p:attrNameLst>
                                          <p:attrName>ppt_w</p:attrName>
                                        </p:attrNameLst>
                                      </p:cBhvr>
                                      <p:tavLst>
                                        <p:tav tm="0">
                                          <p:val>
                                            <p:strVal val="0"/>
                                          </p:val>
                                        </p:tav>
                                        <p:tav tm="100000">
                                          <p:val>
                                            <p:strVal val="#ppt_w"/>
                                          </p:val>
                                        </p:tav>
                                      </p:tavLst>
                                    </p:anim>
                                    <p:anim calcmode="lin" valueType="num">
                                      <p:cBhvr additive="base">
                                        <p:cTn id="38" dur="500"/>
                                        <p:tgtEl>
                                          <p:spTgt spid="160">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160">
                                            <p:txEl>
                                              <p:pRg st="3" end="3"/>
                                            </p:txEl>
                                          </p:spTgt>
                                        </p:tgtEl>
                                        <p:attrNameLst>
                                          <p:attrName>style.visibility</p:attrName>
                                        </p:attrNameLst>
                                      </p:cBhvr>
                                      <p:to>
                                        <p:strVal val="visible"/>
                                      </p:to>
                                    </p:set>
                                    <p:anim calcmode="lin" valueType="num">
                                      <p:cBhvr additive="base">
                                        <p:cTn id="43" dur="500"/>
                                        <p:tgtEl>
                                          <p:spTgt spid="160">
                                            <p:txEl>
                                              <p:pRg st="3" end="3"/>
                                            </p:txEl>
                                          </p:spTgt>
                                        </p:tgtEl>
                                        <p:attrNameLst>
                                          <p:attrName>ppt_w</p:attrName>
                                        </p:attrNameLst>
                                      </p:cBhvr>
                                      <p:tavLst>
                                        <p:tav tm="0">
                                          <p:val>
                                            <p:strVal val="0"/>
                                          </p:val>
                                        </p:tav>
                                        <p:tav tm="100000">
                                          <p:val>
                                            <p:strVal val="#ppt_w"/>
                                          </p:val>
                                        </p:tav>
                                      </p:tavLst>
                                    </p:anim>
                                    <p:anim calcmode="lin" valueType="num">
                                      <p:cBhvr additive="base">
                                        <p:cTn id="44" dur="500"/>
                                        <p:tgtEl>
                                          <p:spTgt spid="160">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160">
                                            <p:txEl>
                                              <p:pRg st="4" end="4"/>
                                            </p:txEl>
                                          </p:spTgt>
                                        </p:tgtEl>
                                        <p:attrNameLst>
                                          <p:attrName>style.visibility</p:attrName>
                                        </p:attrNameLst>
                                      </p:cBhvr>
                                      <p:to>
                                        <p:strVal val="visible"/>
                                      </p:to>
                                    </p:set>
                                    <p:anim calcmode="lin" valueType="num">
                                      <p:cBhvr additive="base">
                                        <p:cTn id="49" dur="500"/>
                                        <p:tgtEl>
                                          <p:spTgt spid="160">
                                            <p:txEl>
                                              <p:pRg st="4" end="4"/>
                                            </p:txEl>
                                          </p:spTgt>
                                        </p:tgtEl>
                                        <p:attrNameLst>
                                          <p:attrName>ppt_w</p:attrName>
                                        </p:attrNameLst>
                                      </p:cBhvr>
                                      <p:tavLst>
                                        <p:tav tm="0">
                                          <p:val>
                                            <p:strVal val="0"/>
                                          </p:val>
                                        </p:tav>
                                        <p:tav tm="100000">
                                          <p:val>
                                            <p:strVal val="#ppt_w"/>
                                          </p:val>
                                        </p:tav>
                                      </p:tavLst>
                                    </p:anim>
                                    <p:anim calcmode="lin" valueType="num">
                                      <p:cBhvr additive="base">
                                        <p:cTn id="50" dur="500"/>
                                        <p:tgtEl>
                                          <p:spTgt spid="160">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160">
                                            <p:txEl>
                                              <p:pRg st="5" end="5"/>
                                            </p:txEl>
                                          </p:spTgt>
                                        </p:tgtEl>
                                        <p:attrNameLst>
                                          <p:attrName>style.visibility</p:attrName>
                                        </p:attrNameLst>
                                      </p:cBhvr>
                                      <p:to>
                                        <p:strVal val="visible"/>
                                      </p:to>
                                    </p:set>
                                    <p:anim calcmode="lin" valueType="num">
                                      <p:cBhvr additive="base">
                                        <p:cTn id="55" dur="500"/>
                                        <p:tgtEl>
                                          <p:spTgt spid="160">
                                            <p:txEl>
                                              <p:pRg st="5" end="5"/>
                                            </p:txEl>
                                          </p:spTgt>
                                        </p:tgtEl>
                                        <p:attrNameLst>
                                          <p:attrName>ppt_w</p:attrName>
                                        </p:attrNameLst>
                                      </p:cBhvr>
                                      <p:tavLst>
                                        <p:tav tm="0">
                                          <p:val>
                                            <p:strVal val="0"/>
                                          </p:val>
                                        </p:tav>
                                        <p:tav tm="100000">
                                          <p:val>
                                            <p:strVal val="#ppt_w"/>
                                          </p:val>
                                        </p:tav>
                                      </p:tavLst>
                                    </p:anim>
                                    <p:anim calcmode="lin" valueType="num">
                                      <p:cBhvr additive="base">
                                        <p:cTn id="56" dur="500"/>
                                        <p:tgtEl>
                                          <p:spTgt spid="160">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160">
                                            <p:txEl>
                                              <p:pRg st="6" end="6"/>
                                            </p:txEl>
                                          </p:spTgt>
                                        </p:tgtEl>
                                        <p:attrNameLst>
                                          <p:attrName>style.visibility</p:attrName>
                                        </p:attrNameLst>
                                      </p:cBhvr>
                                      <p:to>
                                        <p:strVal val="visible"/>
                                      </p:to>
                                    </p:set>
                                    <p:anim calcmode="lin" valueType="num">
                                      <p:cBhvr additive="base">
                                        <p:cTn id="61" dur="500"/>
                                        <p:tgtEl>
                                          <p:spTgt spid="160">
                                            <p:txEl>
                                              <p:pRg st="6" end="6"/>
                                            </p:txEl>
                                          </p:spTgt>
                                        </p:tgtEl>
                                        <p:attrNameLst>
                                          <p:attrName>ppt_w</p:attrName>
                                        </p:attrNameLst>
                                      </p:cBhvr>
                                      <p:tavLst>
                                        <p:tav tm="0">
                                          <p:val>
                                            <p:strVal val="0"/>
                                          </p:val>
                                        </p:tav>
                                        <p:tav tm="100000">
                                          <p:val>
                                            <p:strVal val="#ppt_w"/>
                                          </p:val>
                                        </p:tav>
                                      </p:tavLst>
                                    </p:anim>
                                    <p:anim calcmode="lin" valueType="num">
                                      <p:cBhvr additive="base">
                                        <p:cTn id="62" dur="500"/>
                                        <p:tgtEl>
                                          <p:spTgt spid="160">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31"/>
                                        </p:tgtEl>
                                        <p:attrNameLst>
                                          <p:attrName>style.visibility</p:attrName>
                                        </p:attrNameLst>
                                      </p:cBhvr>
                                      <p:to>
                                        <p:strVal val="visible"/>
                                      </p:to>
                                    </p:set>
                                    <p:animEffect transition="in" filter="fade">
                                      <p:cBhvr>
                                        <p:cTn id="67" dur="500"/>
                                        <p:tgtEl>
                                          <p:spTgt spid="13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35"/>
                                        </p:tgtEl>
                                        <p:attrNameLst>
                                          <p:attrName>style.visibility</p:attrName>
                                        </p:attrNameLst>
                                      </p:cBhvr>
                                      <p:to>
                                        <p:strVal val="visible"/>
                                      </p:to>
                                    </p:set>
                                    <p:animEffect transition="in" filter="fade">
                                      <p:cBhvr>
                                        <p:cTn id="72" dur="500"/>
                                        <p:tgtEl>
                                          <p:spTgt spid="13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9"/>
                                        </p:tgtEl>
                                        <p:attrNameLst>
                                          <p:attrName>style.visibility</p:attrName>
                                        </p:attrNameLst>
                                      </p:cBhvr>
                                      <p:to>
                                        <p:strVal val="visible"/>
                                      </p:to>
                                    </p:set>
                                    <p:animEffect transition="in" filter="fade">
                                      <p:cBhvr>
                                        <p:cTn id="77" dur="500"/>
                                        <p:tgtEl>
                                          <p:spTgt spid="13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43"/>
                                        </p:tgtEl>
                                        <p:attrNameLst>
                                          <p:attrName>style.visibility</p:attrName>
                                        </p:attrNameLst>
                                      </p:cBhvr>
                                      <p:to>
                                        <p:strVal val="visible"/>
                                      </p:to>
                                    </p:set>
                                    <p:animEffect transition="in" filter="fade">
                                      <p:cBhvr>
                                        <p:cTn id="82" dur="500"/>
                                        <p:tgtEl>
                                          <p:spTgt spid="14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47"/>
                                        </p:tgtEl>
                                        <p:attrNameLst>
                                          <p:attrName>style.visibility</p:attrName>
                                        </p:attrNameLst>
                                      </p:cBhvr>
                                      <p:to>
                                        <p:strVal val="visible"/>
                                      </p:to>
                                    </p:set>
                                    <p:animEffect transition="in" filter="fade">
                                      <p:cBhvr>
                                        <p:cTn id="87" dur="500"/>
                                        <p:tgtEl>
                                          <p:spTgt spid="14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51"/>
                                        </p:tgtEl>
                                        <p:attrNameLst>
                                          <p:attrName>style.visibility</p:attrName>
                                        </p:attrNameLst>
                                      </p:cBhvr>
                                      <p:to>
                                        <p:strVal val="visible"/>
                                      </p:to>
                                    </p:set>
                                    <p:animEffect transition="in" filter="fade">
                                      <p:cBhvr>
                                        <p:cTn id="92" dur="500"/>
                                        <p:tgtEl>
                                          <p:spTgt spid="151"/>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55"/>
                                        </p:tgtEl>
                                        <p:attrNameLst>
                                          <p:attrName>style.visibility</p:attrName>
                                        </p:attrNameLst>
                                      </p:cBhvr>
                                      <p:to>
                                        <p:strVal val="visible"/>
                                      </p:to>
                                    </p:set>
                                    <p:animEffect transition="in" filter="fade">
                                      <p:cBhvr>
                                        <p:cTn id="97" dur="500"/>
                                        <p:tgtEl>
                                          <p:spTgt spid="15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213"/>
                                        </p:tgtEl>
                                        <p:attrNameLst>
                                          <p:attrName>style.visibility</p:attrName>
                                        </p:attrNameLst>
                                      </p:cBhvr>
                                      <p:to>
                                        <p:strVal val="visible"/>
                                      </p:to>
                                    </p:set>
                                    <p:animEffect transition="in" filter="fade">
                                      <p:cBhvr>
                                        <p:cTn id="102" dur="500"/>
                                        <p:tgtEl>
                                          <p:spTgt spid="213"/>
                                        </p:tgtEl>
                                      </p:cBhvr>
                                    </p:animEffect>
                                  </p:childTnLst>
                                </p:cTn>
                              </p:par>
                              <p:par>
                                <p:cTn id="103" presetID="10" presetClass="entr" presetSubtype="0" fill="hold" nodeType="withEffect">
                                  <p:stCondLst>
                                    <p:cond delay="0"/>
                                  </p:stCondLst>
                                  <p:childTnLst>
                                    <p:set>
                                      <p:cBhvr>
                                        <p:cTn id="104" dur="1" fill="hold">
                                          <p:stCondLst>
                                            <p:cond delay="0"/>
                                          </p:stCondLst>
                                        </p:cTn>
                                        <p:tgtEl>
                                          <p:spTgt spid="117"/>
                                        </p:tgtEl>
                                        <p:attrNameLst>
                                          <p:attrName>style.visibility</p:attrName>
                                        </p:attrNameLst>
                                      </p:cBhvr>
                                      <p:to>
                                        <p:strVal val="visible"/>
                                      </p:to>
                                    </p:set>
                                    <p:animEffect transition="in" filter="fade">
                                      <p:cBhvr>
                                        <p:cTn id="105" dur="500"/>
                                        <p:tgtEl>
                                          <p:spTgt spid="117"/>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119"/>
                                        </p:tgtEl>
                                        <p:attrNameLst>
                                          <p:attrName>style.visibility</p:attrName>
                                        </p:attrNameLst>
                                      </p:cBhvr>
                                      <p:to>
                                        <p:strVal val="visible"/>
                                      </p:to>
                                    </p:set>
                                    <p:animEffect transition="in" filter="fade">
                                      <p:cBhvr>
                                        <p:cTn id="110" dur="500"/>
                                        <p:tgtEl>
                                          <p:spTgt spid="11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28"/>
                                        </p:tgtEl>
                                        <p:attrNameLst>
                                          <p:attrName>style.visibility</p:attrName>
                                        </p:attrNameLst>
                                      </p:cBhvr>
                                      <p:to>
                                        <p:strVal val="visible"/>
                                      </p:to>
                                    </p:set>
                                    <p:animEffect transition="in" filter="fade">
                                      <p:cBhvr>
                                        <p:cTn id="115" dur="500"/>
                                        <p:tgtEl>
                                          <p:spTgt spid="128"/>
                                        </p:tgtEl>
                                      </p:cBhvr>
                                    </p:animEffect>
                                  </p:childTnLst>
                                </p:cTn>
                              </p:par>
                              <p:par>
                                <p:cTn id="116" presetID="23" presetClass="entr" presetSubtype="16" fill="hold" nodeType="withEffect">
                                  <p:stCondLst>
                                    <p:cond delay="0"/>
                                  </p:stCondLst>
                                  <p:childTnLst>
                                    <p:set>
                                      <p:cBhvr>
                                        <p:cTn id="117" dur="1" fill="hold">
                                          <p:stCondLst>
                                            <p:cond delay="0"/>
                                          </p:stCondLst>
                                        </p:cTn>
                                        <p:tgtEl>
                                          <p:spTgt spid="171"/>
                                        </p:tgtEl>
                                        <p:attrNameLst>
                                          <p:attrName>style.visibility</p:attrName>
                                        </p:attrNameLst>
                                      </p:cBhvr>
                                      <p:to>
                                        <p:strVal val="visible"/>
                                      </p:to>
                                    </p:set>
                                    <p:anim calcmode="lin" valueType="num">
                                      <p:cBhvr additive="base">
                                        <p:cTn id="118" dur="500"/>
                                        <p:tgtEl>
                                          <p:spTgt spid="171"/>
                                        </p:tgtEl>
                                        <p:attrNameLst>
                                          <p:attrName>ppt_w</p:attrName>
                                        </p:attrNameLst>
                                      </p:cBhvr>
                                      <p:tavLst>
                                        <p:tav tm="0">
                                          <p:val>
                                            <p:strVal val="0"/>
                                          </p:val>
                                        </p:tav>
                                        <p:tav tm="100000">
                                          <p:val>
                                            <p:strVal val="#ppt_w"/>
                                          </p:val>
                                        </p:tav>
                                      </p:tavLst>
                                    </p:anim>
                                    <p:anim calcmode="lin" valueType="num">
                                      <p:cBhvr additive="base">
                                        <p:cTn id="119" dur="500"/>
                                        <p:tgtEl>
                                          <p:spTgt spid="171"/>
                                        </p:tgtEl>
                                        <p:attrNameLst>
                                          <p:attrName>ppt_h</p:attrName>
                                        </p:attrNameLst>
                                      </p:cBhvr>
                                      <p:tavLst>
                                        <p:tav tm="0">
                                          <p:val>
                                            <p:strVal val="0"/>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169"/>
                                        </p:tgtEl>
                                        <p:attrNameLst>
                                          <p:attrName>style.visibility</p:attrName>
                                        </p:attrNameLst>
                                      </p:cBhvr>
                                      <p:to>
                                        <p:strVal val="visible"/>
                                      </p:to>
                                    </p:set>
                                    <p:animEffect transition="in" filter="fade">
                                      <p:cBhvr>
                                        <p:cTn id="124" dur="500"/>
                                        <p:tgtEl>
                                          <p:spTgt spid="169"/>
                                        </p:tgtEl>
                                      </p:cBhvr>
                                    </p:animEffect>
                                  </p:childTnLst>
                                </p:cTn>
                              </p:par>
                            </p:childTnLst>
                          </p:cTn>
                        </p:par>
                      </p:childTnLst>
                    </p:cTn>
                  </p:par>
                  <p:par>
                    <p:cTn id="125" fill="hold">
                      <p:stCondLst>
                        <p:cond delay="indefinite"/>
                      </p:stCondLst>
                      <p:childTnLst>
                        <p:par>
                          <p:cTn id="126" fill="hold">
                            <p:stCondLst>
                              <p:cond delay="0"/>
                            </p:stCondLst>
                            <p:childTnLst>
                              <p:par>
                                <p:cTn id="127" presetID="23" presetClass="entr" presetSubtype="16" fill="hold" nodeType="clickEffect">
                                  <p:stCondLst>
                                    <p:cond delay="0"/>
                                  </p:stCondLst>
                                  <p:childTnLst>
                                    <p:set>
                                      <p:cBhvr>
                                        <p:cTn id="128" dur="1" fill="hold">
                                          <p:stCondLst>
                                            <p:cond delay="0"/>
                                          </p:stCondLst>
                                        </p:cTn>
                                        <p:tgtEl>
                                          <p:spTgt spid="170"/>
                                        </p:tgtEl>
                                        <p:attrNameLst>
                                          <p:attrName>style.visibility</p:attrName>
                                        </p:attrNameLst>
                                      </p:cBhvr>
                                      <p:to>
                                        <p:strVal val="visible"/>
                                      </p:to>
                                    </p:set>
                                    <p:anim calcmode="lin" valueType="num">
                                      <p:cBhvr additive="base">
                                        <p:cTn id="129" dur="500"/>
                                        <p:tgtEl>
                                          <p:spTgt spid="170"/>
                                        </p:tgtEl>
                                        <p:attrNameLst>
                                          <p:attrName>ppt_w</p:attrName>
                                        </p:attrNameLst>
                                      </p:cBhvr>
                                      <p:tavLst>
                                        <p:tav tm="0">
                                          <p:val>
                                            <p:strVal val="0"/>
                                          </p:val>
                                        </p:tav>
                                        <p:tav tm="100000">
                                          <p:val>
                                            <p:strVal val="#ppt_w"/>
                                          </p:val>
                                        </p:tav>
                                      </p:tavLst>
                                    </p:anim>
                                    <p:anim calcmode="lin" valueType="num">
                                      <p:cBhvr additive="base">
                                        <p:cTn id="130" dur="500"/>
                                        <p:tgtEl>
                                          <p:spTgt spid="170"/>
                                        </p:tgtEl>
                                        <p:attrNameLst>
                                          <p:attrName>ppt_h</p:attrName>
                                        </p:attrNameLst>
                                      </p:cBhvr>
                                      <p:tavLst>
                                        <p:tav tm="0">
                                          <p:val>
                                            <p:strVal val="0"/>
                                          </p:val>
                                        </p:tav>
                                        <p:tav tm="100000">
                                          <p:val>
                                            <p:strVal val="#ppt_h"/>
                                          </p:val>
                                        </p:tav>
                                      </p:tavLst>
                                    </p:anim>
                                  </p:childTnLst>
                                </p:cTn>
                              </p:par>
                            </p:childTnLst>
                          </p:cTn>
                        </p:par>
                      </p:childTnLst>
                    </p:cTn>
                  </p:par>
                  <p:par>
                    <p:cTn id="131" fill="hold">
                      <p:stCondLst>
                        <p:cond delay="indefinite"/>
                      </p:stCondLst>
                      <p:childTnLst>
                        <p:par>
                          <p:cTn id="132" fill="hold">
                            <p:stCondLst>
                              <p:cond delay="0"/>
                            </p:stCondLst>
                            <p:childTnLst>
                              <p:par>
                                <p:cTn id="133" presetID="23" presetClass="entr" presetSubtype="16" fill="hold" nodeType="clickEffect">
                                  <p:stCondLst>
                                    <p:cond delay="0"/>
                                  </p:stCondLst>
                                  <p:childTnLst>
                                    <p:set>
                                      <p:cBhvr>
                                        <p:cTn id="134" dur="1" fill="hold">
                                          <p:stCondLst>
                                            <p:cond delay="0"/>
                                          </p:stCondLst>
                                        </p:cTn>
                                        <p:tgtEl>
                                          <p:spTgt spid="162"/>
                                        </p:tgtEl>
                                        <p:attrNameLst>
                                          <p:attrName>style.visibility</p:attrName>
                                        </p:attrNameLst>
                                      </p:cBhvr>
                                      <p:to>
                                        <p:strVal val="visible"/>
                                      </p:to>
                                    </p:set>
                                    <p:anim calcmode="lin" valueType="num">
                                      <p:cBhvr additive="base">
                                        <p:cTn id="135" dur="500"/>
                                        <p:tgtEl>
                                          <p:spTgt spid="162"/>
                                        </p:tgtEl>
                                        <p:attrNameLst>
                                          <p:attrName>ppt_w</p:attrName>
                                        </p:attrNameLst>
                                      </p:cBhvr>
                                      <p:tavLst>
                                        <p:tav tm="0">
                                          <p:val>
                                            <p:strVal val="0"/>
                                          </p:val>
                                        </p:tav>
                                        <p:tav tm="100000">
                                          <p:val>
                                            <p:strVal val="#ppt_w"/>
                                          </p:val>
                                        </p:tav>
                                      </p:tavLst>
                                    </p:anim>
                                    <p:anim calcmode="lin" valueType="num">
                                      <p:cBhvr additive="base">
                                        <p:cTn id="136" dur="500"/>
                                        <p:tgtEl>
                                          <p:spTgt spid="162"/>
                                        </p:tgtEl>
                                        <p:attrNameLst>
                                          <p:attrName>ppt_h</p:attrName>
                                        </p:attrNameLst>
                                      </p:cBhvr>
                                      <p:tavLst>
                                        <p:tav tm="0">
                                          <p:val>
                                            <p:str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9" presetID="23" presetClass="entr" presetSubtype="16" fill="hold" nodeType="clickEffect">
                                  <p:stCondLst>
                                    <p:cond delay="0"/>
                                  </p:stCondLst>
                                  <p:childTnLst>
                                    <p:set>
                                      <p:cBhvr>
                                        <p:cTn id="140" dur="1" fill="hold">
                                          <p:stCondLst>
                                            <p:cond delay="0"/>
                                          </p:stCondLst>
                                        </p:cTn>
                                        <p:tgtEl>
                                          <p:spTgt spid="161">
                                            <p:txEl>
                                              <p:pRg st="0" end="0"/>
                                            </p:txEl>
                                          </p:spTgt>
                                        </p:tgtEl>
                                        <p:attrNameLst>
                                          <p:attrName>style.visibility</p:attrName>
                                        </p:attrNameLst>
                                      </p:cBhvr>
                                      <p:to>
                                        <p:strVal val="visible"/>
                                      </p:to>
                                    </p:set>
                                    <p:anim calcmode="lin" valueType="num">
                                      <p:cBhvr additive="base">
                                        <p:cTn id="141" dur="500"/>
                                        <p:tgtEl>
                                          <p:spTgt spid="161">
                                            <p:txEl>
                                              <p:pRg st="0" end="0"/>
                                            </p:txEl>
                                          </p:spTgt>
                                        </p:tgtEl>
                                        <p:attrNameLst>
                                          <p:attrName>ppt_w</p:attrName>
                                        </p:attrNameLst>
                                      </p:cBhvr>
                                      <p:tavLst>
                                        <p:tav tm="0">
                                          <p:val>
                                            <p:strVal val="0"/>
                                          </p:val>
                                        </p:tav>
                                        <p:tav tm="100000">
                                          <p:val>
                                            <p:strVal val="#ppt_w"/>
                                          </p:val>
                                        </p:tav>
                                      </p:tavLst>
                                    </p:anim>
                                    <p:anim calcmode="lin" valueType="num">
                                      <p:cBhvr additive="base">
                                        <p:cTn id="142" dur="500"/>
                                        <p:tgtEl>
                                          <p:spTgt spid="161">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43" fill="hold">
                      <p:stCondLst>
                        <p:cond delay="indefinite"/>
                      </p:stCondLst>
                      <p:childTnLst>
                        <p:par>
                          <p:cTn id="144" fill="hold">
                            <p:stCondLst>
                              <p:cond delay="0"/>
                            </p:stCondLst>
                            <p:childTnLst>
                              <p:par>
                                <p:cTn id="145" presetID="23" presetClass="entr" presetSubtype="16" fill="hold" nodeType="clickEffect">
                                  <p:stCondLst>
                                    <p:cond delay="0"/>
                                  </p:stCondLst>
                                  <p:childTnLst>
                                    <p:set>
                                      <p:cBhvr>
                                        <p:cTn id="146" dur="1" fill="hold">
                                          <p:stCondLst>
                                            <p:cond delay="0"/>
                                          </p:stCondLst>
                                        </p:cTn>
                                        <p:tgtEl>
                                          <p:spTgt spid="161">
                                            <p:txEl>
                                              <p:pRg st="1" end="1"/>
                                            </p:txEl>
                                          </p:spTgt>
                                        </p:tgtEl>
                                        <p:attrNameLst>
                                          <p:attrName>style.visibility</p:attrName>
                                        </p:attrNameLst>
                                      </p:cBhvr>
                                      <p:to>
                                        <p:strVal val="visible"/>
                                      </p:to>
                                    </p:set>
                                    <p:anim calcmode="lin" valueType="num">
                                      <p:cBhvr additive="base">
                                        <p:cTn id="147" dur="500"/>
                                        <p:tgtEl>
                                          <p:spTgt spid="161">
                                            <p:txEl>
                                              <p:pRg st="1" end="1"/>
                                            </p:txEl>
                                          </p:spTgt>
                                        </p:tgtEl>
                                        <p:attrNameLst>
                                          <p:attrName>ppt_w</p:attrName>
                                        </p:attrNameLst>
                                      </p:cBhvr>
                                      <p:tavLst>
                                        <p:tav tm="0">
                                          <p:val>
                                            <p:strVal val="0"/>
                                          </p:val>
                                        </p:tav>
                                        <p:tav tm="100000">
                                          <p:val>
                                            <p:strVal val="#ppt_w"/>
                                          </p:val>
                                        </p:tav>
                                      </p:tavLst>
                                    </p:anim>
                                    <p:anim calcmode="lin" valueType="num">
                                      <p:cBhvr additive="base">
                                        <p:cTn id="148" dur="500"/>
                                        <p:tgtEl>
                                          <p:spTgt spid="161">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49" fill="hold">
                      <p:stCondLst>
                        <p:cond delay="indefinite"/>
                      </p:stCondLst>
                      <p:childTnLst>
                        <p:par>
                          <p:cTn id="150" fill="hold">
                            <p:stCondLst>
                              <p:cond delay="0"/>
                            </p:stCondLst>
                            <p:childTnLst>
                              <p:par>
                                <p:cTn id="151" presetID="23" presetClass="entr" presetSubtype="16" fill="hold" nodeType="clickEffect">
                                  <p:stCondLst>
                                    <p:cond delay="0"/>
                                  </p:stCondLst>
                                  <p:childTnLst>
                                    <p:set>
                                      <p:cBhvr>
                                        <p:cTn id="152" dur="1" fill="hold">
                                          <p:stCondLst>
                                            <p:cond delay="0"/>
                                          </p:stCondLst>
                                        </p:cTn>
                                        <p:tgtEl>
                                          <p:spTgt spid="161">
                                            <p:txEl>
                                              <p:pRg st="2" end="2"/>
                                            </p:txEl>
                                          </p:spTgt>
                                        </p:tgtEl>
                                        <p:attrNameLst>
                                          <p:attrName>style.visibility</p:attrName>
                                        </p:attrNameLst>
                                      </p:cBhvr>
                                      <p:to>
                                        <p:strVal val="visible"/>
                                      </p:to>
                                    </p:set>
                                    <p:anim calcmode="lin" valueType="num">
                                      <p:cBhvr additive="base">
                                        <p:cTn id="153" dur="500"/>
                                        <p:tgtEl>
                                          <p:spTgt spid="161">
                                            <p:txEl>
                                              <p:pRg st="2" end="2"/>
                                            </p:txEl>
                                          </p:spTgt>
                                        </p:tgtEl>
                                        <p:attrNameLst>
                                          <p:attrName>ppt_w</p:attrName>
                                        </p:attrNameLst>
                                      </p:cBhvr>
                                      <p:tavLst>
                                        <p:tav tm="0">
                                          <p:val>
                                            <p:strVal val="0"/>
                                          </p:val>
                                        </p:tav>
                                        <p:tav tm="100000">
                                          <p:val>
                                            <p:strVal val="#ppt_w"/>
                                          </p:val>
                                        </p:tav>
                                      </p:tavLst>
                                    </p:anim>
                                    <p:anim calcmode="lin" valueType="num">
                                      <p:cBhvr additive="base">
                                        <p:cTn id="154" dur="500"/>
                                        <p:tgtEl>
                                          <p:spTgt spid="161">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7" presetID="23" presetClass="entr" presetSubtype="16" fill="hold" nodeType="clickEffect">
                                  <p:stCondLst>
                                    <p:cond delay="0"/>
                                  </p:stCondLst>
                                  <p:childTnLst>
                                    <p:set>
                                      <p:cBhvr>
                                        <p:cTn id="158" dur="1" fill="hold">
                                          <p:stCondLst>
                                            <p:cond delay="0"/>
                                          </p:stCondLst>
                                        </p:cTn>
                                        <p:tgtEl>
                                          <p:spTgt spid="161">
                                            <p:txEl>
                                              <p:pRg st="3" end="3"/>
                                            </p:txEl>
                                          </p:spTgt>
                                        </p:tgtEl>
                                        <p:attrNameLst>
                                          <p:attrName>style.visibility</p:attrName>
                                        </p:attrNameLst>
                                      </p:cBhvr>
                                      <p:to>
                                        <p:strVal val="visible"/>
                                      </p:to>
                                    </p:set>
                                    <p:anim calcmode="lin" valueType="num">
                                      <p:cBhvr additive="base">
                                        <p:cTn id="159" dur="500"/>
                                        <p:tgtEl>
                                          <p:spTgt spid="161">
                                            <p:txEl>
                                              <p:pRg st="3" end="3"/>
                                            </p:txEl>
                                          </p:spTgt>
                                        </p:tgtEl>
                                        <p:attrNameLst>
                                          <p:attrName>ppt_w</p:attrName>
                                        </p:attrNameLst>
                                      </p:cBhvr>
                                      <p:tavLst>
                                        <p:tav tm="0">
                                          <p:val>
                                            <p:strVal val="0"/>
                                          </p:val>
                                        </p:tav>
                                        <p:tav tm="100000">
                                          <p:val>
                                            <p:strVal val="#ppt_w"/>
                                          </p:val>
                                        </p:tav>
                                      </p:tavLst>
                                    </p:anim>
                                    <p:anim calcmode="lin" valueType="num">
                                      <p:cBhvr additive="base">
                                        <p:cTn id="160" dur="500"/>
                                        <p:tgtEl>
                                          <p:spTgt spid="161">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161" fill="hold">
                      <p:stCondLst>
                        <p:cond delay="indefinite"/>
                      </p:stCondLst>
                      <p:childTnLst>
                        <p:par>
                          <p:cTn id="162" fill="hold">
                            <p:stCondLst>
                              <p:cond delay="0"/>
                            </p:stCondLst>
                            <p:childTnLst>
                              <p:par>
                                <p:cTn id="163" presetID="23" presetClass="entr" presetSubtype="16" fill="hold" nodeType="clickEffect">
                                  <p:stCondLst>
                                    <p:cond delay="0"/>
                                  </p:stCondLst>
                                  <p:childTnLst>
                                    <p:set>
                                      <p:cBhvr>
                                        <p:cTn id="164" dur="1" fill="hold">
                                          <p:stCondLst>
                                            <p:cond delay="0"/>
                                          </p:stCondLst>
                                        </p:cTn>
                                        <p:tgtEl>
                                          <p:spTgt spid="161">
                                            <p:txEl>
                                              <p:pRg st="4" end="4"/>
                                            </p:txEl>
                                          </p:spTgt>
                                        </p:tgtEl>
                                        <p:attrNameLst>
                                          <p:attrName>style.visibility</p:attrName>
                                        </p:attrNameLst>
                                      </p:cBhvr>
                                      <p:to>
                                        <p:strVal val="visible"/>
                                      </p:to>
                                    </p:set>
                                    <p:anim calcmode="lin" valueType="num">
                                      <p:cBhvr additive="base">
                                        <p:cTn id="165" dur="500"/>
                                        <p:tgtEl>
                                          <p:spTgt spid="161">
                                            <p:txEl>
                                              <p:pRg st="4" end="4"/>
                                            </p:txEl>
                                          </p:spTgt>
                                        </p:tgtEl>
                                        <p:attrNameLst>
                                          <p:attrName>ppt_w</p:attrName>
                                        </p:attrNameLst>
                                      </p:cBhvr>
                                      <p:tavLst>
                                        <p:tav tm="0">
                                          <p:val>
                                            <p:strVal val="0"/>
                                          </p:val>
                                        </p:tav>
                                        <p:tav tm="100000">
                                          <p:val>
                                            <p:strVal val="#ppt_w"/>
                                          </p:val>
                                        </p:tav>
                                      </p:tavLst>
                                    </p:anim>
                                    <p:anim calcmode="lin" valueType="num">
                                      <p:cBhvr additive="base">
                                        <p:cTn id="166" dur="500"/>
                                        <p:tgtEl>
                                          <p:spTgt spid="161">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167" fill="hold">
                      <p:stCondLst>
                        <p:cond delay="indefinite"/>
                      </p:stCondLst>
                      <p:childTnLst>
                        <p:par>
                          <p:cTn id="168" fill="hold">
                            <p:stCondLst>
                              <p:cond delay="0"/>
                            </p:stCondLst>
                            <p:childTnLst>
                              <p:par>
                                <p:cTn id="169" presetID="23" presetClass="entr" presetSubtype="16" fill="hold" nodeType="clickEffect">
                                  <p:stCondLst>
                                    <p:cond delay="0"/>
                                  </p:stCondLst>
                                  <p:childTnLst>
                                    <p:set>
                                      <p:cBhvr>
                                        <p:cTn id="170" dur="1" fill="hold">
                                          <p:stCondLst>
                                            <p:cond delay="0"/>
                                          </p:stCondLst>
                                        </p:cTn>
                                        <p:tgtEl>
                                          <p:spTgt spid="161">
                                            <p:txEl>
                                              <p:pRg st="5" end="5"/>
                                            </p:txEl>
                                          </p:spTgt>
                                        </p:tgtEl>
                                        <p:attrNameLst>
                                          <p:attrName>style.visibility</p:attrName>
                                        </p:attrNameLst>
                                      </p:cBhvr>
                                      <p:to>
                                        <p:strVal val="visible"/>
                                      </p:to>
                                    </p:set>
                                    <p:anim calcmode="lin" valueType="num">
                                      <p:cBhvr additive="base">
                                        <p:cTn id="171" dur="500"/>
                                        <p:tgtEl>
                                          <p:spTgt spid="161">
                                            <p:txEl>
                                              <p:pRg st="5" end="5"/>
                                            </p:txEl>
                                          </p:spTgt>
                                        </p:tgtEl>
                                        <p:attrNameLst>
                                          <p:attrName>ppt_w</p:attrName>
                                        </p:attrNameLst>
                                      </p:cBhvr>
                                      <p:tavLst>
                                        <p:tav tm="0">
                                          <p:val>
                                            <p:strVal val="0"/>
                                          </p:val>
                                        </p:tav>
                                        <p:tav tm="100000">
                                          <p:val>
                                            <p:strVal val="#ppt_w"/>
                                          </p:val>
                                        </p:tav>
                                      </p:tavLst>
                                    </p:anim>
                                    <p:anim calcmode="lin" valueType="num">
                                      <p:cBhvr additive="base">
                                        <p:cTn id="172" dur="500"/>
                                        <p:tgtEl>
                                          <p:spTgt spid="161">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173" fill="hold">
                      <p:stCondLst>
                        <p:cond delay="indefinite"/>
                      </p:stCondLst>
                      <p:childTnLst>
                        <p:par>
                          <p:cTn id="174" fill="hold">
                            <p:stCondLst>
                              <p:cond delay="0"/>
                            </p:stCondLst>
                            <p:childTnLst>
                              <p:par>
                                <p:cTn id="175" presetID="23" presetClass="entr" presetSubtype="16" fill="hold" nodeType="clickEffect">
                                  <p:stCondLst>
                                    <p:cond delay="0"/>
                                  </p:stCondLst>
                                  <p:childTnLst>
                                    <p:set>
                                      <p:cBhvr>
                                        <p:cTn id="176" dur="1" fill="hold">
                                          <p:stCondLst>
                                            <p:cond delay="0"/>
                                          </p:stCondLst>
                                        </p:cTn>
                                        <p:tgtEl>
                                          <p:spTgt spid="161">
                                            <p:txEl>
                                              <p:pRg st="6" end="6"/>
                                            </p:txEl>
                                          </p:spTgt>
                                        </p:tgtEl>
                                        <p:attrNameLst>
                                          <p:attrName>style.visibility</p:attrName>
                                        </p:attrNameLst>
                                      </p:cBhvr>
                                      <p:to>
                                        <p:strVal val="visible"/>
                                      </p:to>
                                    </p:set>
                                    <p:anim calcmode="lin" valueType="num">
                                      <p:cBhvr additive="base">
                                        <p:cTn id="177" dur="500"/>
                                        <p:tgtEl>
                                          <p:spTgt spid="161">
                                            <p:txEl>
                                              <p:pRg st="6" end="6"/>
                                            </p:txEl>
                                          </p:spTgt>
                                        </p:tgtEl>
                                        <p:attrNameLst>
                                          <p:attrName>ppt_w</p:attrName>
                                        </p:attrNameLst>
                                      </p:cBhvr>
                                      <p:tavLst>
                                        <p:tav tm="0">
                                          <p:val>
                                            <p:strVal val="0"/>
                                          </p:val>
                                        </p:tav>
                                        <p:tav tm="100000">
                                          <p:val>
                                            <p:strVal val="#ppt_w"/>
                                          </p:val>
                                        </p:tav>
                                      </p:tavLst>
                                    </p:anim>
                                    <p:anim calcmode="lin" valueType="num">
                                      <p:cBhvr additive="base">
                                        <p:cTn id="178" dur="500"/>
                                        <p:tgtEl>
                                          <p:spTgt spid="161">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179" fill="hold">
                      <p:stCondLst>
                        <p:cond delay="indefinite"/>
                      </p:stCondLst>
                      <p:childTnLst>
                        <p:par>
                          <p:cTn id="180" fill="hold">
                            <p:stCondLst>
                              <p:cond delay="0"/>
                            </p:stCondLst>
                            <p:childTnLst>
                              <p:par>
                                <p:cTn id="181" presetID="23" presetClass="entr" presetSubtype="16" fill="hold" nodeType="clickEffect">
                                  <p:stCondLst>
                                    <p:cond delay="0"/>
                                  </p:stCondLst>
                                  <p:childTnLst>
                                    <p:set>
                                      <p:cBhvr>
                                        <p:cTn id="182" dur="1" fill="hold">
                                          <p:stCondLst>
                                            <p:cond delay="0"/>
                                          </p:stCondLst>
                                        </p:cTn>
                                        <p:tgtEl>
                                          <p:spTgt spid="163"/>
                                        </p:tgtEl>
                                        <p:attrNameLst>
                                          <p:attrName>style.visibility</p:attrName>
                                        </p:attrNameLst>
                                      </p:cBhvr>
                                      <p:to>
                                        <p:strVal val="visible"/>
                                      </p:to>
                                    </p:set>
                                    <p:anim calcmode="lin" valueType="num">
                                      <p:cBhvr additive="base">
                                        <p:cTn id="183" dur="500"/>
                                        <p:tgtEl>
                                          <p:spTgt spid="163"/>
                                        </p:tgtEl>
                                        <p:attrNameLst>
                                          <p:attrName>ppt_w</p:attrName>
                                        </p:attrNameLst>
                                      </p:cBhvr>
                                      <p:tavLst>
                                        <p:tav tm="0">
                                          <p:val>
                                            <p:strVal val="0"/>
                                          </p:val>
                                        </p:tav>
                                        <p:tav tm="100000">
                                          <p:val>
                                            <p:strVal val="#ppt_w"/>
                                          </p:val>
                                        </p:tav>
                                      </p:tavLst>
                                    </p:anim>
                                    <p:anim calcmode="lin" valueType="num">
                                      <p:cBhvr additive="base">
                                        <p:cTn id="184" dur="500"/>
                                        <p:tgtEl>
                                          <p:spTgt spid="163"/>
                                        </p:tgtEl>
                                        <p:attrNameLst>
                                          <p:attrName>ppt_h</p:attrName>
                                        </p:attrNameLst>
                                      </p:cBhvr>
                                      <p:tavLst>
                                        <p:tav tm="0">
                                          <p:val>
                                            <p:strVal val="0"/>
                                          </p:val>
                                        </p:tav>
                                        <p:tav tm="100000">
                                          <p:val>
                                            <p:strVal val="#ppt_h"/>
                                          </p:val>
                                        </p:tav>
                                      </p:tavLst>
                                    </p:anim>
                                  </p:childTnLst>
                                </p:cTn>
                              </p:par>
                            </p:childTnLst>
                          </p:cTn>
                        </p:par>
                      </p:childTnLst>
                    </p:cTn>
                  </p:par>
                  <p:par>
                    <p:cTn id="185" fill="hold">
                      <p:stCondLst>
                        <p:cond delay="indefinite"/>
                      </p:stCondLst>
                      <p:childTnLst>
                        <p:par>
                          <p:cTn id="186" fill="hold">
                            <p:stCondLst>
                              <p:cond delay="0"/>
                            </p:stCondLst>
                            <p:childTnLst>
                              <p:par>
                                <p:cTn id="187" presetID="23" presetClass="entr" presetSubtype="16" fill="hold" nodeType="clickEffect">
                                  <p:stCondLst>
                                    <p:cond delay="0"/>
                                  </p:stCondLst>
                                  <p:childTnLst>
                                    <p:set>
                                      <p:cBhvr>
                                        <p:cTn id="188" dur="1" fill="hold">
                                          <p:stCondLst>
                                            <p:cond delay="0"/>
                                          </p:stCondLst>
                                        </p:cTn>
                                        <p:tgtEl>
                                          <p:spTgt spid="164"/>
                                        </p:tgtEl>
                                        <p:attrNameLst>
                                          <p:attrName>style.visibility</p:attrName>
                                        </p:attrNameLst>
                                      </p:cBhvr>
                                      <p:to>
                                        <p:strVal val="visible"/>
                                      </p:to>
                                    </p:set>
                                    <p:anim calcmode="lin" valueType="num">
                                      <p:cBhvr additive="base">
                                        <p:cTn id="189" dur="500"/>
                                        <p:tgtEl>
                                          <p:spTgt spid="164"/>
                                        </p:tgtEl>
                                        <p:attrNameLst>
                                          <p:attrName>ppt_w</p:attrName>
                                        </p:attrNameLst>
                                      </p:cBhvr>
                                      <p:tavLst>
                                        <p:tav tm="0">
                                          <p:val>
                                            <p:strVal val="0"/>
                                          </p:val>
                                        </p:tav>
                                        <p:tav tm="100000">
                                          <p:val>
                                            <p:strVal val="#ppt_w"/>
                                          </p:val>
                                        </p:tav>
                                      </p:tavLst>
                                    </p:anim>
                                    <p:anim calcmode="lin" valueType="num">
                                      <p:cBhvr additive="base">
                                        <p:cTn id="190" dur="500"/>
                                        <p:tgtEl>
                                          <p:spTgt spid="164"/>
                                        </p:tgtEl>
                                        <p:attrNameLst>
                                          <p:attrName>ppt_h</p:attrName>
                                        </p:attrNameLst>
                                      </p:cBhvr>
                                      <p:tavLst>
                                        <p:tav tm="0">
                                          <p:val>
                                            <p:strVal val="0"/>
                                          </p:val>
                                        </p:tav>
                                        <p:tav tm="100000">
                                          <p:val>
                                            <p:strVal val="#ppt_h"/>
                                          </p:val>
                                        </p:tav>
                                      </p:tavLst>
                                    </p:anim>
                                  </p:childTnLst>
                                </p:cTn>
                              </p:par>
                            </p:childTnLst>
                          </p:cTn>
                        </p:par>
                      </p:childTnLst>
                    </p:cTn>
                  </p:par>
                  <p:par>
                    <p:cTn id="191" fill="hold">
                      <p:stCondLst>
                        <p:cond delay="indefinite"/>
                      </p:stCondLst>
                      <p:childTnLst>
                        <p:par>
                          <p:cTn id="192" fill="hold">
                            <p:stCondLst>
                              <p:cond delay="0"/>
                            </p:stCondLst>
                            <p:childTnLst>
                              <p:par>
                                <p:cTn id="193" presetID="23" presetClass="entr" presetSubtype="16" fill="hold" nodeType="clickEffect">
                                  <p:stCondLst>
                                    <p:cond delay="0"/>
                                  </p:stCondLst>
                                  <p:childTnLst>
                                    <p:set>
                                      <p:cBhvr>
                                        <p:cTn id="194" dur="1" fill="hold">
                                          <p:stCondLst>
                                            <p:cond delay="0"/>
                                          </p:stCondLst>
                                        </p:cTn>
                                        <p:tgtEl>
                                          <p:spTgt spid="165"/>
                                        </p:tgtEl>
                                        <p:attrNameLst>
                                          <p:attrName>style.visibility</p:attrName>
                                        </p:attrNameLst>
                                      </p:cBhvr>
                                      <p:to>
                                        <p:strVal val="visible"/>
                                      </p:to>
                                    </p:set>
                                    <p:anim calcmode="lin" valueType="num">
                                      <p:cBhvr additive="base">
                                        <p:cTn id="195" dur="500"/>
                                        <p:tgtEl>
                                          <p:spTgt spid="165"/>
                                        </p:tgtEl>
                                        <p:attrNameLst>
                                          <p:attrName>ppt_w</p:attrName>
                                        </p:attrNameLst>
                                      </p:cBhvr>
                                      <p:tavLst>
                                        <p:tav tm="0">
                                          <p:val>
                                            <p:strVal val="0"/>
                                          </p:val>
                                        </p:tav>
                                        <p:tav tm="100000">
                                          <p:val>
                                            <p:strVal val="#ppt_w"/>
                                          </p:val>
                                        </p:tav>
                                      </p:tavLst>
                                    </p:anim>
                                    <p:anim calcmode="lin" valueType="num">
                                      <p:cBhvr additive="base">
                                        <p:cTn id="196" dur="500"/>
                                        <p:tgtEl>
                                          <p:spTgt spid="165"/>
                                        </p:tgtEl>
                                        <p:attrNameLst>
                                          <p:attrName>ppt_h</p:attrName>
                                        </p:attrNameLst>
                                      </p:cBhvr>
                                      <p:tavLst>
                                        <p:tav tm="0">
                                          <p:val>
                                            <p:strVal val="0"/>
                                          </p:val>
                                        </p:tav>
                                        <p:tav tm="100000">
                                          <p:val>
                                            <p:strVal val="#ppt_h"/>
                                          </p:val>
                                        </p:tav>
                                      </p:tavLst>
                                    </p:anim>
                                  </p:childTnLst>
                                </p:cTn>
                              </p:par>
                            </p:childTnLst>
                          </p:cTn>
                        </p:par>
                      </p:childTnLst>
                    </p:cTn>
                  </p:par>
                  <p:par>
                    <p:cTn id="197" fill="hold">
                      <p:stCondLst>
                        <p:cond delay="indefinite"/>
                      </p:stCondLst>
                      <p:childTnLst>
                        <p:par>
                          <p:cTn id="198" fill="hold">
                            <p:stCondLst>
                              <p:cond delay="0"/>
                            </p:stCondLst>
                            <p:childTnLst>
                              <p:par>
                                <p:cTn id="199" presetID="23" presetClass="entr" presetSubtype="16" fill="hold" nodeType="clickEffect">
                                  <p:stCondLst>
                                    <p:cond delay="0"/>
                                  </p:stCondLst>
                                  <p:childTnLst>
                                    <p:set>
                                      <p:cBhvr>
                                        <p:cTn id="200" dur="1" fill="hold">
                                          <p:stCondLst>
                                            <p:cond delay="0"/>
                                          </p:stCondLst>
                                        </p:cTn>
                                        <p:tgtEl>
                                          <p:spTgt spid="166"/>
                                        </p:tgtEl>
                                        <p:attrNameLst>
                                          <p:attrName>style.visibility</p:attrName>
                                        </p:attrNameLst>
                                      </p:cBhvr>
                                      <p:to>
                                        <p:strVal val="visible"/>
                                      </p:to>
                                    </p:set>
                                    <p:anim calcmode="lin" valueType="num">
                                      <p:cBhvr additive="base">
                                        <p:cTn id="201" dur="500"/>
                                        <p:tgtEl>
                                          <p:spTgt spid="166"/>
                                        </p:tgtEl>
                                        <p:attrNameLst>
                                          <p:attrName>ppt_w</p:attrName>
                                        </p:attrNameLst>
                                      </p:cBhvr>
                                      <p:tavLst>
                                        <p:tav tm="0">
                                          <p:val>
                                            <p:strVal val="0"/>
                                          </p:val>
                                        </p:tav>
                                        <p:tav tm="100000">
                                          <p:val>
                                            <p:strVal val="#ppt_w"/>
                                          </p:val>
                                        </p:tav>
                                      </p:tavLst>
                                    </p:anim>
                                    <p:anim calcmode="lin" valueType="num">
                                      <p:cBhvr additive="base">
                                        <p:cTn id="202" dur="500"/>
                                        <p:tgtEl>
                                          <p:spTgt spid="166"/>
                                        </p:tgtEl>
                                        <p:attrNameLst>
                                          <p:attrName>ppt_h</p:attrName>
                                        </p:attrNameLst>
                                      </p:cBhvr>
                                      <p:tavLst>
                                        <p:tav tm="0">
                                          <p:val>
                                            <p:strVal val="0"/>
                                          </p:val>
                                        </p:tav>
                                        <p:tav tm="100000">
                                          <p:val>
                                            <p:strVal val="#ppt_h"/>
                                          </p:val>
                                        </p:tav>
                                      </p:tavLst>
                                    </p:anim>
                                  </p:childTnLst>
                                </p:cTn>
                              </p:par>
                            </p:childTnLst>
                          </p:cTn>
                        </p:par>
                      </p:childTnLst>
                    </p:cTn>
                  </p:par>
                  <p:par>
                    <p:cTn id="203" fill="hold">
                      <p:stCondLst>
                        <p:cond delay="indefinite"/>
                      </p:stCondLst>
                      <p:childTnLst>
                        <p:par>
                          <p:cTn id="204" fill="hold">
                            <p:stCondLst>
                              <p:cond delay="0"/>
                            </p:stCondLst>
                            <p:childTnLst>
                              <p:par>
                                <p:cTn id="205" presetID="23" presetClass="entr" presetSubtype="16" fill="hold" nodeType="clickEffect">
                                  <p:stCondLst>
                                    <p:cond delay="0"/>
                                  </p:stCondLst>
                                  <p:childTnLst>
                                    <p:set>
                                      <p:cBhvr>
                                        <p:cTn id="206" dur="1" fill="hold">
                                          <p:stCondLst>
                                            <p:cond delay="0"/>
                                          </p:stCondLst>
                                        </p:cTn>
                                        <p:tgtEl>
                                          <p:spTgt spid="167"/>
                                        </p:tgtEl>
                                        <p:attrNameLst>
                                          <p:attrName>style.visibility</p:attrName>
                                        </p:attrNameLst>
                                      </p:cBhvr>
                                      <p:to>
                                        <p:strVal val="visible"/>
                                      </p:to>
                                    </p:set>
                                    <p:anim calcmode="lin" valueType="num">
                                      <p:cBhvr additive="base">
                                        <p:cTn id="207" dur="500"/>
                                        <p:tgtEl>
                                          <p:spTgt spid="167"/>
                                        </p:tgtEl>
                                        <p:attrNameLst>
                                          <p:attrName>ppt_w</p:attrName>
                                        </p:attrNameLst>
                                      </p:cBhvr>
                                      <p:tavLst>
                                        <p:tav tm="0">
                                          <p:val>
                                            <p:strVal val="0"/>
                                          </p:val>
                                        </p:tav>
                                        <p:tav tm="100000">
                                          <p:val>
                                            <p:strVal val="#ppt_w"/>
                                          </p:val>
                                        </p:tav>
                                      </p:tavLst>
                                    </p:anim>
                                    <p:anim calcmode="lin" valueType="num">
                                      <p:cBhvr additive="base">
                                        <p:cTn id="208" dur="500"/>
                                        <p:tgtEl>
                                          <p:spTgt spid="167"/>
                                        </p:tgtEl>
                                        <p:attrNameLst>
                                          <p:attrName>ppt_h</p:attrName>
                                        </p:attrNameLst>
                                      </p:cBhvr>
                                      <p:tavLst>
                                        <p:tav tm="0">
                                          <p:val>
                                            <p:strVal val="0"/>
                                          </p:val>
                                        </p:tav>
                                        <p:tav tm="100000">
                                          <p:val>
                                            <p:strVal val="#ppt_h"/>
                                          </p:val>
                                        </p:tav>
                                      </p:tavLst>
                                    </p:anim>
                                  </p:childTnLst>
                                </p:cTn>
                              </p:par>
                            </p:childTnLst>
                          </p:cTn>
                        </p:par>
                      </p:childTnLst>
                    </p:cTn>
                  </p:par>
                  <p:par>
                    <p:cTn id="209" fill="hold">
                      <p:stCondLst>
                        <p:cond delay="indefinite"/>
                      </p:stCondLst>
                      <p:childTnLst>
                        <p:par>
                          <p:cTn id="210" fill="hold">
                            <p:stCondLst>
                              <p:cond delay="0"/>
                            </p:stCondLst>
                            <p:childTnLst>
                              <p:par>
                                <p:cTn id="211" presetID="23" presetClass="entr" presetSubtype="16" fill="hold" nodeType="clickEffect">
                                  <p:stCondLst>
                                    <p:cond delay="0"/>
                                  </p:stCondLst>
                                  <p:childTnLst>
                                    <p:set>
                                      <p:cBhvr>
                                        <p:cTn id="212" dur="1" fill="hold">
                                          <p:stCondLst>
                                            <p:cond delay="0"/>
                                          </p:stCondLst>
                                        </p:cTn>
                                        <p:tgtEl>
                                          <p:spTgt spid="168"/>
                                        </p:tgtEl>
                                        <p:attrNameLst>
                                          <p:attrName>style.visibility</p:attrName>
                                        </p:attrNameLst>
                                      </p:cBhvr>
                                      <p:to>
                                        <p:strVal val="visible"/>
                                      </p:to>
                                    </p:set>
                                    <p:anim calcmode="lin" valueType="num">
                                      <p:cBhvr additive="base">
                                        <p:cTn id="213" dur="500"/>
                                        <p:tgtEl>
                                          <p:spTgt spid="168"/>
                                        </p:tgtEl>
                                        <p:attrNameLst>
                                          <p:attrName>ppt_w</p:attrName>
                                        </p:attrNameLst>
                                      </p:cBhvr>
                                      <p:tavLst>
                                        <p:tav tm="0">
                                          <p:val>
                                            <p:strVal val="0"/>
                                          </p:val>
                                        </p:tav>
                                        <p:tav tm="100000">
                                          <p:val>
                                            <p:strVal val="#ppt_w"/>
                                          </p:val>
                                        </p:tav>
                                      </p:tavLst>
                                    </p:anim>
                                    <p:anim calcmode="lin" valueType="num">
                                      <p:cBhvr additive="base">
                                        <p:cTn id="214" dur="500"/>
                                        <p:tgtEl>
                                          <p:spTgt spid="168"/>
                                        </p:tgtEl>
                                        <p:attrNameLst>
                                          <p:attrName>ppt_h</p:attrName>
                                        </p:attrNameLst>
                                      </p:cBhvr>
                                      <p:tavLst>
                                        <p:tav tm="0">
                                          <p:val>
                                            <p:strVal val="0"/>
                                          </p:val>
                                        </p:tav>
                                        <p:tav tm="100000">
                                          <p:val>
                                            <p:strVal val="#ppt_h"/>
                                          </p:val>
                                        </p:tav>
                                      </p:tavLst>
                                    </p:anim>
                                  </p:childTnLst>
                                </p:cTn>
                              </p:par>
                            </p:childTnLst>
                          </p:cTn>
                        </p:par>
                      </p:childTnLst>
                    </p:cTn>
                  </p:par>
                  <p:par>
                    <p:cTn id="215" fill="hold">
                      <p:stCondLst>
                        <p:cond delay="indefinite"/>
                      </p:stCondLst>
                      <p:childTnLst>
                        <p:par>
                          <p:cTn id="216" fill="hold">
                            <p:stCondLst>
                              <p:cond delay="0"/>
                            </p:stCondLst>
                            <p:childTnLst>
                              <p:par>
                                <p:cTn id="217" presetID="23" presetClass="entr" presetSubtype="16" fill="hold" nodeType="clickEffect">
                                  <p:stCondLst>
                                    <p:cond delay="0"/>
                                  </p:stCondLst>
                                  <p:childTnLst>
                                    <p:set>
                                      <p:cBhvr>
                                        <p:cTn id="218" dur="1" fill="hold">
                                          <p:stCondLst>
                                            <p:cond delay="0"/>
                                          </p:stCondLst>
                                        </p:cTn>
                                        <p:tgtEl>
                                          <p:spTgt spid="189"/>
                                        </p:tgtEl>
                                        <p:attrNameLst>
                                          <p:attrName>style.visibility</p:attrName>
                                        </p:attrNameLst>
                                      </p:cBhvr>
                                      <p:to>
                                        <p:strVal val="visible"/>
                                      </p:to>
                                    </p:set>
                                    <p:anim calcmode="lin" valueType="num">
                                      <p:cBhvr additive="base">
                                        <p:cTn id="219" dur="500"/>
                                        <p:tgtEl>
                                          <p:spTgt spid="189"/>
                                        </p:tgtEl>
                                        <p:attrNameLst>
                                          <p:attrName>ppt_w</p:attrName>
                                        </p:attrNameLst>
                                      </p:cBhvr>
                                      <p:tavLst>
                                        <p:tav tm="0">
                                          <p:val>
                                            <p:strVal val="0"/>
                                          </p:val>
                                        </p:tav>
                                        <p:tav tm="100000">
                                          <p:val>
                                            <p:strVal val="#ppt_w"/>
                                          </p:val>
                                        </p:tav>
                                      </p:tavLst>
                                    </p:anim>
                                    <p:anim calcmode="lin" valueType="num">
                                      <p:cBhvr additive="base">
                                        <p:cTn id="220" dur="500"/>
                                        <p:tgtEl>
                                          <p:spTgt spid="189"/>
                                        </p:tgtEl>
                                        <p:attrNameLst>
                                          <p:attrName>ppt_h</p:attrName>
                                        </p:attrNameLst>
                                      </p:cBhvr>
                                      <p:tavLst>
                                        <p:tav tm="0">
                                          <p:val>
                                            <p:strVal val="0"/>
                                          </p:val>
                                        </p:tav>
                                        <p:tav tm="100000">
                                          <p:val>
                                            <p:strVal val="#ppt_h"/>
                                          </p:val>
                                        </p:tav>
                                      </p:tavLst>
                                    </p:anim>
                                  </p:childTnLst>
                                </p:cTn>
                              </p:par>
                            </p:childTnLst>
                          </p:cTn>
                        </p:par>
                      </p:childTnLst>
                    </p:cTn>
                  </p:par>
                  <p:par>
                    <p:cTn id="221" fill="hold">
                      <p:stCondLst>
                        <p:cond delay="indefinite"/>
                      </p:stCondLst>
                      <p:childTnLst>
                        <p:par>
                          <p:cTn id="222" fill="hold">
                            <p:stCondLst>
                              <p:cond delay="0"/>
                            </p:stCondLst>
                            <p:childTnLst>
                              <p:par>
                                <p:cTn id="223" presetID="23" presetClass="entr" presetSubtype="16" fill="hold" nodeType="clickEffect">
                                  <p:stCondLst>
                                    <p:cond delay="0"/>
                                  </p:stCondLst>
                                  <p:childTnLst>
                                    <p:set>
                                      <p:cBhvr>
                                        <p:cTn id="224" dur="1" fill="hold">
                                          <p:stCondLst>
                                            <p:cond delay="0"/>
                                          </p:stCondLst>
                                        </p:cTn>
                                        <p:tgtEl>
                                          <p:spTgt spid="192"/>
                                        </p:tgtEl>
                                        <p:attrNameLst>
                                          <p:attrName>style.visibility</p:attrName>
                                        </p:attrNameLst>
                                      </p:cBhvr>
                                      <p:to>
                                        <p:strVal val="visible"/>
                                      </p:to>
                                    </p:set>
                                    <p:anim calcmode="lin" valueType="num">
                                      <p:cBhvr additive="base">
                                        <p:cTn id="225" dur="500"/>
                                        <p:tgtEl>
                                          <p:spTgt spid="192"/>
                                        </p:tgtEl>
                                        <p:attrNameLst>
                                          <p:attrName>ppt_w</p:attrName>
                                        </p:attrNameLst>
                                      </p:cBhvr>
                                      <p:tavLst>
                                        <p:tav tm="0">
                                          <p:val>
                                            <p:strVal val="0"/>
                                          </p:val>
                                        </p:tav>
                                        <p:tav tm="100000">
                                          <p:val>
                                            <p:strVal val="#ppt_w"/>
                                          </p:val>
                                        </p:tav>
                                      </p:tavLst>
                                    </p:anim>
                                    <p:anim calcmode="lin" valueType="num">
                                      <p:cBhvr additive="base">
                                        <p:cTn id="226" dur="500"/>
                                        <p:tgtEl>
                                          <p:spTgt spid="192"/>
                                        </p:tgtEl>
                                        <p:attrNameLst>
                                          <p:attrName>ppt_h</p:attrName>
                                        </p:attrNameLst>
                                      </p:cBhvr>
                                      <p:tavLst>
                                        <p:tav tm="0">
                                          <p:val>
                                            <p:strVal val="0"/>
                                          </p:val>
                                        </p:tav>
                                        <p:tav tm="100000">
                                          <p:val>
                                            <p:strVal val="#ppt_h"/>
                                          </p:val>
                                        </p:tav>
                                      </p:tavLst>
                                    </p:anim>
                                  </p:childTnLst>
                                </p:cTn>
                              </p:par>
                            </p:childTnLst>
                          </p:cTn>
                        </p:par>
                      </p:childTnLst>
                    </p:cTn>
                  </p:par>
                  <p:par>
                    <p:cTn id="227" fill="hold">
                      <p:stCondLst>
                        <p:cond delay="indefinite"/>
                      </p:stCondLst>
                      <p:childTnLst>
                        <p:par>
                          <p:cTn id="228" fill="hold">
                            <p:stCondLst>
                              <p:cond delay="0"/>
                            </p:stCondLst>
                            <p:childTnLst>
                              <p:par>
                                <p:cTn id="229" presetID="23" presetClass="entr" presetSubtype="16" fill="hold" nodeType="clickEffect">
                                  <p:stCondLst>
                                    <p:cond delay="0"/>
                                  </p:stCondLst>
                                  <p:childTnLst>
                                    <p:set>
                                      <p:cBhvr>
                                        <p:cTn id="230" dur="1" fill="hold">
                                          <p:stCondLst>
                                            <p:cond delay="0"/>
                                          </p:stCondLst>
                                        </p:cTn>
                                        <p:tgtEl>
                                          <p:spTgt spid="195"/>
                                        </p:tgtEl>
                                        <p:attrNameLst>
                                          <p:attrName>style.visibility</p:attrName>
                                        </p:attrNameLst>
                                      </p:cBhvr>
                                      <p:to>
                                        <p:strVal val="visible"/>
                                      </p:to>
                                    </p:set>
                                    <p:anim calcmode="lin" valueType="num">
                                      <p:cBhvr additive="base">
                                        <p:cTn id="231" dur="500"/>
                                        <p:tgtEl>
                                          <p:spTgt spid="195"/>
                                        </p:tgtEl>
                                        <p:attrNameLst>
                                          <p:attrName>ppt_w</p:attrName>
                                        </p:attrNameLst>
                                      </p:cBhvr>
                                      <p:tavLst>
                                        <p:tav tm="0">
                                          <p:val>
                                            <p:strVal val="0"/>
                                          </p:val>
                                        </p:tav>
                                        <p:tav tm="100000">
                                          <p:val>
                                            <p:strVal val="#ppt_w"/>
                                          </p:val>
                                        </p:tav>
                                      </p:tavLst>
                                    </p:anim>
                                    <p:anim calcmode="lin" valueType="num">
                                      <p:cBhvr additive="base">
                                        <p:cTn id="232" dur="500"/>
                                        <p:tgtEl>
                                          <p:spTgt spid="195"/>
                                        </p:tgtEl>
                                        <p:attrNameLst>
                                          <p:attrName>ppt_h</p:attrName>
                                        </p:attrNameLst>
                                      </p:cBhvr>
                                      <p:tavLst>
                                        <p:tav tm="0">
                                          <p:val>
                                            <p:strVal val="0"/>
                                          </p:val>
                                        </p:tav>
                                        <p:tav tm="100000">
                                          <p:val>
                                            <p:strVal val="#ppt_h"/>
                                          </p:val>
                                        </p:tav>
                                      </p:tavLst>
                                    </p:anim>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200"/>
                                        </p:tgtEl>
                                        <p:attrNameLst>
                                          <p:attrName>style.visibility</p:attrName>
                                        </p:attrNameLst>
                                      </p:cBhvr>
                                      <p:to>
                                        <p:strVal val="visible"/>
                                      </p:to>
                                    </p:set>
                                  </p:childTnLst>
                                </p:cTn>
                              </p:par>
                              <p:par>
                                <p:cTn id="237" presetID="1" presetClass="entr" presetSubtype="0" fill="hold" nodeType="withEffect">
                                  <p:stCondLst>
                                    <p:cond delay="500"/>
                                  </p:stCondLst>
                                  <p:childTnLst>
                                    <p:set>
                                      <p:cBhvr>
                                        <p:cTn id="238" dur="1" fill="hold">
                                          <p:stCondLst>
                                            <p:cond delay="0"/>
                                          </p:stCondLst>
                                        </p:cTn>
                                        <p:tgtEl>
                                          <p:spTgt spid="209"/>
                                        </p:tgtEl>
                                        <p:attrNameLst>
                                          <p:attrName>style.visibility</p:attrName>
                                        </p:attrNameLst>
                                      </p:cBhvr>
                                      <p:to>
                                        <p:strVal val="visible"/>
                                      </p:to>
                                    </p:set>
                                  </p:childTnLst>
                                </p:cTn>
                              </p:par>
                            </p:childTnLst>
                          </p:cTn>
                        </p:par>
                        <p:par>
                          <p:cTn id="239" fill="hold">
                            <p:stCondLst>
                              <p:cond delay="1"/>
                            </p:stCondLst>
                            <p:childTnLst>
                              <p:par>
                                <p:cTn id="240" presetID="1" presetClass="entr" presetSubtype="0" fill="hold" nodeType="afterEffect">
                                  <p:stCondLst>
                                    <p:cond delay="500"/>
                                  </p:stCondLst>
                                  <p:childTnLst>
                                    <p:set>
                                      <p:cBhvr>
                                        <p:cTn id="241" dur="1" fill="hold">
                                          <p:stCondLst>
                                            <p:cond delay="0"/>
                                          </p:stCondLst>
                                        </p:cTn>
                                        <p:tgtEl>
                                          <p:spTgt spid="203"/>
                                        </p:tgtEl>
                                        <p:attrNameLst>
                                          <p:attrName>style.visibility</p:attrName>
                                        </p:attrNameLst>
                                      </p:cBhvr>
                                      <p:to>
                                        <p:strVal val="visible"/>
                                      </p:to>
                                    </p:set>
                                  </p:childTnLst>
                                </p:cTn>
                              </p:par>
                            </p:childTnLst>
                          </p:cTn>
                        </p:par>
                        <p:par>
                          <p:cTn id="242" fill="hold">
                            <p:stCondLst>
                              <p:cond delay="2"/>
                            </p:stCondLst>
                            <p:childTnLst>
                              <p:par>
                                <p:cTn id="243" presetID="1" presetClass="entr" presetSubtype="0" fill="hold" nodeType="afterEffect">
                                  <p:stCondLst>
                                    <p:cond delay="500"/>
                                  </p:stCondLst>
                                  <p:childTnLst>
                                    <p:set>
                                      <p:cBhvr>
                                        <p:cTn id="244" dur="1" fill="hold">
                                          <p:stCondLst>
                                            <p:cond delay="0"/>
                                          </p:stCondLst>
                                        </p:cTn>
                                        <p:tgtEl>
                                          <p:spTgt spid="210"/>
                                        </p:tgtEl>
                                        <p:attrNameLst>
                                          <p:attrName>style.visibility</p:attrName>
                                        </p:attrNameLst>
                                      </p:cBhvr>
                                      <p:to>
                                        <p:strVal val="visible"/>
                                      </p:to>
                                    </p:set>
                                  </p:childTnLst>
                                </p:cTn>
                              </p:par>
                            </p:childTnLst>
                          </p:cTn>
                        </p:par>
                        <p:par>
                          <p:cTn id="245" fill="hold">
                            <p:stCondLst>
                              <p:cond delay="3"/>
                            </p:stCondLst>
                            <p:childTnLst>
                              <p:par>
                                <p:cTn id="246" presetID="1" presetClass="entr" presetSubtype="0" fill="hold" nodeType="afterEffect">
                                  <p:stCondLst>
                                    <p:cond delay="500"/>
                                  </p:stCondLst>
                                  <p:childTnLst>
                                    <p:set>
                                      <p:cBhvr>
                                        <p:cTn id="247" dur="1" fill="hold">
                                          <p:stCondLst>
                                            <p:cond delay="0"/>
                                          </p:stCondLst>
                                        </p:cTn>
                                        <p:tgtEl>
                                          <p:spTgt spid="206"/>
                                        </p:tgtEl>
                                        <p:attrNameLst>
                                          <p:attrName>style.visibility</p:attrName>
                                        </p:attrNameLst>
                                      </p:cBhvr>
                                      <p:to>
                                        <p:strVal val="visible"/>
                                      </p:to>
                                    </p:set>
                                  </p:childTnLst>
                                </p:cTn>
                              </p:par>
                            </p:childTnLst>
                          </p:cTn>
                        </p:par>
                      </p:childTnLst>
                    </p:cTn>
                  </p:par>
                  <p:par>
                    <p:cTn id="248" fill="hold">
                      <p:stCondLst>
                        <p:cond delay="indefinite"/>
                      </p:stCondLst>
                      <p:childTnLst>
                        <p:par>
                          <p:cTn id="249" fill="hold">
                            <p:stCondLst>
                              <p:cond delay="0"/>
                            </p:stCondLst>
                            <p:childTnLst>
                              <p:par>
                                <p:cTn id="250" presetID="1" presetClass="entr" presetSubtype="0" fill="hold" nodeType="clickEffect">
                                  <p:stCondLst>
                                    <p:cond delay="0"/>
                                  </p:stCondLst>
                                  <p:childTnLst>
                                    <p:set>
                                      <p:cBhvr>
                                        <p:cTn id="251" dur="1" fill="hold">
                                          <p:stCondLst>
                                            <p:cond delay="0"/>
                                          </p:stCondLst>
                                        </p:cTn>
                                        <p:tgtEl>
                                          <p:spTgt spid="187"/>
                                        </p:tgtEl>
                                        <p:attrNameLst>
                                          <p:attrName>style.visibility</p:attrName>
                                        </p:attrNameLst>
                                      </p:cBhvr>
                                      <p:to>
                                        <p:strVal val="visible"/>
                                      </p:to>
                                    </p:set>
                                  </p:childTnLst>
                                </p:cTn>
                              </p:par>
                              <p:par>
                                <p:cTn id="252" presetID="1" presetClass="entr" presetSubtype="0" fill="hold" nodeType="withEffect">
                                  <p:stCondLst>
                                    <p:cond delay="0"/>
                                  </p:stCondLst>
                                  <p:childTnLst>
                                    <p:set>
                                      <p:cBhvr>
                                        <p:cTn id="253" dur="1" fill="hold">
                                          <p:stCondLst>
                                            <p:cond delay="0"/>
                                          </p:stCondLst>
                                        </p:cTn>
                                        <p:tgtEl>
                                          <p:spTgt spid="188"/>
                                        </p:tgtEl>
                                        <p:attrNameLst>
                                          <p:attrName>style.visibility</p:attrName>
                                        </p:attrNameLst>
                                      </p:cBhvr>
                                      <p:to>
                                        <p:strVal val="visible"/>
                                      </p:to>
                                    </p:set>
                                  </p:childTnLst>
                                </p:cTn>
                              </p:par>
                              <p:par>
                                <p:cTn id="254" presetID="1" presetClass="entr" presetSubtype="0" fill="hold" nodeType="withEffect">
                                  <p:stCondLst>
                                    <p:cond delay="0"/>
                                  </p:stCondLst>
                                  <p:childTnLst>
                                    <p:set>
                                      <p:cBhvr>
                                        <p:cTn id="255" dur="1" fill="hold">
                                          <p:stCondLst>
                                            <p:cond delay="0"/>
                                          </p:stCondLst>
                                        </p:cTn>
                                        <p:tgtEl>
                                          <p:spTgt spid="211"/>
                                        </p:tgtEl>
                                        <p:attrNameLst>
                                          <p:attrName>style.visibility</p:attrName>
                                        </p:attrNameLst>
                                      </p:cBhvr>
                                      <p:to>
                                        <p:strVal val="visible"/>
                                      </p:to>
                                    </p:set>
                                  </p:childTnLst>
                                </p:cTn>
                              </p:par>
                            </p:childTnLst>
                          </p:cTn>
                        </p:par>
                      </p:childTnLst>
                    </p:cTn>
                  </p:par>
                  <p:par>
                    <p:cTn id="256" fill="hold">
                      <p:stCondLst>
                        <p:cond delay="indefinite"/>
                      </p:stCondLst>
                      <p:childTnLst>
                        <p:par>
                          <p:cTn id="257" fill="hold">
                            <p:stCondLst>
                              <p:cond delay="0"/>
                            </p:stCondLst>
                            <p:childTnLst>
                              <p:par>
                                <p:cTn id="258" presetID="23" presetClass="entr" presetSubtype="16" fill="hold" nodeType="clickEffect">
                                  <p:stCondLst>
                                    <p:cond delay="0"/>
                                  </p:stCondLst>
                                  <p:childTnLst>
                                    <p:set>
                                      <p:cBhvr>
                                        <p:cTn id="259" dur="1" fill="hold">
                                          <p:stCondLst>
                                            <p:cond delay="0"/>
                                          </p:stCondLst>
                                        </p:cTn>
                                        <p:tgtEl>
                                          <p:spTgt spid="185"/>
                                        </p:tgtEl>
                                        <p:attrNameLst>
                                          <p:attrName>style.visibility</p:attrName>
                                        </p:attrNameLst>
                                      </p:cBhvr>
                                      <p:to>
                                        <p:strVal val="visible"/>
                                      </p:to>
                                    </p:set>
                                    <p:anim calcmode="lin" valueType="num">
                                      <p:cBhvr additive="base">
                                        <p:cTn id="260" dur="500"/>
                                        <p:tgtEl>
                                          <p:spTgt spid="185"/>
                                        </p:tgtEl>
                                        <p:attrNameLst>
                                          <p:attrName>ppt_w</p:attrName>
                                        </p:attrNameLst>
                                      </p:cBhvr>
                                      <p:tavLst>
                                        <p:tav tm="0">
                                          <p:val>
                                            <p:strVal val="0"/>
                                          </p:val>
                                        </p:tav>
                                        <p:tav tm="100000">
                                          <p:val>
                                            <p:strVal val="#ppt_w"/>
                                          </p:val>
                                        </p:tav>
                                      </p:tavLst>
                                    </p:anim>
                                    <p:anim calcmode="lin" valueType="num">
                                      <p:cBhvr additive="base">
                                        <p:cTn id="261" dur="500"/>
                                        <p:tgtEl>
                                          <p:spTgt spid="185"/>
                                        </p:tgtEl>
                                        <p:attrNameLst>
                                          <p:attrName>ppt_h</p:attrName>
                                        </p:attrNameLst>
                                      </p:cBhvr>
                                      <p:tavLst>
                                        <p:tav tm="0">
                                          <p:val>
                                            <p:strVal val="0"/>
                                          </p:val>
                                        </p:tav>
                                        <p:tav tm="100000">
                                          <p:val>
                                            <p:strVal val="#ppt_h"/>
                                          </p:val>
                                        </p:tav>
                                      </p:tavLst>
                                    </p:anim>
                                  </p:childTnLst>
                                </p:cTn>
                              </p:par>
                            </p:childTnLst>
                          </p:cTn>
                        </p:par>
                      </p:childTnLst>
                    </p:cTn>
                  </p:par>
                  <p:par>
                    <p:cTn id="262" fill="hold">
                      <p:stCondLst>
                        <p:cond delay="indefinite"/>
                      </p:stCondLst>
                      <p:childTnLst>
                        <p:par>
                          <p:cTn id="263" fill="hold">
                            <p:stCondLst>
                              <p:cond delay="0"/>
                            </p:stCondLst>
                            <p:childTnLst>
                              <p:par>
                                <p:cTn id="264" presetID="23" presetClass="entr" presetSubtype="16" fill="hold" nodeType="clickEffect">
                                  <p:stCondLst>
                                    <p:cond delay="0"/>
                                  </p:stCondLst>
                                  <p:childTnLst>
                                    <p:set>
                                      <p:cBhvr>
                                        <p:cTn id="265" dur="1" fill="hold">
                                          <p:stCondLst>
                                            <p:cond delay="0"/>
                                          </p:stCondLst>
                                        </p:cTn>
                                        <p:tgtEl>
                                          <p:spTgt spid="172"/>
                                        </p:tgtEl>
                                        <p:attrNameLst>
                                          <p:attrName>style.visibility</p:attrName>
                                        </p:attrNameLst>
                                      </p:cBhvr>
                                      <p:to>
                                        <p:strVal val="visible"/>
                                      </p:to>
                                    </p:set>
                                    <p:anim calcmode="lin" valueType="num">
                                      <p:cBhvr additive="base">
                                        <p:cTn id="266" dur="500"/>
                                        <p:tgtEl>
                                          <p:spTgt spid="172"/>
                                        </p:tgtEl>
                                        <p:attrNameLst>
                                          <p:attrName>ppt_w</p:attrName>
                                        </p:attrNameLst>
                                      </p:cBhvr>
                                      <p:tavLst>
                                        <p:tav tm="0">
                                          <p:val>
                                            <p:strVal val="0"/>
                                          </p:val>
                                        </p:tav>
                                        <p:tav tm="100000">
                                          <p:val>
                                            <p:strVal val="#ppt_w"/>
                                          </p:val>
                                        </p:tav>
                                      </p:tavLst>
                                    </p:anim>
                                    <p:anim calcmode="lin" valueType="num">
                                      <p:cBhvr additive="base">
                                        <p:cTn id="267" dur="500"/>
                                        <p:tgtEl>
                                          <p:spTgt spid="172"/>
                                        </p:tgtEl>
                                        <p:attrNameLst>
                                          <p:attrName>ppt_h</p:attrName>
                                        </p:attrNameLst>
                                      </p:cBhvr>
                                      <p:tavLst>
                                        <p:tav tm="0">
                                          <p:val>
                                            <p:strVal val="0"/>
                                          </p:val>
                                        </p:tav>
                                        <p:tav tm="100000">
                                          <p:val>
                                            <p:strVal val="#ppt_h"/>
                                          </p:val>
                                        </p:tav>
                                      </p:tavLst>
                                    </p:anim>
                                  </p:childTnLst>
                                </p:cTn>
                              </p:par>
                              <p:par>
                                <p:cTn id="268" presetID="1" presetClass="entr" presetSubtype="0" fill="hold" nodeType="withEffect">
                                  <p:stCondLst>
                                    <p:cond delay="0"/>
                                  </p:stCondLst>
                                  <p:childTnLst>
                                    <p:set>
                                      <p:cBhvr>
                                        <p:cTn id="269" dur="1" fill="hold">
                                          <p:stCondLst>
                                            <p:cond delay="0"/>
                                          </p:stCondLst>
                                        </p:cTn>
                                        <p:tgtEl>
                                          <p:spTgt spid="116"/>
                                        </p:tgtEl>
                                        <p:attrNameLst>
                                          <p:attrName>style.visibility</p:attrName>
                                        </p:attrNameLst>
                                      </p:cBhvr>
                                      <p:to>
                                        <p:strVal val="visible"/>
                                      </p:to>
                                    </p:set>
                                  </p:childTnLst>
                                </p:cTn>
                              </p:par>
                            </p:childTnLst>
                          </p:cTn>
                        </p:par>
                      </p:childTnLst>
                    </p:cTn>
                  </p:par>
                  <p:par>
                    <p:cTn id="270" fill="hold">
                      <p:stCondLst>
                        <p:cond delay="indefinite"/>
                      </p:stCondLst>
                      <p:childTnLst>
                        <p:par>
                          <p:cTn id="271" fill="hold">
                            <p:stCondLst>
                              <p:cond delay="0"/>
                            </p:stCondLst>
                            <p:childTnLst>
                              <p:par>
                                <p:cTn id="272" presetID="10" presetClass="entr" presetSubtype="0" fill="hold" nodeType="clickEffect">
                                  <p:stCondLst>
                                    <p:cond delay="0"/>
                                  </p:stCondLst>
                                  <p:childTnLst>
                                    <p:set>
                                      <p:cBhvr>
                                        <p:cTn id="273" dur="1" fill="hold">
                                          <p:stCondLst>
                                            <p:cond delay="0"/>
                                          </p:stCondLst>
                                        </p:cTn>
                                        <p:tgtEl>
                                          <p:spTgt spid="184"/>
                                        </p:tgtEl>
                                        <p:attrNameLst>
                                          <p:attrName>style.visibility</p:attrName>
                                        </p:attrNameLst>
                                      </p:cBhvr>
                                      <p:to>
                                        <p:strVal val="visible"/>
                                      </p:to>
                                    </p:set>
                                    <p:animEffect transition="in" filter="fade">
                                      <p:cBhvr>
                                        <p:cTn id="274" dur="1000"/>
                                        <p:tgtEl>
                                          <p:spTgt spid="184"/>
                                        </p:tgtEl>
                                      </p:cBhvr>
                                    </p:animEffect>
                                  </p:childTnLst>
                                </p:cTn>
                              </p:par>
                            </p:childTnLst>
                          </p:cTn>
                        </p:par>
                      </p:childTnLst>
                    </p:cTn>
                  </p:par>
                  <p:par>
                    <p:cTn id="275" fill="hold">
                      <p:stCondLst>
                        <p:cond delay="indefinite"/>
                      </p:stCondLst>
                      <p:childTnLst>
                        <p:par>
                          <p:cTn id="276" fill="hold">
                            <p:stCondLst>
                              <p:cond delay="0"/>
                            </p:stCondLst>
                            <p:childTnLst>
                              <p:par>
                                <p:cTn id="277" presetID="10" presetClass="entr" presetSubtype="0" fill="hold" nodeType="clickEffect">
                                  <p:stCondLst>
                                    <p:cond delay="0"/>
                                  </p:stCondLst>
                                  <p:childTnLst>
                                    <p:set>
                                      <p:cBhvr>
                                        <p:cTn id="278" dur="1" fill="hold">
                                          <p:stCondLst>
                                            <p:cond delay="0"/>
                                          </p:stCondLst>
                                        </p:cTn>
                                        <p:tgtEl>
                                          <p:spTgt spid="181"/>
                                        </p:tgtEl>
                                        <p:attrNameLst>
                                          <p:attrName>style.visibility</p:attrName>
                                        </p:attrNameLst>
                                      </p:cBhvr>
                                      <p:to>
                                        <p:strVal val="visible"/>
                                      </p:to>
                                    </p:set>
                                    <p:animEffect transition="in" filter="fade">
                                      <p:cBhvr>
                                        <p:cTn id="279" dur="500"/>
                                        <p:tgtEl>
                                          <p:spTgt spid="181"/>
                                        </p:tgtEl>
                                      </p:cBhvr>
                                    </p:animEffect>
                                  </p:childTnLst>
                                </p:cTn>
                              </p:par>
                            </p:childTnLst>
                          </p:cTn>
                        </p:par>
                      </p:childTnLst>
                    </p:cTn>
                  </p:par>
                  <p:par>
                    <p:cTn id="280" fill="hold">
                      <p:stCondLst>
                        <p:cond delay="indefinite"/>
                      </p:stCondLst>
                      <p:childTnLst>
                        <p:par>
                          <p:cTn id="281" fill="hold">
                            <p:stCondLst>
                              <p:cond delay="0"/>
                            </p:stCondLst>
                            <p:childTnLst>
                              <p:par>
                                <p:cTn id="282" presetID="23" presetClass="entr" presetSubtype="16" fill="hold" nodeType="clickEffect">
                                  <p:stCondLst>
                                    <p:cond delay="0"/>
                                  </p:stCondLst>
                                  <p:childTnLst>
                                    <p:set>
                                      <p:cBhvr>
                                        <p:cTn id="283" dur="1" fill="hold">
                                          <p:stCondLst>
                                            <p:cond delay="0"/>
                                          </p:stCondLst>
                                        </p:cTn>
                                        <p:tgtEl>
                                          <p:spTgt spid="173"/>
                                        </p:tgtEl>
                                        <p:attrNameLst>
                                          <p:attrName>style.visibility</p:attrName>
                                        </p:attrNameLst>
                                      </p:cBhvr>
                                      <p:to>
                                        <p:strVal val="visible"/>
                                      </p:to>
                                    </p:set>
                                    <p:anim calcmode="lin" valueType="num">
                                      <p:cBhvr additive="base">
                                        <p:cTn id="284" dur="500"/>
                                        <p:tgtEl>
                                          <p:spTgt spid="173"/>
                                        </p:tgtEl>
                                        <p:attrNameLst>
                                          <p:attrName>ppt_w</p:attrName>
                                        </p:attrNameLst>
                                      </p:cBhvr>
                                      <p:tavLst>
                                        <p:tav tm="0">
                                          <p:val>
                                            <p:strVal val="0"/>
                                          </p:val>
                                        </p:tav>
                                        <p:tav tm="100000">
                                          <p:val>
                                            <p:strVal val="#ppt_w"/>
                                          </p:val>
                                        </p:tav>
                                      </p:tavLst>
                                    </p:anim>
                                    <p:anim calcmode="lin" valueType="num">
                                      <p:cBhvr additive="base">
                                        <p:cTn id="285" dur="500"/>
                                        <p:tgtEl>
                                          <p:spTgt spid="173"/>
                                        </p:tgtEl>
                                        <p:attrNameLst>
                                          <p:attrName>ppt_h</p:attrName>
                                        </p:attrNameLst>
                                      </p:cBhvr>
                                      <p:tavLst>
                                        <p:tav tm="0">
                                          <p:val>
                                            <p:strVal val="0"/>
                                          </p:val>
                                        </p:tav>
                                        <p:tav tm="100000">
                                          <p:val>
                                            <p:strVal val="#ppt_h"/>
                                          </p:val>
                                        </p:tav>
                                      </p:tavLst>
                                    </p:anim>
                                  </p:childTnLst>
                                </p:cTn>
                              </p:par>
                              <p:par>
                                <p:cTn id="286" presetID="1" presetClass="entr" presetSubtype="0" fill="hold" nodeType="withEffect">
                                  <p:stCondLst>
                                    <p:cond delay="0"/>
                                  </p:stCondLst>
                                  <p:childTnLst>
                                    <p:set>
                                      <p:cBhvr>
                                        <p:cTn id="287" dur="1" fill="hold">
                                          <p:stCondLst>
                                            <p:cond delay="0"/>
                                          </p:stCondLst>
                                        </p:cTn>
                                        <p:tgtEl>
                                          <p:spTgt spid="115"/>
                                        </p:tgtEl>
                                        <p:attrNameLst>
                                          <p:attrName>style.visibility</p:attrName>
                                        </p:attrNameLst>
                                      </p:cBhvr>
                                      <p:to>
                                        <p:strVal val="visible"/>
                                      </p:to>
                                    </p:set>
                                  </p:childTnLst>
                                </p:cTn>
                              </p:par>
                            </p:childTnLst>
                          </p:cTn>
                        </p:par>
                      </p:childTnLst>
                    </p:cTn>
                  </p:par>
                  <p:par>
                    <p:cTn id="288" fill="hold">
                      <p:stCondLst>
                        <p:cond delay="indefinite"/>
                      </p:stCondLst>
                      <p:childTnLst>
                        <p:par>
                          <p:cTn id="289" fill="hold">
                            <p:stCondLst>
                              <p:cond delay="0"/>
                            </p:stCondLst>
                            <p:childTnLst>
                              <p:par>
                                <p:cTn id="290" presetID="2" presetClass="entr" presetSubtype="8" fill="hold" nodeType="clickEffect">
                                  <p:stCondLst>
                                    <p:cond delay="0"/>
                                  </p:stCondLst>
                                  <p:childTnLst>
                                    <p:set>
                                      <p:cBhvr>
                                        <p:cTn id="291" dur="1" fill="hold">
                                          <p:stCondLst>
                                            <p:cond delay="0"/>
                                          </p:stCondLst>
                                        </p:cTn>
                                        <p:tgtEl>
                                          <p:spTgt spid="174"/>
                                        </p:tgtEl>
                                        <p:attrNameLst>
                                          <p:attrName>style.visibility</p:attrName>
                                        </p:attrNameLst>
                                      </p:cBhvr>
                                      <p:to>
                                        <p:strVal val="visible"/>
                                      </p:to>
                                    </p:set>
                                    <p:anim calcmode="lin" valueType="num">
                                      <p:cBhvr additive="base">
                                        <p:cTn id="292" dur="500"/>
                                        <p:tgtEl>
                                          <p:spTgt spid="174"/>
                                        </p:tgtEl>
                                        <p:attrNameLst>
                                          <p:attrName>ppt_x</p:attrName>
                                        </p:attrNameLst>
                                      </p:cBhvr>
                                      <p:tavLst>
                                        <p:tav tm="0">
                                          <p:val>
                                            <p:strVal val="#ppt_x-1"/>
                                          </p:val>
                                        </p:tav>
                                        <p:tav tm="100000">
                                          <p:val>
                                            <p:strVal val="#ppt_x"/>
                                          </p:val>
                                        </p:tav>
                                      </p:tavLst>
                                    </p:anim>
                                  </p:childTnLst>
                                </p:cTn>
                              </p:par>
                            </p:childTnLst>
                          </p:cTn>
                        </p:par>
                      </p:childTnLst>
                    </p:cTn>
                  </p:par>
                  <p:par>
                    <p:cTn id="293" fill="hold">
                      <p:stCondLst>
                        <p:cond delay="indefinite"/>
                      </p:stCondLst>
                      <p:childTnLst>
                        <p:par>
                          <p:cTn id="294" fill="hold">
                            <p:stCondLst>
                              <p:cond delay="0"/>
                            </p:stCondLst>
                            <p:childTnLst>
                              <p:par>
                                <p:cTn id="295" presetID="10" presetClass="entr" presetSubtype="0" fill="hold" nodeType="clickEffect">
                                  <p:stCondLst>
                                    <p:cond delay="0"/>
                                  </p:stCondLst>
                                  <p:childTnLst>
                                    <p:set>
                                      <p:cBhvr>
                                        <p:cTn id="296" dur="1" fill="hold">
                                          <p:stCondLst>
                                            <p:cond delay="0"/>
                                          </p:stCondLst>
                                        </p:cTn>
                                        <p:tgtEl>
                                          <p:spTgt spid="178"/>
                                        </p:tgtEl>
                                        <p:attrNameLst>
                                          <p:attrName>style.visibility</p:attrName>
                                        </p:attrNameLst>
                                      </p:cBhvr>
                                      <p:to>
                                        <p:strVal val="visible"/>
                                      </p:to>
                                    </p:set>
                                    <p:animEffect transition="in" filter="fade">
                                      <p:cBhvr>
                                        <p:cTn id="297" dur="500"/>
                                        <p:tgtEl>
                                          <p:spTgt spid="178"/>
                                        </p:tgtEl>
                                      </p:cBhvr>
                                    </p:animEffect>
                                  </p:childTnLst>
                                </p:cTn>
                              </p:par>
                            </p:childTnLst>
                          </p:cTn>
                        </p:par>
                      </p:childTnLst>
                    </p:cTn>
                  </p:par>
                  <p:par>
                    <p:cTn id="298" fill="hold">
                      <p:stCondLst>
                        <p:cond delay="indefinite"/>
                      </p:stCondLst>
                      <p:childTnLst>
                        <p:par>
                          <p:cTn id="299" fill="hold">
                            <p:stCondLst>
                              <p:cond delay="0"/>
                            </p:stCondLst>
                            <p:childTnLst>
                              <p:par>
                                <p:cTn id="300" presetID="10" presetClass="entr" presetSubtype="0" fill="hold" nodeType="clickEffect">
                                  <p:stCondLst>
                                    <p:cond delay="0"/>
                                  </p:stCondLst>
                                  <p:childTnLst>
                                    <p:set>
                                      <p:cBhvr>
                                        <p:cTn id="301" dur="1" fill="hold">
                                          <p:stCondLst>
                                            <p:cond delay="0"/>
                                          </p:stCondLst>
                                        </p:cTn>
                                        <p:tgtEl>
                                          <p:spTgt spid="175"/>
                                        </p:tgtEl>
                                        <p:attrNameLst>
                                          <p:attrName>style.visibility</p:attrName>
                                        </p:attrNameLst>
                                      </p:cBhvr>
                                      <p:to>
                                        <p:strVal val="visible"/>
                                      </p:to>
                                    </p:set>
                                    <p:animEffect transition="in" filter="fade">
                                      <p:cBhvr>
                                        <p:cTn id="302"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grpSp>
        <p:nvGrpSpPr>
          <p:cNvPr id="218" name="Google Shape;218;p5"/>
          <p:cNvGrpSpPr/>
          <p:nvPr/>
        </p:nvGrpSpPr>
        <p:grpSpPr>
          <a:xfrm>
            <a:off x="6109568" y="1813748"/>
            <a:ext cx="672604" cy="2119308"/>
            <a:chOff x="5376788" y="1868492"/>
            <a:chExt cx="672604" cy="2119308"/>
          </a:xfrm>
        </p:grpSpPr>
        <p:sp>
          <p:nvSpPr>
            <p:cNvPr id="219" name="Google Shape;219;p5"/>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0" name="Google Shape;220;p5"/>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1" name="Google Shape;221;p5"/>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2" name="Google Shape;222;p5"/>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3" name="Google Shape;223;p5"/>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4" name="Google Shape;224;p5"/>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5" name="Google Shape;225;p5"/>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26" name="Google Shape;226;p5"/>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227" name="Google Shape;227;p5"/>
          <p:cNvSpPr txBox="1">
            <a:spLocks noGrp="1"/>
          </p:cNvSpPr>
          <p:nvPr>
            <p:ph type="title"/>
          </p:nvPr>
        </p:nvSpPr>
        <p:spPr>
          <a:xfrm>
            <a:off x="542924" y="53975"/>
            <a:ext cx="79895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Recorrer un Array</a:t>
            </a:r>
            <a:endParaRPr/>
          </a:p>
        </p:txBody>
      </p:sp>
      <p:sp>
        <p:nvSpPr>
          <p:cNvPr id="228" name="Google Shape;228;p5"/>
          <p:cNvSpPr txBox="1"/>
          <p:nvPr/>
        </p:nvSpPr>
        <p:spPr>
          <a:xfrm>
            <a:off x="868531" y="1051611"/>
            <a:ext cx="708784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Vamos a mostrar todas las temperaturas de la semana</a:t>
            </a:r>
            <a:endParaRPr sz="1600" b="1">
              <a:solidFill>
                <a:srgbClr val="FF0000"/>
              </a:solidFill>
              <a:latin typeface="Arial"/>
              <a:ea typeface="Arial"/>
              <a:cs typeface="Arial"/>
              <a:sym typeface="Arial"/>
            </a:endParaRPr>
          </a:p>
        </p:txBody>
      </p:sp>
      <p:sp>
        <p:nvSpPr>
          <p:cNvPr id="229" name="Google Shape;229;p5"/>
          <p:cNvSpPr txBox="1"/>
          <p:nvPr/>
        </p:nvSpPr>
        <p:spPr>
          <a:xfrm>
            <a:off x="1979712" y="179274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temp0</a:t>
            </a:r>
            <a:endParaRPr sz="1600" b="1">
              <a:solidFill>
                <a:srgbClr val="FF0000"/>
              </a:solidFill>
              <a:latin typeface="Arial"/>
              <a:ea typeface="Arial"/>
              <a:cs typeface="Arial"/>
              <a:sym typeface="Arial"/>
            </a:endParaRPr>
          </a:p>
        </p:txBody>
      </p:sp>
      <p:sp>
        <p:nvSpPr>
          <p:cNvPr id="230" name="Google Shape;230;p5"/>
          <p:cNvSpPr/>
          <p:nvPr/>
        </p:nvSpPr>
        <p:spPr>
          <a:xfrm>
            <a:off x="2771800" y="181560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31" name="Google Shape;231;p5"/>
          <p:cNvSpPr txBox="1"/>
          <p:nvPr/>
        </p:nvSpPr>
        <p:spPr>
          <a:xfrm>
            <a:off x="2860700" y="179302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232" name="Google Shape;232;p5"/>
          <p:cNvSpPr txBox="1"/>
          <p:nvPr/>
        </p:nvSpPr>
        <p:spPr>
          <a:xfrm>
            <a:off x="1979712" y="2080774"/>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temp1</a:t>
            </a:r>
            <a:endParaRPr sz="1600" b="1">
              <a:solidFill>
                <a:srgbClr val="FF0000"/>
              </a:solidFill>
              <a:latin typeface="Arial"/>
              <a:ea typeface="Arial"/>
              <a:cs typeface="Arial"/>
              <a:sym typeface="Arial"/>
            </a:endParaRPr>
          </a:p>
        </p:txBody>
      </p:sp>
      <p:sp>
        <p:nvSpPr>
          <p:cNvPr id="233" name="Google Shape;233;p5"/>
          <p:cNvSpPr/>
          <p:nvPr/>
        </p:nvSpPr>
        <p:spPr>
          <a:xfrm>
            <a:off x="2771800" y="2103634"/>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34" name="Google Shape;234;p5"/>
          <p:cNvSpPr txBox="1"/>
          <p:nvPr/>
        </p:nvSpPr>
        <p:spPr>
          <a:xfrm>
            <a:off x="2860700" y="208105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235" name="Google Shape;235;p5"/>
          <p:cNvSpPr txBox="1"/>
          <p:nvPr/>
        </p:nvSpPr>
        <p:spPr>
          <a:xfrm>
            <a:off x="1979712" y="2364614"/>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temp2</a:t>
            </a:r>
            <a:endParaRPr sz="1600" b="1">
              <a:solidFill>
                <a:srgbClr val="FF0000"/>
              </a:solidFill>
              <a:latin typeface="Arial"/>
              <a:ea typeface="Arial"/>
              <a:cs typeface="Arial"/>
              <a:sym typeface="Arial"/>
            </a:endParaRPr>
          </a:p>
        </p:txBody>
      </p:sp>
      <p:sp>
        <p:nvSpPr>
          <p:cNvPr id="236" name="Google Shape;236;p5"/>
          <p:cNvSpPr/>
          <p:nvPr/>
        </p:nvSpPr>
        <p:spPr>
          <a:xfrm>
            <a:off x="2771800" y="2387474"/>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37" name="Google Shape;237;p5"/>
          <p:cNvSpPr txBox="1"/>
          <p:nvPr/>
        </p:nvSpPr>
        <p:spPr>
          <a:xfrm>
            <a:off x="2860700" y="236489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238" name="Google Shape;238;p5"/>
          <p:cNvSpPr txBox="1"/>
          <p:nvPr/>
        </p:nvSpPr>
        <p:spPr>
          <a:xfrm>
            <a:off x="1979712" y="2656838"/>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temp3</a:t>
            </a:r>
            <a:endParaRPr sz="1600" b="1">
              <a:solidFill>
                <a:srgbClr val="FF0000"/>
              </a:solidFill>
              <a:latin typeface="Arial"/>
              <a:ea typeface="Arial"/>
              <a:cs typeface="Arial"/>
              <a:sym typeface="Arial"/>
            </a:endParaRPr>
          </a:p>
        </p:txBody>
      </p:sp>
      <p:sp>
        <p:nvSpPr>
          <p:cNvPr id="239" name="Google Shape;239;p5"/>
          <p:cNvSpPr/>
          <p:nvPr/>
        </p:nvSpPr>
        <p:spPr>
          <a:xfrm>
            <a:off x="2771800" y="2679698"/>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40" name="Google Shape;240;p5"/>
          <p:cNvSpPr txBox="1"/>
          <p:nvPr/>
        </p:nvSpPr>
        <p:spPr>
          <a:xfrm>
            <a:off x="2860700" y="265711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sp>
        <p:nvSpPr>
          <p:cNvPr id="241" name="Google Shape;241;p5"/>
          <p:cNvSpPr txBox="1"/>
          <p:nvPr/>
        </p:nvSpPr>
        <p:spPr>
          <a:xfrm>
            <a:off x="1979712" y="2944870"/>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temp4</a:t>
            </a:r>
            <a:endParaRPr sz="1600" b="1">
              <a:solidFill>
                <a:srgbClr val="FF0000"/>
              </a:solidFill>
              <a:latin typeface="Arial"/>
              <a:ea typeface="Arial"/>
              <a:cs typeface="Arial"/>
              <a:sym typeface="Arial"/>
            </a:endParaRPr>
          </a:p>
        </p:txBody>
      </p:sp>
      <p:sp>
        <p:nvSpPr>
          <p:cNvPr id="242" name="Google Shape;242;p5"/>
          <p:cNvSpPr/>
          <p:nvPr/>
        </p:nvSpPr>
        <p:spPr>
          <a:xfrm>
            <a:off x="2771800" y="2967730"/>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43" name="Google Shape;243;p5"/>
          <p:cNvSpPr txBox="1"/>
          <p:nvPr/>
        </p:nvSpPr>
        <p:spPr>
          <a:xfrm>
            <a:off x="2860700" y="294514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244" name="Google Shape;244;p5"/>
          <p:cNvSpPr txBox="1"/>
          <p:nvPr/>
        </p:nvSpPr>
        <p:spPr>
          <a:xfrm>
            <a:off x="1979712" y="3228710"/>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temp5</a:t>
            </a:r>
            <a:endParaRPr sz="1600" b="1">
              <a:solidFill>
                <a:srgbClr val="FF0000"/>
              </a:solidFill>
              <a:latin typeface="Arial"/>
              <a:ea typeface="Arial"/>
              <a:cs typeface="Arial"/>
              <a:sym typeface="Arial"/>
            </a:endParaRPr>
          </a:p>
        </p:txBody>
      </p:sp>
      <p:sp>
        <p:nvSpPr>
          <p:cNvPr id="245" name="Google Shape;245;p5"/>
          <p:cNvSpPr/>
          <p:nvPr/>
        </p:nvSpPr>
        <p:spPr>
          <a:xfrm>
            <a:off x="2771800" y="3251570"/>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46" name="Google Shape;246;p5"/>
          <p:cNvSpPr txBox="1"/>
          <p:nvPr/>
        </p:nvSpPr>
        <p:spPr>
          <a:xfrm>
            <a:off x="2860700" y="322898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247" name="Google Shape;247;p5"/>
          <p:cNvSpPr txBox="1"/>
          <p:nvPr/>
        </p:nvSpPr>
        <p:spPr>
          <a:xfrm>
            <a:off x="1979712" y="3516742"/>
            <a:ext cx="8640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temp6</a:t>
            </a:r>
            <a:endParaRPr sz="1600" b="1">
              <a:solidFill>
                <a:srgbClr val="FF0000"/>
              </a:solidFill>
              <a:latin typeface="Arial"/>
              <a:ea typeface="Arial"/>
              <a:cs typeface="Arial"/>
              <a:sym typeface="Arial"/>
            </a:endParaRPr>
          </a:p>
        </p:txBody>
      </p:sp>
      <p:sp>
        <p:nvSpPr>
          <p:cNvPr id="248" name="Google Shape;248;p5"/>
          <p:cNvSpPr/>
          <p:nvPr/>
        </p:nvSpPr>
        <p:spPr>
          <a:xfrm>
            <a:off x="2771800" y="3539602"/>
            <a:ext cx="576064" cy="252000"/>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49" name="Google Shape;249;p5"/>
          <p:cNvSpPr txBox="1"/>
          <p:nvPr/>
        </p:nvSpPr>
        <p:spPr>
          <a:xfrm>
            <a:off x="2860700" y="351702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250" name="Google Shape;250;p5"/>
          <p:cNvSpPr/>
          <p:nvPr/>
        </p:nvSpPr>
        <p:spPr>
          <a:xfrm>
            <a:off x="1245444" y="4376999"/>
            <a:ext cx="2835200" cy="193232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51" name="Google Shape;251;p5"/>
          <p:cNvSpPr txBox="1"/>
          <p:nvPr/>
        </p:nvSpPr>
        <p:spPr>
          <a:xfrm>
            <a:off x="6245076" y="186208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252" name="Google Shape;252;p5"/>
          <p:cNvSpPr txBox="1"/>
          <p:nvPr/>
        </p:nvSpPr>
        <p:spPr>
          <a:xfrm>
            <a:off x="6245076" y="215012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253" name="Google Shape;253;p5"/>
          <p:cNvSpPr txBox="1"/>
          <p:nvPr/>
        </p:nvSpPr>
        <p:spPr>
          <a:xfrm>
            <a:off x="6245076" y="2433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254" name="Google Shape;254;p5"/>
          <p:cNvSpPr txBox="1"/>
          <p:nvPr/>
        </p:nvSpPr>
        <p:spPr>
          <a:xfrm>
            <a:off x="6245076" y="272618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sp>
        <p:nvSpPr>
          <p:cNvPr id="255" name="Google Shape;255;p5"/>
          <p:cNvSpPr txBox="1"/>
          <p:nvPr/>
        </p:nvSpPr>
        <p:spPr>
          <a:xfrm>
            <a:off x="6245076" y="301421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256" name="Google Shape;256;p5"/>
          <p:cNvSpPr txBox="1"/>
          <p:nvPr/>
        </p:nvSpPr>
        <p:spPr>
          <a:xfrm>
            <a:off x="6245076" y="3298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257" name="Google Shape;257;p5"/>
          <p:cNvSpPr txBox="1"/>
          <p:nvPr/>
        </p:nvSpPr>
        <p:spPr>
          <a:xfrm>
            <a:off x="6245076" y="358608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258" name="Google Shape;258;p5"/>
          <p:cNvSpPr txBox="1"/>
          <p:nvPr/>
        </p:nvSpPr>
        <p:spPr>
          <a:xfrm>
            <a:off x="6012160" y="1523534"/>
            <a:ext cx="8640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sp>
        <p:nvSpPr>
          <p:cNvPr id="259" name="Google Shape;259;p5"/>
          <p:cNvSpPr txBox="1"/>
          <p:nvPr/>
        </p:nvSpPr>
        <p:spPr>
          <a:xfrm>
            <a:off x="1259632" y="4970115"/>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temp2 </a:t>
            </a:r>
            <a:r>
              <a:rPr lang="es-ES" sz="1400">
                <a:solidFill>
                  <a:srgbClr val="FF0000"/>
                </a:solidFill>
                <a:latin typeface="Arial"/>
                <a:ea typeface="Arial"/>
                <a:cs typeface="Arial"/>
                <a:sym typeface="Arial"/>
              </a:rPr>
              <a:t>);</a:t>
            </a:r>
            <a:endParaRPr/>
          </a:p>
        </p:txBody>
      </p:sp>
      <p:sp>
        <p:nvSpPr>
          <p:cNvPr id="260" name="Google Shape;260;p5"/>
          <p:cNvSpPr txBox="1"/>
          <p:nvPr/>
        </p:nvSpPr>
        <p:spPr>
          <a:xfrm>
            <a:off x="1259632" y="4725144"/>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temp1 </a:t>
            </a:r>
            <a:r>
              <a:rPr lang="es-ES" sz="1400">
                <a:solidFill>
                  <a:srgbClr val="FF0000"/>
                </a:solidFill>
                <a:latin typeface="Arial"/>
                <a:ea typeface="Arial"/>
                <a:cs typeface="Arial"/>
                <a:sym typeface="Arial"/>
              </a:rPr>
              <a:t>);</a:t>
            </a:r>
            <a:endParaRPr/>
          </a:p>
        </p:txBody>
      </p:sp>
      <p:sp>
        <p:nvSpPr>
          <p:cNvPr id="261" name="Google Shape;261;p5"/>
          <p:cNvSpPr txBox="1"/>
          <p:nvPr/>
        </p:nvSpPr>
        <p:spPr>
          <a:xfrm>
            <a:off x="1259632" y="4483720"/>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temp0 </a:t>
            </a:r>
            <a:r>
              <a:rPr lang="es-ES" sz="1400">
                <a:solidFill>
                  <a:srgbClr val="FF0000"/>
                </a:solidFill>
                <a:latin typeface="Arial"/>
                <a:ea typeface="Arial"/>
                <a:cs typeface="Arial"/>
                <a:sym typeface="Arial"/>
              </a:rPr>
              <a:t>);</a:t>
            </a:r>
            <a:endParaRPr/>
          </a:p>
        </p:txBody>
      </p:sp>
      <p:sp>
        <p:nvSpPr>
          <p:cNvPr id="262" name="Google Shape;262;p5"/>
          <p:cNvSpPr txBox="1"/>
          <p:nvPr/>
        </p:nvSpPr>
        <p:spPr>
          <a:xfrm>
            <a:off x="1259632" y="5209455"/>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temp3 </a:t>
            </a:r>
            <a:r>
              <a:rPr lang="es-ES" sz="1400">
                <a:solidFill>
                  <a:srgbClr val="FF0000"/>
                </a:solidFill>
                <a:latin typeface="Arial"/>
                <a:ea typeface="Arial"/>
                <a:cs typeface="Arial"/>
                <a:sym typeface="Arial"/>
              </a:rPr>
              <a:t>);</a:t>
            </a:r>
            <a:endParaRPr/>
          </a:p>
        </p:txBody>
      </p:sp>
      <p:sp>
        <p:nvSpPr>
          <p:cNvPr id="263" name="Google Shape;263;p5"/>
          <p:cNvSpPr txBox="1"/>
          <p:nvPr/>
        </p:nvSpPr>
        <p:spPr>
          <a:xfrm>
            <a:off x="1259632" y="5425479"/>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temp4 </a:t>
            </a:r>
            <a:r>
              <a:rPr lang="es-ES" sz="1400">
                <a:solidFill>
                  <a:srgbClr val="FF0000"/>
                </a:solidFill>
                <a:latin typeface="Arial"/>
                <a:ea typeface="Arial"/>
                <a:cs typeface="Arial"/>
                <a:sym typeface="Arial"/>
              </a:rPr>
              <a:t>);</a:t>
            </a:r>
            <a:endParaRPr/>
          </a:p>
        </p:txBody>
      </p:sp>
      <p:sp>
        <p:nvSpPr>
          <p:cNvPr id="264" name="Google Shape;264;p5"/>
          <p:cNvSpPr txBox="1"/>
          <p:nvPr/>
        </p:nvSpPr>
        <p:spPr>
          <a:xfrm>
            <a:off x="1259632" y="5641503"/>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temp5 </a:t>
            </a:r>
            <a:r>
              <a:rPr lang="es-ES" sz="1400">
                <a:solidFill>
                  <a:srgbClr val="FF0000"/>
                </a:solidFill>
                <a:latin typeface="Arial"/>
                <a:ea typeface="Arial"/>
                <a:cs typeface="Arial"/>
                <a:sym typeface="Arial"/>
              </a:rPr>
              <a:t>);</a:t>
            </a:r>
            <a:endParaRPr/>
          </a:p>
        </p:txBody>
      </p:sp>
      <p:sp>
        <p:nvSpPr>
          <p:cNvPr id="265" name="Google Shape;265;p5"/>
          <p:cNvSpPr txBox="1"/>
          <p:nvPr/>
        </p:nvSpPr>
        <p:spPr>
          <a:xfrm>
            <a:off x="1259632" y="5857527"/>
            <a:ext cx="277409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temp6 </a:t>
            </a:r>
            <a:r>
              <a:rPr lang="es-ES" sz="1400">
                <a:solidFill>
                  <a:srgbClr val="FF0000"/>
                </a:solidFill>
                <a:latin typeface="Arial"/>
                <a:ea typeface="Arial"/>
                <a:cs typeface="Arial"/>
                <a:sym typeface="Arial"/>
              </a:rPr>
              <a:t>);</a:t>
            </a:r>
            <a:endParaRPr/>
          </a:p>
        </p:txBody>
      </p:sp>
      <p:sp>
        <p:nvSpPr>
          <p:cNvPr id="266" name="Google Shape;266;p5"/>
          <p:cNvSpPr txBox="1"/>
          <p:nvPr/>
        </p:nvSpPr>
        <p:spPr>
          <a:xfrm>
            <a:off x="5868144" y="3009771"/>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4</a:t>
            </a:r>
            <a:endParaRPr sz="1600" b="1">
              <a:solidFill>
                <a:srgbClr val="FF0000"/>
              </a:solidFill>
              <a:latin typeface="Arial"/>
              <a:ea typeface="Arial"/>
              <a:cs typeface="Arial"/>
              <a:sym typeface="Arial"/>
            </a:endParaRPr>
          </a:p>
        </p:txBody>
      </p:sp>
      <p:sp>
        <p:nvSpPr>
          <p:cNvPr id="267" name="Google Shape;267;p5"/>
          <p:cNvSpPr txBox="1"/>
          <p:nvPr/>
        </p:nvSpPr>
        <p:spPr>
          <a:xfrm>
            <a:off x="5868144" y="1869095"/>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0</a:t>
            </a:r>
            <a:endParaRPr sz="1600" b="1">
              <a:solidFill>
                <a:srgbClr val="FF0000"/>
              </a:solidFill>
              <a:latin typeface="Arial"/>
              <a:ea typeface="Arial"/>
              <a:cs typeface="Arial"/>
              <a:sym typeface="Arial"/>
            </a:endParaRPr>
          </a:p>
        </p:txBody>
      </p:sp>
      <p:sp>
        <p:nvSpPr>
          <p:cNvPr id="268" name="Google Shape;268;p5"/>
          <p:cNvSpPr txBox="1"/>
          <p:nvPr/>
        </p:nvSpPr>
        <p:spPr>
          <a:xfrm>
            <a:off x="5868144" y="3580110"/>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6</a:t>
            </a:r>
            <a:endParaRPr sz="1600" b="1">
              <a:solidFill>
                <a:srgbClr val="FF0000"/>
              </a:solidFill>
              <a:latin typeface="Arial"/>
              <a:ea typeface="Arial"/>
              <a:cs typeface="Arial"/>
              <a:sym typeface="Arial"/>
            </a:endParaRPr>
          </a:p>
        </p:txBody>
      </p:sp>
      <p:sp>
        <p:nvSpPr>
          <p:cNvPr id="269" name="Google Shape;269;p5"/>
          <p:cNvSpPr txBox="1"/>
          <p:nvPr/>
        </p:nvSpPr>
        <p:spPr>
          <a:xfrm>
            <a:off x="5868144" y="2154264"/>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1</a:t>
            </a:r>
            <a:endParaRPr sz="1600" b="1">
              <a:solidFill>
                <a:srgbClr val="FF0000"/>
              </a:solidFill>
              <a:latin typeface="Arial"/>
              <a:ea typeface="Arial"/>
              <a:cs typeface="Arial"/>
              <a:sym typeface="Arial"/>
            </a:endParaRPr>
          </a:p>
        </p:txBody>
      </p:sp>
      <p:sp>
        <p:nvSpPr>
          <p:cNvPr id="270" name="Google Shape;270;p5"/>
          <p:cNvSpPr txBox="1"/>
          <p:nvPr/>
        </p:nvSpPr>
        <p:spPr>
          <a:xfrm>
            <a:off x="5868144" y="2724602"/>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3</a:t>
            </a:r>
            <a:endParaRPr sz="1600" b="1">
              <a:solidFill>
                <a:srgbClr val="FF0000"/>
              </a:solidFill>
              <a:latin typeface="Arial"/>
              <a:ea typeface="Arial"/>
              <a:cs typeface="Arial"/>
              <a:sym typeface="Arial"/>
            </a:endParaRPr>
          </a:p>
        </p:txBody>
      </p:sp>
      <p:sp>
        <p:nvSpPr>
          <p:cNvPr id="271" name="Google Shape;271;p5"/>
          <p:cNvSpPr txBox="1"/>
          <p:nvPr/>
        </p:nvSpPr>
        <p:spPr>
          <a:xfrm>
            <a:off x="5868144" y="3294940"/>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5</a:t>
            </a:r>
            <a:endParaRPr sz="1600" b="1">
              <a:solidFill>
                <a:srgbClr val="FF0000"/>
              </a:solidFill>
              <a:latin typeface="Arial"/>
              <a:ea typeface="Arial"/>
              <a:cs typeface="Arial"/>
              <a:sym typeface="Arial"/>
            </a:endParaRPr>
          </a:p>
        </p:txBody>
      </p:sp>
      <p:sp>
        <p:nvSpPr>
          <p:cNvPr id="272" name="Google Shape;272;p5"/>
          <p:cNvSpPr txBox="1"/>
          <p:nvPr/>
        </p:nvSpPr>
        <p:spPr>
          <a:xfrm>
            <a:off x="5868144" y="2439433"/>
            <a:ext cx="2880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Arial"/>
                <a:ea typeface="Arial"/>
                <a:cs typeface="Arial"/>
                <a:sym typeface="Arial"/>
              </a:rPr>
              <a:t>2</a:t>
            </a:r>
            <a:endParaRPr sz="1600" b="1">
              <a:solidFill>
                <a:srgbClr val="FF0000"/>
              </a:solidFill>
              <a:latin typeface="Arial"/>
              <a:ea typeface="Arial"/>
              <a:cs typeface="Arial"/>
              <a:sym typeface="Arial"/>
            </a:endParaRPr>
          </a:p>
        </p:txBody>
      </p:sp>
      <p:sp>
        <p:nvSpPr>
          <p:cNvPr id="273" name="Google Shape;273;p5"/>
          <p:cNvSpPr/>
          <p:nvPr/>
        </p:nvSpPr>
        <p:spPr>
          <a:xfrm>
            <a:off x="4756024" y="4970115"/>
            <a:ext cx="3344367" cy="60925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74" name="Google Shape;274;p5"/>
          <p:cNvSpPr txBox="1"/>
          <p:nvPr/>
        </p:nvSpPr>
        <p:spPr>
          <a:xfrm>
            <a:off x="4955177" y="4994012"/>
            <a:ext cx="307320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Arial"/>
                <a:ea typeface="Arial"/>
                <a:cs typeface="Arial"/>
                <a:sym typeface="Arial"/>
              </a:rPr>
              <a:t>for(int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0;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&lt; 7;</a:t>
            </a:r>
            <a:r>
              <a:rPr lang="es-ES" sz="1400" b="1">
                <a:solidFill>
                  <a:srgbClr val="E8890A"/>
                </a:solidFill>
                <a:latin typeface="Arial"/>
                <a:ea typeface="Arial"/>
                <a:cs typeface="Arial"/>
                <a:sym typeface="Arial"/>
              </a:rPr>
              <a:t> i</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rgbClr val="FF0000"/>
                </a:solidFill>
                <a:latin typeface="Arial"/>
                <a:ea typeface="Arial"/>
                <a:cs typeface="Arial"/>
                <a:sym typeface="Arial"/>
              </a:rPr>
              <a:t>       </a:t>
            </a: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a:solidFill>
                  <a:schemeClr val="accent1"/>
                </a:solidFill>
                <a:latin typeface="Arial"/>
                <a:ea typeface="Arial"/>
                <a:cs typeface="Arial"/>
                <a:sym typeface="Arial"/>
              </a:rPr>
              <a:t>temp[</a:t>
            </a:r>
            <a:r>
              <a:rPr lang="es-ES" sz="1400" b="1">
                <a:solidFill>
                  <a:srgbClr val="E8890A"/>
                </a:solidFill>
                <a:latin typeface="Arial"/>
                <a:ea typeface="Arial"/>
                <a:cs typeface="Arial"/>
                <a:sym typeface="Arial"/>
              </a:rPr>
              <a:t>i</a:t>
            </a:r>
            <a:r>
              <a:rPr lang="es-ES" sz="1400">
                <a:solidFill>
                  <a:schemeClr val="accent1"/>
                </a:solidFill>
                <a:latin typeface="Arial"/>
                <a:ea typeface="Arial"/>
                <a:cs typeface="Arial"/>
                <a:sym typeface="Arial"/>
              </a:rPr>
              <a:t>] </a:t>
            </a:r>
            <a:r>
              <a:rPr lang="es-ES" sz="1400">
                <a:solidFill>
                  <a:srgbClr val="FF0000"/>
                </a:solidFill>
                <a:latin typeface="Arial"/>
                <a:ea typeface="Arial"/>
                <a:cs typeface="Arial"/>
                <a:sym typeface="Arial"/>
              </a:rPr>
              <a:t>);</a:t>
            </a:r>
            <a:endParaRPr/>
          </a:p>
        </p:txBody>
      </p:sp>
      <p:grpSp>
        <p:nvGrpSpPr>
          <p:cNvPr id="275" name="Google Shape;275;p5"/>
          <p:cNvGrpSpPr/>
          <p:nvPr/>
        </p:nvGrpSpPr>
        <p:grpSpPr>
          <a:xfrm>
            <a:off x="5292080" y="4397042"/>
            <a:ext cx="2088232" cy="626006"/>
            <a:chOff x="5292080" y="4397042"/>
            <a:chExt cx="2088232" cy="626006"/>
          </a:xfrm>
        </p:grpSpPr>
        <p:cxnSp>
          <p:nvCxnSpPr>
            <p:cNvPr id="276" name="Google Shape;276;p5"/>
            <p:cNvCxnSpPr/>
            <p:nvPr/>
          </p:nvCxnSpPr>
          <p:spPr>
            <a:xfrm>
              <a:off x="6268211" y="4735016"/>
              <a:ext cx="0" cy="288032"/>
            </a:xfrm>
            <a:prstGeom prst="straightConnector1">
              <a:avLst/>
            </a:prstGeom>
            <a:noFill/>
            <a:ln w="38100" cap="flat" cmpd="sng">
              <a:solidFill>
                <a:schemeClr val="accent1"/>
              </a:solidFill>
              <a:prstDash val="solid"/>
              <a:round/>
              <a:headEnd type="none" w="sm" len="sm"/>
              <a:tailEnd type="stealth" w="med" len="med"/>
            </a:ln>
            <a:effectLst>
              <a:outerShdw blurRad="40000" dist="23000" dir="5400000" rotWithShape="0">
                <a:srgbClr val="000000">
                  <a:alpha val="34901"/>
                </a:srgbClr>
              </a:outerShdw>
            </a:effectLst>
          </p:spPr>
        </p:cxnSp>
        <p:sp>
          <p:nvSpPr>
            <p:cNvPr id="277" name="Google Shape;277;p5"/>
            <p:cNvSpPr txBox="1"/>
            <p:nvPr/>
          </p:nvSpPr>
          <p:spPr>
            <a:xfrm>
              <a:off x="5292080" y="4397042"/>
              <a:ext cx="208823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1">
                  <a:solidFill>
                    <a:schemeClr val="dk1"/>
                  </a:solidFill>
                  <a:latin typeface="Arial"/>
                  <a:ea typeface="Arial"/>
                  <a:cs typeface="Arial"/>
                  <a:sym typeface="Arial"/>
                </a:rPr>
                <a:t>temp.</a:t>
              </a:r>
              <a:r>
                <a:rPr lang="es-ES" sz="2000" b="1">
                  <a:solidFill>
                    <a:srgbClr val="00B050"/>
                  </a:solidFill>
                  <a:latin typeface="Arial"/>
                  <a:ea typeface="Arial"/>
                  <a:cs typeface="Arial"/>
                  <a:sym typeface="Arial"/>
                </a:rPr>
                <a:t>length</a:t>
              </a:r>
              <a:endParaRPr sz="2000" b="1">
                <a:solidFill>
                  <a:srgbClr val="00B05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50"/>
                                        </p:tgtEl>
                                        <p:attrNameLst>
                                          <p:attrName>style.visibility</p:attrName>
                                        </p:attrNameLst>
                                      </p:cBhvr>
                                      <p:to>
                                        <p:strVal val="visible"/>
                                      </p:to>
                                    </p:set>
                                    <p:animEffect transition="in" filter="fade">
                                      <p:cBhvr>
                                        <p:cTn id="51" dur="500"/>
                                        <p:tgtEl>
                                          <p:spTgt spid="250"/>
                                        </p:tgtEl>
                                      </p:cBhvr>
                                    </p:animEffect>
                                  </p:childTnLst>
                                </p:cTn>
                              </p:par>
                            </p:childTnLst>
                          </p:cTn>
                        </p:par>
                      </p:childTnLst>
                    </p:cTn>
                  </p:par>
                  <p:par>
                    <p:cTn id="52" fill="hold">
                      <p:stCondLst>
                        <p:cond delay="indefinite"/>
                      </p:stCondLst>
                      <p:childTnLst>
                        <p:par>
                          <p:cTn id="53" fill="hold">
                            <p:stCondLst>
                              <p:cond delay="0"/>
                            </p:stCondLst>
                            <p:childTnLst>
                              <p:par>
                                <p:cTn id="54" presetID="23" presetClass="entr" presetSubtype="16" fill="hold" nodeType="clickEffect">
                                  <p:stCondLst>
                                    <p:cond delay="0"/>
                                  </p:stCondLst>
                                  <p:childTnLst>
                                    <p:set>
                                      <p:cBhvr>
                                        <p:cTn id="55" dur="1" fill="hold">
                                          <p:stCondLst>
                                            <p:cond delay="0"/>
                                          </p:stCondLst>
                                        </p:cTn>
                                        <p:tgtEl>
                                          <p:spTgt spid="261"/>
                                        </p:tgtEl>
                                        <p:attrNameLst>
                                          <p:attrName>style.visibility</p:attrName>
                                        </p:attrNameLst>
                                      </p:cBhvr>
                                      <p:to>
                                        <p:strVal val="visible"/>
                                      </p:to>
                                    </p:set>
                                    <p:anim calcmode="lin" valueType="num">
                                      <p:cBhvr additive="base">
                                        <p:cTn id="56" dur="500"/>
                                        <p:tgtEl>
                                          <p:spTgt spid="261"/>
                                        </p:tgtEl>
                                        <p:attrNameLst>
                                          <p:attrName>ppt_w</p:attrName>
                                        </p:attrNameLst>
                                      </p:cBhvr>
                                      <p:tavLst>
                                        <p:tav tm="0">
                                          <p:val>
                                            <p:strVal val="0"/>
                                          </p:val>
                                        </p:tav>
                                        <p:tav tm="100000">
                                          <p:val>
                                            <p:strVal val="#ppt_w"/>
                                          </p:val>
                                        </p:tav>
                                      </p:tavLst>
                                    </p:anim>
                                    <p:anim calcmode="lin" valueType="num">
                                      <p:cBhvr additive="base">
                                        <p:cTn id="57" dur="500"/>
                                        <p:tgtEl>
                                          <p:spTgt spid="261"/>
                                        </p:tgtEl>
                                        <p:attrNameLst>
                                          <p:attrName>ppt_h</p:attrName>
                                        </p:attrNameLst>
                                      </p:cBhvr>
                                      <p:tavLst>
                                        <p:tav tm="0">
                                          <p:val>
                                            <p:str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260"/>
                                        </p:tgtEl>
                                        <p:attrNameLst>
                                          <p:attrName>style.visibility</p:attrName>
                                        </p:attrNameLst>
                                      </p:cBhvr>
                                      <p:to>
                                        <p:strVal val="visible"/>
                                      </p:to>
                                    </p:set>
                                    <p:anim calcmode="lin" valueType="num">
                                      <p:cBhvr additive="base">
                                        <p:cTn id="62" dur="500"/>
                                        <p:tgtEl>
                                          <p:spTgt spid="260"/>
                                        </p:tgtEl>
                                        <p:attrNameLst>
                                          <p:attrName>ppt_w</p:attrName>
                                        </p:attrNameLst>
                                      </p:cBhvr>
                                      <p:tavLst>
                                        <p:tav tm="0">
                                          <p:val>
                                            <p:strVal val="0"/>
                                          </p:val>
                                        </p:tav>
                                        <p:tav tm="100000">
                                          <p:val>
                                            <p:strVal val="#ppt_w"/>
                                          </p:val>
                                        </p:tav>
                                      </p:tavLst>
                                    </p:anim>
                                    <p:anim calcmode="lin" valueType="num">
                                      <p:cBhvr additive="base">
                                        <p:cTn id="63" dur="500"/>
                                        <p:tgtEl>
                                          <p:spTgt spid="260"/>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259"/>
                                        </p:tgtEl>
                                        <p:attrNameLst>
                                          <p:attrName>style.visibility</p:attrName>
                                        </p:attrNameLst>
                                      </p:cBhvr>
                                      <p:to>
                                        <p:strVal val="visible"/>
                                      </p:to>
                                    </p:set>
                                    <p:anim calcmode="lin" valueType="num">
                                      <p:cBhvr additive="base">
                                        <p:cTn id="68" dur="500"/>
                                        <p:tgtEl>
                                          <p:spTgt spid="259"/>
                                        </p:tgtEl>
                                        <p:attrNameLst>
                                          <p:attrName>ppt_w</p:attrName>
                                        </p:attrNameLst>
                                      </p:cBhvr>
                                      <p:tavLst>
                                        <p:tav tm="0">
                                          <p:val>
                                            <p:strVal val="0"/>
                                          </p:val>
                                        </p:tav>
                                        <p:tav tm="100000">
                                          <p:val>
                                            <p:strVal val="#ppt_w"/>
                                          </p:val>
                                        </p:tav>
                                      </p:tavLst>
                                    </p:anim>
                                    <p:anim calcmode="lin" valueType="num">
                                      <p:cBhvr additive="base">
                                        <p:cTn id="69" dur="500"/>
                                        <p:tgtEl>
                                          <p:spTgt spid="259"/>
                                        </p:tgtEl>
                                        <p:attrNameLst>
                                          <p:attrName>ppt_h</p:attrName>
                                        </p:attrNameLst>
                                      </p:cBhvr>
                                      <p:tavLst>
                                        <p:tav tm="0">
                                          <p:val>
                                            <p:str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nodeType="clickEffect">
                                  <p:stCondLst>
                                    <p:cond delay="0"/>
                                  </p:stCondLst>
                                  <p:childTnLst>
                                    <p:set>
                                      <p:cBhvr>
                                        <p:cTn id="73" dur="1" fill="hold">
                                          <p:stCondLst>
                                            <p:cond delay="0"/>
                                          </p:stCondLst>
                                        </p:cTn>
                                        <p:tgtEl>
                                          <p:spTgt spid="262"/>
                                        </p:tgtEl>
                                        <p:attrNameLst>
                                          <p:attrName>style.visibility</p:attrName>
                                        </p:attrNameLst>
                                      </p:cBhvr>
                                      <p:to>
                                        <p:strVal val="visible"/>
                                      </p:to>
                                    </p:set>
                                    <p:anim calcmode="lin" valueType="num">
                                      <p:cBhvr additive="base">
                                        <p:cTn id="74" dur="500"/>
                                        <p:tgtEl>
                                          <p:spTgt spid="262"/>
                                        </p:tgtEl>
                                        <p:attrNameLst>
                                          <p:attrName>ppt_w</p:attrName>
                                        </p:attrNameLst>
                                      </p:cBhvr>
                                      <p:tavLst>
                                        <p:tav tm="0">
                                          <p:val>
                                            <p:strVal val="0"/>
                                          </p:val>
                                        </p:tav>
                                        <p:tav tm="100000">
                                          <p:val>
                                            <p:strVal val="#ppt_w"/>
                                          </p:val>
                                        </p:tav>
                                      </p:tavLst>
                                    </p:anim>
                                    <p:anim calcmode="lin" valueType="num">
                                      <p:cBhvr additive="base">
                                        <p:cTn id="75" dur="500"/>
                                        <p:tgtEl>
                                          <p:spTgt spid="262"/>
                                        </p:tgtEl>
                                        <p:attrNameLst>
                                          <p:attrName>ppt_h</p:attrName>
                                        </p:attrNameLst>
                                      </p:cBhvr>
                                      <p:tavLst>
                                        <p:tav tm="0">
                                          <p:val>
                                            <p:str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23" presetClass="entr" presetSubtype="16" fill="hold" nodeType="clickEffect">
                                  <p:stCondLst>
                                    <p:cond delay="0"/>
                                  </p:stCondLst>
                                  <p:childTnLst>
                                    <p:set>
                                      <p:cBhvr>
                                        <p:cTn id="79" dur="1" fill="hold">
                                          <p:stCondLst>
                                            <p:cond delay="0"/>
                                          </p:stCondLst>
                                        </p:cTn>
                                        <p:tgtEl>
                                          <p:spTgt spid="263"/>
                                        </p:tgtEl>
                                        <p:attrNameLst>
                                          <p:attrName>style.visibility</p:attrName>
                                        </p:attrNameLst>
                                      </p:cBhvr>
                                      <p:to>
                                        <p:strVal val="visible"/>
                                      </p:to>
                                    </p:set>
                                    <p:anim calcmode="lin" valueType="num">
                                      <p:cBhvr additive="base">
                                        <p:cTn id="80" dur="500"/>
                                        <p:tgtEl>
                                          <p:spTgt spid="263"/>
                                        </p:tgtEl>
                                        <p:attrNameLst>
                                          <p:attrName>ppt_w</p:attrName>
                                        </p:attrNameLst>
                                      </p:cBhvr>
                                      <p:tavLst>
                                        <p:tav tm="0">
                                          <p:val>
                                            <p:strVal val="0"/>
                                          </p:val>
                                        </p:tav>
                                        <p:tav tm="100000">
                                          <p:val>
                                            <p:strVal val="#ppt_w"/>
                                          </p:val>
                                        </p:tav>
                                      </p:tavLst>
                                    </p:anim>
                                    <p:anim calcmode="lin" valueType="num">
                                      <p:cBhvr additive="base">
                                        <p:cTn id="81" dur="500"/>
                                        <p:tgtEl>
                                          <p:spTgt spid="263"/>
                                        </p:tgtEl>
                                        <p:attrNameLst>
                                          <p:attrName>ppt_h</p:attrName>
                                        </p:attrNameLst>
                                      </p:cBhvr>
                                      <p:tavLst>
                                        <p:tav tm="0">
                                          <p:val>
                                            <p:str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3" presetClass="entr" presetSubtype="16" fill="hold" nodeType="clickEffect">
                                  <p:stCondLst>
                                    <p:cond delay="0"/>
                                  </p:stCondLst>
                                  <p:childTnLst>
                                    <p:set>
                                      <p:cBhvr>
                                        <p:cTn id="85" dur="1" fill="hold">
                                          <p:stCondLst>
                                            <p:cond delay="0"/>
                                          </p:stCondLst>
                                        </p:cTn>
                                        <p:tgtEl>
                                          <p:spTgt spid="264"/>
                                        </p:tgtEl>
                                        <p:attrNameLst>
                                          <p:attrName>style.visibility</p:attrName>
                                        </p:attrNameLst>
                                      </p:cBhvr>
                                      <p:to>
                                        <p:strVal val="visible"/>
                                      </p:to>
                                    </p:set>
                                    <p:anim calcmode="lin" valueType="num">
                                      <p:cBhvr additive="base">
                                        <p:cTn id="86" dur="500"/>
                                        <p:tgtEl>
                                          <p:spTgt spid="264"/>
                                        </p:tgtEl>
                                        <p:attrNameLst>
                                          <p:attrName>ppt_w</p:attrName>
                                        </p:attrNameLst>
                                      </p:cBhvr>
                                      <p:tavLst>
                                        <p:tav tm="0">
                                          <p:val>
                                            <p:strVal val="0"/>
                                          </p:val>
                                        </p:tav>
                                        <p:tav tm="100000">
                                          <p:val>
                                            <p:strVal val="#ppt_w"/>
                                          </p:val>
                                        </p:tav>
                                      </p:tavLst>
                                    </p:anim>
                                    <p:anim calcmode="lin" valueType="num">
                                      <p:cBhvr additive="base">
                                        <p:cTn id="87" dur="500"/>
                                        <p:tgtEl>
                                          <p:spTgt spid="264"/>
                                        </p:tgtEl>
                                        <p:attrNameLst>
                                          <p:attrName>ppt_h</p:attrName>
                                        </p:attrNameLst>
                                      </p:cBhvr>
                                      <p:tavLst>
                                        <p:tav tm="0">
                                          <p:val>
                                            <p:str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23" presetClass="entr" presetSubtype="16" fill="hold" nodeType="clickEffect">
                                  <p:stCondLst>
                                    <p:cond delay="0"/>
                                  </p:stCondLst>
                                  <p:childTnLst>
                                    <p:set>
                                      <p:cBhvr>
                                        <p:cTn id="91" dur="1" fill="hold">
                                          <p:stCondLst>
                                            <p:cond delay="0"/>
                                          </p:stCondLst>
                                        </p:cTn>
                                        <p:tgtEl>
                                          <p:spTgt spid="265"/>
                                        </p:tgtEl>
                                        <p:attrNameLst>
                                          <p:attrName>style.visibility</p:attrName>
                                        </p:attrNameLst>
                                      </p:cBhvr>
                                      <p:to>
                                        <p:strVal val="visible"/>
                                      </p:to>
                                    </p:set>
                                    <p:anim calcmode="lin" valueType="num">
                                      <p:cBhvr additive="base">
                                        <p:cTn id="92" dur="500"/>
                                        <p:tgtEl>
                                          <p:spTgt spid="265"/>
                                        </p:tgtEl>
                                        <p:attrNameLst>
                                          <p:attrName>ppt_w</p:attrName>
                                        </p:attrNameLst>
                                      </p:cBhvr>
                                      <p:tavLst>
                                        <p:tav tm="0">
                                          <p:val>
                                            <p:strVal val="0"/>
                                          </p:val>
                                        </p:tav>
                                        <p:tav tm="100000">
                                          <p:val>
                                            <p:strVal val="#ppt_w"/>
                                          </p:val>
                                        </p:tav>
                                      </p:tavLst>
                                    </p:anim>
                                    <p:anim calcmode="lin" valueType="num">
                                      <p:cBhvr additive="base">
                                        <p:cTn id="93" dur="500"/>
                                        <p:tgtEl>
                                          <p:spTgt spid="265"/>
                                        </p:tgtEl>
                                        <p:attrNameLst>
                                          <p:attrName>ppt_h</p:attrName>
                                        </p:attrNameLst>
                                      </p:cBhvr>
                                      <p:tavLst>
                                        <p:tav tm="0">
                                          <p:val>
                                            <p:str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18"/>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51"/>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252"/>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253"/>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254"/>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255"/>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256"/>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257"/>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258"/>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266"/>
                                        </p:tgtEl>
                                        <p:attrNameLst>
                                          <p:attrName>style.visibility</p:attrName>
                                        </p:attrNameLst>
                                      </p:cBhvr>
                                      <p:to>
                                        <p:strVal val="visible"/>
                                      </p:to>
                                    </p:set>
                                  </p:childTnLst>
                                </p:cTn>
                              </p:par>
                              <p:par>
                                <p:cTn id="116" presetID="1" presetClass="entr" presetSubtype="0" fill="hold" nodeType="withEffect">
                                  <p:stCondLst>
                                    <p:cond delay="0"/>
                                  </p:stCondLst>
                                  <p:childTnLst>
                                    <p:set>
                                      <p:cBhvr>
                                        <p:cTn id="117" dur="1" fill="hold">
                                          <p:stCondLst>
                                            <p:cond delay="0"/>
                                          </p:stCondLst>
                                        </p:cTn>
                                        <p:tgtEl>
                                          <p:spTgt spid="267"/>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268"/>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269"/>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270"/>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271"/>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272"/>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273"/>
                                        </p:tgtEl>
                                        <p:attrNameLst>
                                          <p:attrName>style.visibility</p:attrName>
                                        </p:attrNameLst>
                                      </p:cBhvr>
                                      <p:to>
                                        <p:strVal val="visible"/>
                                      </p:to>
                                    </p:set>
                                    <p:animEffect transition="in" filter="fade">
                                      <p:cBhvr>
                                        <p:cTn id="132" dur="500"/>
                                        <p:tgtEl>
                                          <p:spTgt spid="273"/>
                                        </p:tgtEl>
                                      </p:cBhvr>
                                    </p:animEffect>
                                  </p:childTnLst>
                                </p:cTn>
                              </p:par>
                            </p:childTnLst>
                          </p:cTn>
                        </p:par>
                      </p:childTnLst>
                    </p:cTn>
                  </p:par>
                  <p:par>
                    <p:cTn id="133" fill="hold">
                      <p:stCondLst>
                        <p:cond delay="indefinite"/>
                      </p:stCondLst>
                      <p:childTnLst>
                        <p:par>
                          <p:cTn id="134" fill="hold">
                            <p:stCondLst>
                              <p:cond delay="0"/>
                            </p:stCondLst>
                            <p:childTnLst>
                              <p:par>
                                <p:cTn id="135" presetID="23" presetClass="entr" presetSubtype="16" fill="hold" nodeType="clickEffect">
                                  <p:stCondLst>
                                    <p:cond delay="0"/>
                                  </p:stCondLst>
                                  <p:childTnLst>
                                    <p:set>
                                      <p:cBhvr>
                                        <p:cTn id="136" dur="1" fill="hold">
                                          <p:stCondLst>
                                            <p:cond delay="0"/>
                                          </p:stCondLst>
                                        </p:cTn>
                                        <p:tgtEl>
                                          <p:spTgt spid="274">
                                            <p:txEl>
                                              <p:pRg st="0" end="0"/>
                                            </p:txEl>
                                          </p:spTgt>
                                        </p:tgtEl>
                                        <p:attrNameLst>
                                          <p:attrName>style.visibility</p:attrName>
                                        </p:attrNameLst>
                                      </p:cBhvr>
                                      <p:to>
                                        <p:strVal val="visible"/>
                                      </p:to>
                                    </p:set>
                                    <p:anim calcmode="lin" valueType="num">
                                      <p:cBhvr additive="base">
                                        <p:cTn id="137" dur="500"/>
                                        <p:tgtEl>
                                          <p:spTgt spid="274">
                                            <p:txEl>
                                              <p:pRg st="0" end="0"/>
                                            </p:txEl>
                                          </p:spTgt>
                                        </p:tgtEl>
                                        <p:attrNameLst>
                                          <p:attrName>ppt_w</p:attrName>
                                        </p:attrNameLst>
                                      </p:cBhvr>
                                      <p:tavLst>
                                        <p:tav tm="0">
                                          <p:val>
                                            <p:strVal val="0"/>
                                          </p:val>
                                        </p:tav>
                                        <p:tav tm="100000">
                                          <p:val>
                                            <p:strVal val="#ppt_w"/>
                                          </p:val>
                                        </p:tav>
                                      </p:tavLst>
                                    </p:anim>
                                    <p:anim calcmode="lin" valueType="num">
                                      <p:cBhvr additive="base">
                                        <p:cTn id="138" dur="500"/>
                                        <p:tgtEl>
                                          <p:spTgt spid="274">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nodeType="clickEffect">
                                  <p:stCondLst>
                                    <p:cond delay="0"/>
                                  </p:stCondLst>
                                  <p:childTnLst>
                                    <p:set>
                                      <p:cBhvr>
                                        <p:cTn id="142" dur="1" fill="hold">
                                          <p:stCondLst>
                                            <p:cond delay="0"/>
                                          </p:stCondLst>
                                        </p:cTn>
                                        <p:tgtEl>
                                          <p:spTgt spid="274">
                                            <p:txEl>
                                              <p:pRg st="1" end="1"/>
                                            </p:txEl>
                                          </p:spTgt>
                                        </p:tgtEl>
                                        <p:attrNameLst>
                                          <p:attrName>style.visibility</p:attrName>
                                        </p:attrNameLst>
                                      </p:cBhvr>
                                      <p:to>
                                        <p:strVal val="visible"/>
                                      </p:to>
                                    </p:set>
                                    <p:anim calcmode="lin" valueType="num">
                                      <p:cBhvr additive="base">
                                        <p:cTn id="143" dur="500"/>
                                        <p:tgtEl>
                                          <p:spTgt spid="274">
                                            <p:txEl>
                                              <p:pRg st="1" end="1"/>
                                            </p:txEl>
                                          </p:spTgt>
                                        </p:tgtEl>
                                        <p:attrNameLst>
                                          <p:attrName>ppt_w</p:attrName>
                                        </p:attrNameLst>
                                      </p:cBhvr>
                                      <p:tavLst>
                                        <p:tav tm="0">
                                          <p:val>
                                            <p:strVal val="0"/>
                                          </p:val>
                                        </p:tav>
                                        <p:tav tm="100000">
                                          <p:val>
                                            <p:strVal val="#ppt_w"/>
                                          </p:val>
                                        </p:tav>
                                      </p:tavLst>
                                    </p:anim>
                                    <p:anim calcmode="lin" valueType="num">
                                      <p:cBhvr additive="base">
                                        <p:cTn id="144" dur="500"/>
                                        <p:tgtEl>
                                          <p:spTgt spid="274">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nodeType="clickEffect">
                                  <p:stCondLst>
                                    <p:cond delay="0"/>
                                  </p:stCondLst>
                                  <p:childTnLst>
                                    <p:set>
                                      <p:cBhvr>
                                        <p:cTn id="148" dur="1" fill="hold">
                                          <p:stCondLst>
                                            <p:cond delay="0"/>
                                          </p:stCondLst>
                                        </p:cTn>
                                        <p:tgtEl>
                                          <p:spTgt spid="275"/>
                                        </p:tgtEl>
                                        <p:attrNameLst>
                                          <p:attrName>style.visibility</p:attrName>
                                        </p:attrNameLst>
                                      </p:cBhvr>
                                      <p:to>
                                        <p:strVal val="visible"/>
                                      </p:to>
                                    </p:set>
                                    <p:animEffect transition="in" filter="fade">
                                      <p:cBhvr>
                                        <p:cTn id="149"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pSp>
        <p:nvGrpSpPr>
          <p:cNvPr id="283" name="Google Shape;283;p6"/>
          <p:cNvGrpSpPr/>
          <p:nvPr/>
        </p:nvGrpSpPr>
        <p:grpSpPr>
          <a:xfrm>
            <a:off x="608965" y="1479881"/>
            <a:ext cx="1928197" cy="3757501"/>
            <a:chOff x="608965" y="1479881"/>
            <a:chExt cx="1928197" cy="3757501"/>
          </a:xfrm>
        </p:grpSpPr>
        <p:sp>
          <p:nvSpPr>
            <p:cNvPr id="284" name="Google Shape;284;p6"/>
            <p:cNvSpPr/>
            <p:nvPr/>
          </p:nvSpPr>
          <p:spPr>
            <a:xfrm>
              <a:off x="608965" y="2181935"/>
              <a:ext cx="1874803" cy="3055447"/>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608966" y="1479881"/>
              <a:ext cx="1928196"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595959"/>
                  </a:solidFill>
                  <a:latin typeface="Arial"/>
                  <a:ea typeface="Arial"/>
                  <a:cs typeface="Arial"/>
                  <a:sym typeface="Arial"/>
                </a:rPr>
                <a:t>CLASE</a:t>
              </a:r>
              <a:endParaRPr sz="1900" b="1">
                <a:solidFill>
                  <a:srgbClr val="0A0AFE"/>
                </a:solidFill>
                <a:latin typeface="Arial"/>
                <a:ea typeface="Arial"/>
                <a:cs typeface="Arial"/>
                <a:sym typeface="Arial"/>
              </a:endParaRPr>
            </a:p>
            <a:p>
              <a:pPr marL="0" marR="0" lvl="0" indent="0" algn="ctr" rtl="0">
                <a:spcBef>
                  <a:spcPts val="0"/>
                </a:spcBef>
                <a:spcAft>
                  <a:spcPts val="0"/>
                </a:spcAft>
                <a:buNone/>
              </a:pPr>
              <a:r>
                <a:rPr lang="es-ES" sz="1900" b="1">
                  <a:solidFill>
                    <a:srgbClr val="0A0AFE"/>
                  </a:solidFill>
                  <a:latin typeface="Arial"/>
                  <a:ea typeface="Arial"/>
                  <a:cs typeface="Arial"/>
                  <a:sym typeface="Arial"/>
                </a:rPr>
                <a:t>Temperatura</a:t>
              </a:r>
              <a:endParaRPr sz="1900" b="1">
                <a:solidFill>
                  <a:schemeClr val="dk1"/>
                </a:solidFill>
                <a:latin typeface="Arial"/>
                <a:ea typeface="Arial"/>
                <a:cs typeface="Arial"/>
                <a:sym typeface="Arial"/>
              </a:endParaRPr>
            </a:p>
          </p:txBody>
        </p:sp>
      </p:grpSp>
      <p:sp>
        <p:nvSpPr>
          <p:cNvPr id="286" name="Google Shape;286;p6"/>
          <p:cNvSpPr/>
          <p:nvPr/>
        </p:nvSpPr>
        <p:spPr>
          <a:xfrm>
            <a:off x="2987824" y="1124744"/>
            <a:ext cx="5184576" cy="496855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87" name="Google Shape;287;p6"/>
          <p:cNvSpPr/>
          <p:nvPr/>
        </p:nvSpPr>
        <p:spPr>
          <a:xfrm>
            <a:off x="5575339" y="2451426"/>
            <a:ext cx="648072" cy="382862"/>
          </a:xfrm>
          <a:prstGeom prst="rect">
            <a:avLst/>
          </a:prstGeom>
          <a:noFill/>
          <a:ln>
            <a:noFill/>
          </a:ln>
        </p:spPr>
        <p:txBody>
          <a:bodyPr spcFirstLastPara="1" wrap="square" lIns="91425" tIns="45700" rIns="91425" bIns="45700" anchor="t" anchorCtr="0">
            <a:spAutoFit/>
          </a:bodyPr>
          <a:lstStyle/>
          <a:p>
            <a:pPr marL="0" marR="0" lvl="0" indent="0" algn="ctr" rtl="0">
              <a:lnSpc>
                <a:spcPct val="118000"/>
              </a:lnSpc>
              <a:spcBef>
                <a:spcPts val="0"/>
              </a:spcBef>
              <a:spcAft>
                <a:spcPts val="0"/>
              </a:spcAft>
              <a:buNone/>
            </a:pPr>
            <a:r>
              <a:rPr lang="es-ES" sz="1600">
                <a:solidFill>
                  <a:srgbClr val="00B050"/>
                </a:solidFill>
                <a:latin typeface="Arial"/>
                <a:ea typeface="Arial"/>
                <a:cs typeface="Arial"/>
                <a:sym typeface="Arial"/>
              </a:rPr>
              <a:t>tam</a:t>
            </a:r>
            <a:endParaRPr sz="1600">
              <a:solidFill>
                <a:schemeClr val="dk1"/>
              </a:solidFill>
              <a:latin typeface="Arial"/>
              <a:ea typeface="Arial"/>
              <a:cs typeface="Arial"/>
              <a:sym typeface="Arial"/>
            </a:endParaRPr>
          </a:p>
        </p:txBody>
      </p:sp>
      <p:sp>
        <p:nvSpPr>
          <p:cNvPr id="288" name="Google Shape;288;p6"/>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de uso de array en clase I</a:t>
            </a:r>
            <a:endParaRPr/>
          </a:p>
        </p:txBody>
      </p:sp>
      <p:grpSp>
        <p:nvGrpSpPr>
          <p:cNvPr id="289" name="Google Shape;289;p6"/>
          <p:cNvGrpSpPr/>
          <p:nvPr/>
        </p:nvGrpSpPr>
        <p:grpSpPr>
          <a:xfrm>
            <a:off x="1141016" y="2433682"/>
            <a:ext cx="864096" cy="2409522"/>
            <a:chOff x="1763688" y="1739558"/>
            <a:chExt cx="864096" cy="2409522"/>
          </a:xfrm>
        </p:grpSpPr>
        <p:grpSp>
          <p:nvGrpSpPr>
            <p:cNvPr id="290" name="Google Shape;290;p6"/>
            <p:cNvGrpSpPr/>
            <p:nvPr/>
          </p:nvGrpSpPr>
          <p:grpSpPr>
            <a:xfrm>
              <a:off x="1861096" y="2029772"/>
              <a:ext cx="672604" cy="2119308"/>
              <a:chOff x="5376788" y="1868492"/>
              <a:chExt cx="672604" cy="2119308"/>
            </a:xfrm>
          </p:grpSpPr>
          <p:sp>
            <p:nvSpPr>
              <p:cNvPr id="291" name="Google Shape;291;p6"/>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2" name="Google Shape;292;p6"/>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3" name="Google Shape;293;p6"/>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4" name="Google Shape;294;p6"/>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5" name="Google Shape;295;p6"/>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6" name="Google Shape;296;p6"/>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7" name="Google Shape;297;p6"/>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298" name="Google Shape;298;p6"/>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299" name="Google Shape;299;p6"/>
            <p:cNvSpPr txBox="1"/>
            <p:nvPr/>
          </p:nvSpPr>
          <p:spPr>
            <a:xfrm>
              <a:off x="1763688" y="1739558"/>
              <a:ext cx="8640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grpSp>
      <p:sp>
        <p:nvSpPr>
          <p:cNvPr id="300" name="Google Shape;300;p6"/>
          <p:cNvSpPr/>
          <p:nvPr/>
        </p:nvSpPr>
        <p:spPr>
          <a:xfrm>
            <a:off x="3183998" y="1196752"/>
            <a:ext cx="2808312" cy="4740785"/>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class Temperatura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a:t>
            </a:r>
            <a:endParaRPr/>
          </a:p>
        </p:txBody>
      </p:sp>
      <p:sp>
        <p:nvSpPr>
          <p:cNvPr id="301" name="Google Shape;301;p6"/>
          <p:cNvSpPr/>
          <p:nvPr/>
        </p:nvSpPr>
        <p:spPr>
          <a:xfrm>
            <a:off x="3635896" y="1641141"/>
            <a:ext cx="1224136"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int[</a:t>
            </a:r>
            <a:r>
              <a:rPr lang="es-ES" sz="400">
                <a:solidFill>
                  <a:schemeClr val="dk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5B5BFF"/>
                </a:solidFill>
                <a:latin typeface="Arial"/>
                <a:ea typeface="Arial"/>
                <a:cs typeface="Arial"/>
                <a:sym typeface="Arial"/>
              </a:rPr>
              <a:t>temp</a:t>
            </a:r>
            <a:endParaRPr sz="1600" b="1">
              <a:solidFill>
                <a:schemeClr val="dk1"/>
              </a:solidFill>
              <a:latin typeface="Arial"/>
              <a:ea typeface="Arial"/>
              <a:cs typeface="Arial"/>
              <a:sym typeface="Arial"/>
            </a:endParaRPr>
          </a:p>
        </p:txBody>
      </p:sp>
      <p:sp>
        <p:nvSpPr>
          <p:cNvPr id="302" name="Google Shape;302;p6"/>
          <p:cNvSpPr/>
          <p:nvPr/>
        </p:nvSpPr>
        <p:spPr>
          <a:xfrm>
            <a:off x="4655388" y="1636982"/>
            <a:ext cx="1716811" cy="368114"/>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new int[</a:t>
            </a:r>
            <a:r>
              <a:rPr lang="es-ES" sz="1600">
                <a:solidFill>
                  <a:srgbClr val="00B050"/>
                </a:solidFill>
                <a:latin typeface="Arial"/>
                <a:ea typeface="Arial"/>
                <a:cs typeface="Arial"/>
                <a:sym typeface="Arial"/>
              </a:rPr>
              <a:t>7</a:t>
            </a:r>
            <a:r>
              <a:rPr lang="es-ES" sz="1600">
                <a:solidFill>
                  <a:schemeClr val="dk1"/>
                </a:solidFill>
                <a:latin typeface="Arial"/>
                <a:ea typeface="Arial"/>
                <a:cs typeface="Arial"/>
                <a:sym typeface="Arial"/>
              </a:rPr>
              <a:t>]</a:t>
            </a:r>
            <a:r>
              <a:rPr lang="es-ES" sz="1600">
                <a:solidFill>
                  <a:srgbClr val="5B5BFF"/>
                </a:solidFill>
                <a:latin typeface="Arial"/>
                <a:ea typeface="Arial"/>
                <a:cs typeface="Arial"/>
                <a:sym typeface="Arial"/>
              </a:rPr>
              <a:t> ;</a:t>
            </a:r>
            <a:endParaRPr sz="1600">
              <a:solidFill>
                <a:schemeClr val="dk1"/>
              </a:solidFill>
              <a:latin typeface="Arial"/>
              <a:ea typeface="Arial"/>
              <a:cs typeface="Arial"/>
              <a:sym typeface="Arial"/>
            </a:endParaRPr>
          </a:p>
        </p:txBody>
      </p:sp>
      <p:sp>
        <p:nvSpPr>
          <p:cNvPr id="303" name="Google Shape;303;p6"/>
          <p:cNvSpPr/>
          <p:nvPr/>
        </p:nvSpPr>
        <p:spPr>
          <a:xfrm>
            <a:off x="3669184" y="2135710"/>
            <a:ext cx="3135064" cy="963918"/>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a:t>
            </a:r>
            <a:r>
              <a:rPr lang="es-ES" sz="1600">
                <a:solidFill>
                  <a:srgbClr val="5B5BFF"/>
                </a:solidFill>
                <a:latin typeface="Arial"/>
                <a:ea typeface="Arial"/>
                <a:cs typeface="Arial"/>
                <a:sym typeface="Arial"/>
              </a:rPr>
              <a:t> </a:t>
            </a:r>
            <a:r>
              <a:rPr lang="es-ES" sz="1600">
                <a:solidFill>
                  <a:srgbClr val="FF0000"/>
                </a:solidFill>
                <a:latin typeface="Arial"/>
                <a:ea typeface="Arial"/>
                <a:cs typeface="Arial"/>
                <a:sym typeface="Arial"/>
              </a:rPr>
              <a:t>Temperatura(               ) {</a:t>
            </a:r>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304" name="Google Shape;304;p6"/>
          <p:cNvSpPr/>
          <p:nvPr/>
        </p:nvSpPr>
        <p:spPr>
          <a:xfrm>
            <a:off x="4139952" y="2448125"/>
            <a:ext cx="2520280" cy="36561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b="1">
                <a:solidFill>
                  <a:srgbClr val="5B5BFF"/>
                </a:solidFill>
                <a:latin typeface="Arial"/>
                <a:ea typeface="Arial"/>
                <a:cs typeface="Arial"/>
                <a:sym typeface="Arial"/>
              </a:rPr>
              <a:t>temp</a:t>
            </a:r>
            <a:r>
              <a:rPr lang="es-ES" sz="1600">
                <a:solidFill>
                  <a:srgbClr val="5B5BFF"/>
                </a:solidFill>
                <a:latin typeface="Arial"/>
                <a:ea typeface="Arial"/>
                <a:cs typeface="Arial"/>
                <a:sym typeface="Arial"/>
              </a:rPr>
              <a:t> </a:t>
            </a:r>
            <a:r>
              <a:rPr lang="es-ES" sz="1600">
                <a:solidFill>
                  <a:schemeClr val="dk1"/>
                </a:solidFill>
                <a:latin typeface="Arial"/>
                <a:ea typeface="Arial"/>
                <a:cs typeface="Arial"/>
                <a:sym typeface="Arial"/>
              </a:rPr>
              <a:t>= new int[</a:t>
            </a:r>
            <a:r>
              <a:rPr lang="es-ES" sz="1600">
                <a:solidFill>
                  <a:srgbClr val="5B5BFF"/>
                </a:solidFill>
                <a:latin typeface="Arial"/>
                <a:ea typeface="Arial"/>
                <a:cs typeface="Arial"/>
                <a:sym typeface="Arial"/>
              </a:rPr>
              <a:t>       </a:t>
            </a:r>
            <a:r>
              <a:rPr lang="es-ES" sz="1600">
                <a:solidFill>
                  <a:srgbClr val="00B050"/>
                </a:solidFill>
                <a:latin typeface="Arial"/>
                <a:ea typeface="Arial"/>
                <a:cs typeface="Arial"/>
                <a:sym typeface="Arial"/>
              </a:rPr>
              <a:t> </a:t>
            </a:r>
            <a:r>
              <a:rPr lang="es-ES" sz="1600">
                <a:solidFill>
                  <a:schemeClr val="dk1"/>
                </a:solidFill>
                <a:latin typeface="Arial"/>
                <a:ea typeface="Arial"/>
                <a:cs typeface="Arial"/>
                <a:sym typeface="Arial"/>
              </a:rPr>
              <a:t>] ;</a:t>
            </a:r>
            <a:endParaRPr/>
          </a:p>
        </p:txBody>
      </p:sp>
      <p:sp>
        <p:nvSpPr>
          <p:cNvPr id="305" name="Google Shape;305;p6"/>
          <p:cNvSpPr/>
          <p:nvPr/>
        </p:nvSpPr>
        <p:spPr>
          <a:xfrm>
            <a:off x="4572000" y="1642740"/>
            <a:ext cx="227490"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rgbClr val="5B5BFF"/>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306" name="Google Shape;306;p6"/>
          <p:cNvSpPr/>
          <p:nvPr/>
        </p:nvSpPr>
        <p:spPr>
          <a:xfrm>
            <a:off x="3667563" y="3143822"/>
            <a:ext cx="2808312" cy="1254446"/>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generar() {</a:t>
            </a:r>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307" name="Google Shape;307;p6"/>
          <p:cNvSpPr/>
          <p:nvPr/>
        </p:nvSpPr>
        <p:spPr>
          <a:xfrm>
            <a:off x="5755359" y="2452047"/>
            <a:ext cx="288032"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rgbClr val="00B050"/>
                </a:solidFill>
                <a:latin typeface="Arial"/>
                <a:ea typeface="Arial"/>
                <a:cs typeface="Arial"/>
                <a:sym typeface="Arial"/>
              </a:rPr>
              <a:t>7</a:t>
            </a:r>
            <a:endParaRPr sz="1600">
              <a:solidFill>
                <a:schemeClr val="dk1"/>
              </a:solidFill>
              <a:latin typeface="Arial"/>
              <a:ea typeface="Arial"/>
              <a:cs typeface="Arial"/>
              <a:sym typeface="Arial"/>
            </a:endParaRPr>
          </a:p>
        </p:txBody>
      </p:sp>
      <p:sp>
        <p:nvSpPr>
          <p:cNvPr id="308" name="Google Shape;308;p6"/>
          <p:cNvSpPr/>
          <p:nvPr/>
        </p:nvSpPr>
        <p:spPr>
          <a:xfrm>
            <a:off x="5539771" y="2136259"/>
            <a:ext cx="936104" cy="382862"/>
          </a:xfrm>
          <a:prstGeom prst="rect">
            <a:avLst/>
          </a:prstGeom>
          <a:noFill/>
          <a:ln>
            <a:noFill/>
          </a:ln>
        </p:spPr>
        <p:txBody>
          <a:bodyPr spcFirstLastPara="1" wrap="square" lIns="91425" tIns="45700" rIns="91425" bIns="45700" anchor="t" anchorCtr="0">
            <a:spAutoFit/>
          </a:bodyPr>
          <a:lstStyle/>
          <a:p>
            <a:pPr marL="0" marR="0" lvl="0" indent="0" algn="ctr" rtl="0">
              <a:lnSpc>
                <a:spcPct val="118000"/>
              </a:lnSpc>
              <a:spcBef>
                <a:spcPts val="0"/>
              </a:spcBef>
              <a:spcAft>
                <a:spcPts val="0"/>
              </a:spcAft>
              <a:buNone/>
            </a:pPr>
            <a:r>
              <a:rPr lang="es-ES" sz="1600">
                <a:solidFill>
                  <a:schemeClr val="dk1"/>
                </a:solidFill>
                <a:latin typeface="Arial"/>
                <a:ea typeface="Arial"/>
                <a:cs typeface="Arial"/>
                <a:sym typeface="Arial"/>
              </a:rPr>
              <a:t>int</a:t>
            </a:r>
            <a:r>
              <a:rPr lang="es-ES" sz="1600">
                <a:solidFill>
                  <a:srgbClr val="00B050"/>
                </a:solidFill>
                <a:latin typeface="Arial"/>
                <a:ea typeface="Arial"/>
                <a:cs typeface="Arial"/>
                <a:sym typeface="Arial"/>
              </a:rPr>
              <a:t> tam</a:t>
            </a:r>
            <a:endParaRPr sz="1600">
              <a:solidFill>
                <a:schemeClr val="dk1"/>
              </a:solidFill>
              <a:latin typeface="Arial"/>
              <a:ea typeface="Arial"/>
              <a:cs typeface="Arial"/>
              <a:sym typeface="Arial"/>
            </a:endParaRPr>
          </a:p>
        </p:txBody>
      </p:sp>
      <p:sp>
        <p:nvSpPr>
          <p:cNvPr id="309" name="Google Shape;309;p6"/>
          <p:cNvSpPr txBox="1"/>
          <p:nvPr/>
        </p:nvSpPr>
        <p:spPr>
          <a:xfrm>
            <a:off x="4171619" y="3528485"/>
            <a:ext cx="392406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Arial"/>
                <a:ea typeface="Arial"/>
                <a:cs typeface="Arial"/>
                <a:sym typeface="Arial"/>
              </a:rPr>
              <a:t>for(int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0;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&lt; </a:t>
            </a:r>
            <a:r>
              <a:rPr lang="es-ES" sz="1400" b="1">
                <a:solidFill>
                  <a:schemeClr val="accent1"/>
                </a:solidFill>
                <a:latin typeface="Arial"/>
                <a:ea typeface="Arial"/>
                <a:cs typeface="Arial"/>
                <a:sym typeface="Arial"/>
              </a:rPr>
              <a:t>temp</a:t>
            </a:r>
            <a:r>
              <a:rPr lang="es-ES" sz="1400">
                <a:solidFill>
                  <a:schemeClr val="dk1"/>
                </a:solidFill>
                <a:latin typeface="Arial"/>
                <a:ea typeface="Arial"/>
                <a:cs typeface="Arial"/>
                <a:sym typeface="Arial"/>
              </a:rPr>
              <a:t>.</a:t>
            </a:r>
            <a:r>
              <a:rPr lang="es-ES" sz="1400">
                <a:solidFill>
                  <a:srgbClr val="00B050"/>
                </a:solidFill>
                <a:latin typeface="Arial"/>
                <a:ea typeface="Arial"/>
                <a:cs typeface="Arial"/>
                <a:sym typeface="Arial"/>
              </a:rPr>
              <a:t>length</a:t>
            </a:r>
            <a:r>
              <a:rPr lang="es-ES" sz="1400">
                <a:solidFill>
                  <a:schemeClr val="dk1"/>
                </a:solidFill>
                <a:latin typeface="Arial"/>
                <a:ea typeface="Arial"/>
                <a:cs typeface="Arial"/>
                <a:sym typeface="Arial"/>
              </a:rPr>
              <a:t> ;</a:t>
            </a:r>
            <a:r>
              <a:rPr lang="es-ES" sz="1400" b="1">
                <a:solidFill>
                  <a:srgbClr val="E8890A"/>
                </a:solidFill>
                <a:latin typeface="Arial"/>
                <a:ea typeface="Arial"/>
                <a:cs typeface="Arial"/>
                <a:sym typeface="Arial"/>
              </a:rPr>
              <a:t> i</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chemeClr val="accent1"/>
                </a:solidFill>
                <a:latin typeface="Arial"/>
                <a:ea typeface="Arial"/>
                <a:cs typeface="Arial"/>
                <a:sym typeface="Arial"/>
              </a:rPr>
              <a:t>       </a:t>
            </a:r>
            <a:r>
              <a:rPr lang="es-ES" sz="1400" b="1">
                <a:solidFill>
                  <a:schemeClr val="accent1"/>
                </a:solidFill>
                <a:latin typeface="Arial"/>
                <a:ea typeface="Arial"/>
                <a:cs typeface="Arial"/>
                <a:sym typeface="Arial"/>
              </a:rPr>
              <a:t>temp[</a:t>
            </a:r>
            <a:r>
              <a:rPr lang="es-ES" sz="1400" b="1">
                <a:solidFill>
                  <a:srgbClr val="E8890A"/>
                </a:solidFill>
                <a:latin typeface="Arial"/>
                <a:ea typeface="Arial"/>
                <a:cs typeface="Arial"/>
                <a:sym typeface="Arial"/>
              </a:rPr>
              <a:t>i</a:t>
            </a:r>
            <a:r>
              <a:rPr lang="es-ES" sz="1400" b="1">
                <a:solidFill>
                  <a:schemeClr val="accent1"/>
                </a:solidFill>
                <a:latin typeface="Arial"/>
                <a:ea typeface="Arial"/>
                <a:cs typeface="Arial"/>
                <a:sym typeface="Arial"/>
              </a:rPr>
              <a:t>]  </a:t>
            </a:r>
            <a:r>
              <a:rPr lang="es-ES" sz="1400">
                <a:solidFill>
                  <a:srgbClr val="FF0000"/>
                </a:solidFill>
                <a:latin typeface="Arial"/>
                <a:ea typeface="Arial"/>
                <a:cs typeface="Arial"/>
                <a:sym typeface="Arial"/>
              </a:rPr>
              <a:t>= </a:t>
            </a:r>
            <a:r>
              <a:rPr lang="es-ES" sz="1400">
                <a:solidFill>
                  <a:schemeClr val="dk1"/>
                </a:solidFill>
                <a:latin typeface="Arial"/>
                <a:ea typeface="Arial"/>
                <a:cs typeface="Arial"/>
                <a:sym typeface="Arial"/>
              </a:rPr>
              <a:t>(int)(Math.</a:t>
            </a:r>
            <a:r>
              <a:rPr lang="es-ES" sz="1400">
                <a:solidFill>
                  <a:srgbClr val="FF0000"/>
                </a:solidFill>
                <a:latin typeface="Arial"/>
                <a:ea typeface="Arial"/>
                <a:cs typeface="Arial"/>
                <a:sym typeface="Arial"/>
              </a:rPr>
              <a:t>random()</a:t>
            </a:r>
            <a:r>
              <a:rPr lang="es-ES" sz="1400">
                <a:solidFill>
                  <a:schemeClr val="dk1"/>
                </a:solidFill>
                <a:latin typeface="Arial"/>
                <a:ea typeface="Arial"/>
                <a:cs typeface="Arial"/>
                <a:sym typeface="Arial"/>
              </a:rPr>
              <a:t>*15+20);</a:t>
            </a:r>
            <a:endParaRPr/>
          </a:p>
        </p:txBody>
      </p:sp>
      <p:sp>
        <p:nvSpPr>
          <p:cNvPr id="310" name="Google Shape;310;p6"/>
          <p:cNvSpPr/>
          <p:nvPr/>
        </p:nvSpPr>
        <p:spPr>
          <a:xfrm>
            <a:off x="3654324" y="4409656"/>
            <a:ext cx="2808312" cy="1254446"/>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mostrar() {</a:t>
            </a:r>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311" name="Google Shape;311;p6"/>
          <p:cNvSpPr txBox="1"/>
          <p:nvPr/>
        </p:nvSpPr>
        <p:spPr>
          <a:xfrm>
            <a:off x="4235097" y="4794319"/>
            <a:ext cx="307320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Arial"/>
                <a:ea typeface="Arial"/>
                <a:cs typeface="Arial"/>
                <a:sym typeface="Arial"/>
              </a:rPr>
              <a:t>for(int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0;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&lt; </a:t>
            </a:r>
            <a:r>
              <a:rPr lang="es-ES" sz="1400" b="1">
                <a:solidFill>
                  <a:schemeClr val="accent1"/>
                </a:solidFill>
                <a:latin typeface="Arial"/>
                <a:ea typeface="Arial"/>
                <a:cs typeface="Arial"/>
                <a:sym typeface="Arial"/>
              </a:rPr>
              <a:t>temp</a:t>
            </a:r>
            <a:r>
              <a:rPr lang="es-ES" sz="1400">
                <a:solidFill>
                  <a:schemeClr val="dk1"/>
                </a:solidFill>
                <a:latin typeface="Arial"/>
                <a:ea typeface="Arial"/>
                <a:cs typeface="Arial"/>
                <a:sym typeface="Arial"/>
              </a:rPr>
              <a:t>.</a:t>
            </a:r>
            <a:r>
              <a:rPr lang="es-ES" sz="1400">
                <a:solidFill>
                  <a:srgbClr val="00B050"/>
                </a:solidFill>
                <a:latin typeface="Arial"/>
                <a:ea typeface="Arial"/>
                <a:cs typeface="Arial"/>
                <a:sym typeface="Arial"/>
              </a:rPr>
              <a:t>length </a:t>
            </a:r>
            <a:r>
              <a:rPr lang="es-ES" sz="1400">
                <a:solidFill>
                  <a:schemeClr val="dk1"/>
                </a:solidFill>
                <a:latin typeface="Arial"/>
                <a:ea typeface="Arial"/>
                <a:cs typeface="Arial"/>
                <a:sym typeface="Arial"/>
              </a:rPr>
              <a:t>;</a:t>
            </a:r>
            <a:r>
              <a:rPr lang="es-ES" sz="1400" b="1">
                <a:solidFill>
                  <a:srgbClr val="E8890A"/>
                </a:solidFill>
                <a:latin typeface="Arial"/>
                <a:ea typeface="Arial"/>
                <a:cs typeface="Arial"/>
                <a:sym typeface="Arial"/>
              </a:rPr>
              <a:t> i</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rgbClr val="FF0000"/>
                </a:solidFill>
                <a:latin typeface="Arial"/>
                <a:ea typeface="Arial"/>
                <a:cs typeface="Arial"/>
                <a:sym typeface="Arial"/>
              </a:rPr>
              <a:t>       </a:t>
            </a:r>
            <a:r>
              <a:rPr lang="es-ES" sz="1400">
                <a:solidFill>
                  <a:schemeClr val="dk1"/>
                </a:solidFill>
                <a:latin typeface="Arial"/>
                <a:ea typeface="Arial"/>
                <a:cs typeface="Arial"/>
                <a:sym typeface="Arial"/>
              </a:rPr>
              <a:t>System.out.</a:t>
            </a:r>
            <a:r>
              <a:rPr lang="es-ES" sz="1400">
                <a:solidFill>
                  <a:srgbClr val="FF0000"/>
                </a:solidFill>
                <a:latin typeface="Arial"/>
                <a:ea typeface="Arial"/>
                <a:cs typeface="Arial"/>
                <a:sym typeface="Arial"/>
              </a:rPr>
              <a:t>println( </a:t>
            </a:r>
            <a:r>
              <a:rPr lang="es-ES" sz="1400" b="1">
                <a:solidFill>
                  <a:schemeClr val="accent1"/>
                </a:solidFill>
                <a:latin typeface="Arial"/>
                <a:ea typeface="Arial"/>
                <a:cs typeface="Arial"/>
                <a:sym typeface="Arial"/>
              </a:rPr>
              <a:t>temp[</a:t>
            </a:r>
            <a:r>
              <a:rPr lang="es-ES" sz="1400" b="1">
                <a:solidFill>
                  <a:srgbClr val="E8890A"/>
                </a:solidFill>
                <a:latin typeface="Arial"/>
                <a:ea typeface="Arial"/>
                <a:cs typeface="Arial"/>
                <a:sym typeface="Arial"/>
              </a:rPr>
              <a:t>i</a:t>
            </a:r>
            <a:r>
              <a:rPr lang="es-ES" sz="1400" b="1">
                <a:solidFill>
                  <a:schemeClr val="accent1"/>
                </a:solidFill>
                <a:latin typeface="Arial"/>
                <a:ea typeface="Arial"/>
                <a:cs typeface="Arial"/>
                <a:sym typeface="Arial"/>
              </a:rPr>
              <a:t>]</a:t>
            </a:r>
            <a:r>
              <a:rPr lang="es-ES" sz="1400">
                <a:solidFill>
                  <a:schemeClr val="accent1"/>
                </a:solidFill>
                <a:latin typeface="Arial"/>
                <a:ea typeface="Arial"/>
                <a:cs typeface="Arial"/>
                <a:sym typeface="Arial"/>
              </a:rPr>
              <a:t> </a:t>
            </a:r>
            <a:r>
              <a:rPr lang="es-ES" sz="1400">
                <a:solidFill>
                  <a:srgbClr val="FF0000"/>
                </a:solidFill>
                <a:latin typeface="Arial"/>
                <a:ea typeface="Arial"/>
                <a:cs typeface="Arial"/>
                <a:sym typeface="Arial"/>
              </a:rPr>
              <a:t>);</a:t>
            </a:r>
            <a:endParaRPr/>
          </a:p>
        </p:txBody>
      </p:sp>
      <p:sp>
        <p:nvSpPr>
          <p:cNvPr id="312" name="Google Shape;312;p6"/>
          <p:cNvSpPr txBox="1"/>
          <p:nvPr/>
        </p:nvSpPr>
        <p:spPr>
          <a:xfrm>
            <a:off x="1371691" y="2780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313" name="Google Shape;313;p6"/>
          <p:cNvSpPr txBox="1"/>
          <p:nvPr/>
        </p:nvSpPr>
        <p:spPr>
          <a:xfrm>
            <a:off x="1371691" y="3068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314" name="Google Shape;314;p6"/>
          <p:cNvSpPr txBox="1"/>
          <p:nvPr/>
        </p:nvSpPr>
        <p:spPr>
          <a:xfrm>
            <a:off x="1371691" y="33528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315" name="Google Shape;315;p6"/>
          <p:cNvSpPr txBox="1"/>
          <p:nvPr/>
        </p:nvSpPr>
        <p:spPr>
          <a:xfrm>
            <a:off x="1371691" y="364502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316" name="Google Shape;316;p6"/>
          <p:cNvSpPr txBox="1"/>
          <p:nvPr/>
        </p:nvSpPr>
        <p:spPr>
          <a:xfrm>
            <a:off x="1371691" y="3933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317" name="Google Shape;317;p6"/>
          <p:cNvSpPr txBox="1"/>
          <p:nvPr/>
        </p:nvSpPr>
        <p:spPr>
          <a:xfrm>
            <a:off x="1371691" y="42168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318" name="Google Shape;318;p6"/>
          <p:cNvSpPr txBox="1"/>
          <p:nvPr/>
        </p:nvSpPr>
        <p:spPr>
          <a:xfrm>
            <a:off x="1371691" y="4504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500"/>
                                        <p:tgtEl>
                                          <p:spTgt spid="2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9"/>
                                        </p:tgtEl>
                                        <p:attrNameLst>
                                          <p:attrName>style.visibility</p:attrName>
                                        </p:attrNameLst>
                                      </p:cBhvr>
                                      <p:to>
                                        <p:strVal val="visible"/>
                                      </p:to>
                                    </p:set>
                                    <p:animEffect transition="in" filter="fade">
                                      <p:cBhvr>
                                        <p:cTn id="12" dur="500"/>
                                        <p:tgtEl>
                                          <p:spTgt spid="2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6"/>
                                        </p:tgtEl>
                                        <p:attrNameLst>
                                          <p:attrName>style.visibility</p:attrName>
                                        </p:attrNameLst>
                                      </p:cBhvr>
                                      <p:to>
                                        <p:strVal val="visible"/>
                                      </p:to>
                                    </p:set>
                                    <p:animEffect transition="in" filter="fade">
                                      <p:cBhvr>
                                        <p:cTn id="17" dur="500"/>
                                        <p:tgtEl>
                                          <p:spTgt spid="286"/>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300"/>
                                        </p:tgtEl>
                                        <p:attrNameLst>
                                          <p:attrName>style.visibility</p:attrName>
                                        </p:attrNameLst>
                                      </p:cBhvr>
                                      <p:to>
                                        <p:strVal val="visible"/>
                                      </p:to>
                                    </p:set>
                                    <p:anim calcmode="lin" valueType="num">
                                      <p:cBhvr additive="base">
                                        <p:cTn id="22" dur="500"/>
                                        <p:tgtEl>
                                          <p:spTgt spid="300"/>
                                        </p:tgtEl>
                                        <p:attrNameLst>
                                          <p:attrName>ppt_w</p:attrName>
                                        </p:attrNameLst>
                                      </p:cBhvr>
                                      <p:tavLst>
                                        <p:tav tm="0">
                                          <p:val>
                                            <p:strVal val="0"/>
                                          </p:val>
                                        </p:tav>
                                        <p:tav tm="100000">
                                          <p:val>
                                            <p:strVal val="#ppt_w"/>
                                          </p:val>
                                        </p:tav>
                                      </p:tavLst>
                                    </p:anim>
                                    <p:anim calcmode="lin" valueType="num">
                                      <p:cBhvr additive="base">
                                        <p:cTn id="23" dur="500"/>
                                        <p:tgtEl>
                                          <p:spTgt spid="300"/>
                                        </p:tgtEl>
                                        <p:attrNameLst>
                                          <p:attrName>ppt_h</p:attrName>
                                        </p:attrNameLst>
                                      </p:cBhvr>
                                      <p:tavLst>
                                        <p:tav tm="0">
                                          <p:val>
                                            <p:str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301"/>
                                        </p:tgtEl>
                                        <p:attrNameLst>
                                          <p:attrName>style.visibility</p:attrName>
                                        </p:attrNameLst>
                                      </p:cBhvr>
                                      <p:to>
                                        <p:strVal val="visible"/>
                                      </p:to>
                                    </p:set>
                                    <p:anim calcmode="lin" valueType="num">
                                      <p:cBhvr additive="base">
                                        <p:cTn id="28" dur="500"/>
                                        <p:tgtEl>
                                          <p:spTgt spid="301"/>
                                        </p:tgtEl>
                                        <p:attrNameLst>
                                          <p:attrName>ppt_w</p:attrName>
                                        </p:attrNameLst>
                                      </p:cBhvr>
                                      <p:tavLst>
                                        <p:tav tm="0">
                                          <p:val>
                                            <p:strVal val="0"/>
                                          </p:val>
                                        </p:tav>
                                        <p:tav tm="100000">
                                          <p:val>
                                            <p:strVal val="#ppt_w"/>
                                          </p:val>
                                        </p:tav>
                                      </p:tavLst>
                                    </p:anim>
                                    <p:anim calcmode="lin" valueType="num">
                                      <p:cBhvr additive="base">
                                        <p:cTn id="29" dur="500"/>
                                        <p:tgtEl>
                                          <p:spTgt spid="301"/>
                                        </p:tgtEl>
                                        <p:attrNameLst>
                                          <p:attrName>ppt_h</p:attrName>
                                        </p:attrNameLst>
                                      </p:cBhvr>
                                      <p:tavLst>
                                        <p:tav tm="0">
                                          <p:val>
                                            <p:str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302"/>
                                        </p:tgtEl>
                                        <p:attrNameLst>
                                          <p:attrName>style.visibility</p:attrName>
                                        </p:attrNameLst>
                                      </p:cBhvr>
                                      <p:to>
                                        <p:strVal val="visible"/>
                                      </p:to>
                                    </p:set>
                                    <p:anim calcmode="lin" valueType="num">
                                      <p:cBhvr additive="base">
                                        <p:cTn id="34" dur="500"/>
                                        <p:tgtEl>
                                          <p:spTgt spid="302"/>
                                        </p:tgtEl>
                                        <p:attrNameLst>
                                          <p:attrName>ppt_w</p:attrName>
                                        </p:attrNameLst>
                                      </p:cBhvr>
                                      <p:tavLst>
                                        <p:tav tm="0">
                                          <p:val>
                                            <p:strVal val="0"/>
                                          </p:val>
                                        </p:tav>
                                        <p:tav tm="100000">
                                          <p:val>
                                            <p:strVal val="#ppt_w"/>
                                          </p:val>
                                        </p:tav>
                                      </p:tavLst>
                                    </p:anim>
                                    <p:anim calcmode="lin" valueType="num">
                                      <p:cBhvr additive="base">
                                        <p:cTn id="35" dur="500"/>
                                        <p:tgtEl>
                                          <p:spTgt spid="302"/>
                                        </p:tgtEl>
                                        <p:attrNameLst>
                                          <p:attrName>ppt_h</p:attrName>
                                        </p:attrNameLst>
                                      </p:cBhvr>
                                      <p:tavLst>
                                        <p:tav tm="0">
                                          <p:val>
                                            <p:str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1"/>
                                          </p:stCondLst>
                                        </p:cTn>
                                        <p:tgtEl>
                                          <p:spTgt spid="302"/>
                                        </p:tgtEl>
                                        <p:attrNameLst>
                                          <p:attrName>style.visibility</p:attrName>
                                        </p:attrNameLst>
                                      </p:cBhvr>
                                      <p:to>
                                        <p:strVal val="hidden"/>
                                      </p:to>
                                    </p:set>
                                  </p:childTnLst>
                                </p:cTn>
                              </p:par>
                              <p:par>
                                <p:cTn id="40" presetID="23" presetClass="entr" presetSubtype="16" fill="hold" nodeType="withEffect">
                                  <p:stCondLst>
                                    <p:cond delay="0"/>
                                  </p:stCondLst>
                                  <p:childTnLst>
                                    <p:set>
                                      <p:cBhvr>
                                        <p:cTn id="41" dur="1" fill="hold">
                                          <p:stCondLst>
                                            <p:cond delay="0"/>
                                          </p:stCondLst>
                                        </p:cTn>
                                        <p:tgtEl>
                                          <p:spTgt spid="305"/>
                                        </p:tgtEl>
                                        <p:attrNameLst>
                                          <p:attrName>style.visibility</p:attrName>
                                        </p:attrNameLst>
                                      </p:cBhvr>
                                      <p:to>
                                        <p:strVal val="visible"/>
                                      </p:to>
                                    </p:set>
                                    <p:anim calcmode="lin" valueType="num">
                                      <p:cBhvr additive="base">
                                        <p:cTn id="42" dur="500"/>
                                        <p:tgtEl>
                                          <p:spTgt spid="305"/>
                                        </p:tgtEl>
                                        <p:attrNameLst>
                                          <p:attrName>ppt_w</p:attrName>
                                        </p:attrNameLst>
                                      </p:cBhvr>
                                      <p:tavLst>
                                        <p:tav tm="0">
                                          <p:val>
                                            <p:strVal val="0"/>
                                          </p:val>
                                        </p:tav>
                                        <p:tav tm="100000">
                                          <p:val>
                                            <p:strVal val="#ppt_w"/>
                                          </p:val>
                                        </p:tav>
                                      </p:tavLst>
                                    </p:anim>
                                    <p:anim calcmode="lin" valueType="num">
                                      <p:cBhvr additive="base">
                                        <p:cTn id="43" dur="500"/>
                                        <p:tgtEl>
                                          <p:spTgt spid="305"/>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303"/>
                                        </p:tgtEl>
                                        <p:attrNameLst>
                                          <p:attrName>style.visibility</p:attrName>
                                        </p:attrNameLst>
                                      </p:cBhvr>
                                      <p:to>
                                        <p:strVal val="visible"/>
                                      </p:to>
                                    </p:set>
                                    <p:anim calcmode="lin" valueType="num">
                                      <p:cBhvr additive="base">
                                        <p:cTn id="48" dur="500"/>
                                        <p:tgtEl>
                                          <p:spTgt spid="303"/>
                                        </p:tgtEl>
                                        <p:attrNameLst>
                                          <p:attrName>ppt_w</p:attrName>
                                        </p:attrNameLst>
                                      </p:cBhvr>
                                      <p:tavLst>
                                        <p:tav tm="0">
                                          <p:val>
                                            <p:strVal val="0"/>
                                          </p:val>
                                        </p:tav>
                                        <p:tav tm="100000">
                                          <p:val>
                                            <p:strVal val="#ppt_w"/>
                                          </p:val>
                                        </p:tav>
                                      </p:tavLst>
                                    </p:anim>
                                    <p:anim calcmode="lin" valueType="num">
                                      <p:cBhvr additive="base">
                                        <p:cTn id="49" dur="500"/>
                                        <p:tgtEl>
                                          <p:spTgt spid="303"/>
                                        </p:tgtEl>
                                        <p:attrNameLst>
                                          <p:attrName>ppt_h</p:attrName>
                                        </p:attrNameLst>
                                      </p:cBhvr>
                                      <p:tavLst>
                                        <p:tav tm="0">
                                          <p:val>
                                            <p:str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304"/>
                                        </p:tgtEl>
                                        <p:attrNameLst>
                                          <p:attrName>style.visibility</p:attrName>
                                        </p:attrNameLst>
                                      </p:cBhvr>
                                      <p:to>
                                        <p:strVal val="visible"/>
                                      </p:to>
                                    </p:set>
                                    <p:anim calcmode="lin" valueType="num">
                                      <p:cBhvr additive="base">
                                        <p:cTn id="54" dur="500"/>
                                        <p:tgtEl>
                                          <p:spTgt spid="304"/>
                                        </p:tgtEl>
                                        <p:attrNameLst>
                                          <p:attrName>ppt_w</p:attrName>
                                        </p:attrNameLst>
                                      </p:cBhvr>
                                      <p:tavLst>
                                        <p:tav tm="0">
                                          <p:val>
                                            <p:strVal val="0"/>
                                          </p:val>
                                        </p:tav>
                                        <p:tav tm="100000">
                                          <p:val>
                                            <p:strVal val="#ppt_w"/>
                                          </p:val>
                                        </p:tav>
                                      </p:tavLst>
                                    </p:anim>
                                    <p:anim calcmode="lin" valueType="num">
                                      <p:cBhvr additive="base">
                                        <p:cTn id="55" dur="500"/>
                                        <p:tgtEl>
                                          <p:spTgt spid="304"/>
                                        </p:tgtEl>
                                        <p:attrNameLst>
                                          <p:attrName>ppt_h</p:attrName>
                                        </p:attrNameLst>
                                      </p:cBhvr>
                                      <p:tavLst>
                                        <p:tav tm="0">
                                          <p:val>
                                            <p:strVal val="0"/>
                                          </p:val>
                                        </p:tav>
                                        <p:tav tm="100000">
                                          <p:val>
                                            <p:strVal val="#ppt_h"/>
                                          </p:val>
                                        </p:tav>
                                      </p:tavLst>
                                    </p:anim>
                                  </p:childTnLst>
                                </p:cTn>
                              </p:par>
                              <p:par>
                                <p:cTn id="56" presetID="23" presetClass="entr" presetSubtype="16" fill="hold" nodeType="withEffect">
                                  <p:stCondLst>
                                    <p:cond delay="0"/>
                                  </p:stCondLst>
                                  <p:childTnLst>
                                    <p:set>
                                      <p:cBhvr>
                                        <p:cTn id="57" dur="1" fill="hold">
                                          <p:stCondLst>
                                            <p:cond delay="0"/>
                                          </p:stCondLst>
                                        </p:cTn>
                                        <p:tgtEl>
                                          <p:spTgt spid="307"/>
                                        </p:tgtEl>
                                        <p:attrNameLst>
                                          <p:attrName>style.visibility</p:attrName>
                                        </p:attrNameLst>
                                      </p:cBhvr>
                                      <p:to>
                                        <p:strVal val="visible"/>
                                      </p:to>
                                    </p:set>
                                    <p:anim calcmode="lin" valueType="num">
                                      <p:cBhvr additive="base">
                                        <p:cTn id="58" dur="500"/>
                                        <p:tgtEl>
                                          <p:spTgt spid="307"/>
                                        </p:tgtEl>
                                        <p:attrNameLst>
                                          <p:attrName>ppt_w</p:attrName>
                                        </p:attrNameLst>
                                      </p:cBhvr>
                                      <p:tavLst>
                                        <p:tav tm="0">
                                          <p:val>
                                            <p:strVal val="0"/>
                                          </p:val>
                                        </p:tav>
                                        <p:tav tm="100000">
                                          <p:val>
                                            <p:strVal val="#ppt_w"/>
                                          </p:val>
                                        </p:tav>
                                      </p:tavLst>
                                    </p:anim>
                                    <p:anim calcmode="lin" valueType="num">
                                      <p:cBhvr additive="base">
                                        <p:cTn id="59" dur="500"/>
                                        <p:tgtEl>
                                          <p:spTgt spid="307"/>
                                        </p:tgtEl>
                                        <p:attrNameLst>
                                          <p:attrName>ppt_h</p:attrName>
                                        </p:attrNameLst>
                                      </p:cBhvr>
                                      <p:tavLst>
                                        <p:tav tm="0">
                                          <p:val>
                                            <p:str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3" presetClass="entr" presetSubtype="16" fill="hold" nodeType="clickEffect">
                                  <p:stCondLst>
                                    <p:cond delay="0"/>
                                  </p:stCondLst>
                                  <p:childTnLst>
                                    <p:set>
                                      <p:cBhvr>
                                        <p:cTn id="63" dur="1" fill="hold">
                                          <p:stCondLst>
                                            <p:cond delay="0"/>
                                          </p:stCondLst>
                                        </p:cTn>
                                        <p:tgtEl>
                                          <p:spTgt spid="308"/>
                                        </p:tgtEl>
                                        <p:attrNameLst>
                                          <p:attrName>style.visibility</p:attrName>
                                        </p:attrNameLst>
                                      </p:cBhvr>
                                      <p:to>
                                        <p:strVal val="visible"/>
                                      </p:to>
                                    </p:set>
                                    <p:anim calcmode="lin" valueType="num">
                                      <p:cBhvr additive="base">
                                        <p:cTn id="64" dur="500"/>
                                        <p:tgtEl>
                                          <p:spTgt spid="308"/>
                                        </p:tgtEl>
                                        <p:attrNameLst>
                                          <p:attrName>ppt_w</p:attrName>
                                        </p:attrNameLst>
                                      </p:cBhvr>
                                      <p:tavLst>
                                        <p:tav tm="0">
                                          <p:val>
                                            <p:strVal val="0"/>
                                          </p:val>
                                        </p:tav>
                                        <p:tav tm="100000">
                                          <p:val>
                                            <p:strVal val="#ppt_w"/>
                                          </p:val>
                                        </p:tav>
                                      </p:tavLst>
                                    </p:anim>
                                    <p:anim calcmode="lin" valueType="num">
                                      <p:cBhvr additive="base">
                                        <p:cTn id="65" dur="500"/>
                                        <p:tgtEl>
                                          <p:spTgt spid="308"/>
                                        </p:tgtEl>
                                        <p:attrNameLst>
                                          <p:attrName>ppt_h</p:attrName>
                                        </p:attrNameLst>
                                      </p:cBhvr>
                                      <p:tavLst>
                                        <p:tav tm="0">
                                          <p:val>
                                            <p:str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307"/>
                                        </p:tgtEl>
                                      </p:cBhvr>
                                    </p:animEffect>
                                    <p:set>
                                      <p:cBhvr>
                                        <p:cTn id="70" dur="1" fill="hold">
                                          <p:stCondLst>
                                            <p:cond delay="500"/>
                                          </p:stCondLst>
                                        </p:cTn>
                                        <p:tgtEl>
                                          <p:spTgt spid="307"/>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nodeType="clickEffect">
                                  <p:stCondLst>
                                    <p:cond delay="0"/>
                                  </p:stCondLst>
                                  <p:childTnLst>
                                    <p:set>
                                      <p:cBhvr>
                                        <p:cTn id="74" dur="1" fill="hold">
                                          <p:stCondLst>
                                            <p:cond delay="0"/>
                                          </p:stCondLst>
                                        </p:cTn>
                                        <p:tgtEl>
                                          <p:spTgt spid="287"/>
                                        </p:tgtEl>
                                        <p:attrNameLst>
                                          <p:attrName>style.visibility</p:attrName>
                                        </p:attrNameLst>
                                      </p:cBhvr>
                                      <p:to>
                                        <p:strVal val="visible"/>
                                      </p:to>
                                    </p:set>
                                    <p:anim calcmode="lin" valueType="num">
                                      <p:cBhvr additive="base">
                                        <p:cTn id="75" dur="500"/>
                                        <p:tgtEl>
                                          <p:spTgt spid="287"/>
                                        </p:tgtEl>
                                        <p:attrNameLst>
                                          <p:attrName>ppt_w</p:attrName>
                                        </p:attrNameLst>
                                      </p:cBhvr>
                                      <p:tavLst>
                                        <p:tav tm="0">
                                          <p:val>
                                            <p:strVal val="0"/>
                                          </p:val>
                                        </p:tav>
                                        <p:tav tm="100000">
                                          <p:val>
                                            <p:strVal val="#ppt_w"/>
                                          </p:val>
                                        </p:tav>
                                      </p:tavLst>
                                    </p:anim>
                                    <p:anim calcmode="lin" valueType="num">
                                      <p:cBhvr additive="base">
                                        <p:cTn id="76" dur="500"/>
                                        <p:tgtEl>
                                          <p:spTgt spid="287"/>
                                        </p:tgtEl>
                                        <p:attrNameLst>
                                          <p:attrName>ppt_h</p:attrName>
                                        </p:attrNameLst>
                                      </p:cBhvr>
                                      <p:tavLst>
                                        <p:tav tm="0">
                                          <p:val>
                                            <p:str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23" presetClass="entr" presetSubtype="16" fill="hold" nodeType="clickEffect">
                                  <p:stCondLst>
                                    <p:cond delay="0"/>
                                  </p:stCondLst>
                                  <p:childTnLst>
                                    <p:set>
                                      <p:cBhvr>
                                        <p:cTn id="80" dur="1" fill="hold">
                                          <p:stCondLst>
                                            <p:cond delay="0"/>
                                          </p:stCondLst>
                                        </p:cTn>
                                        <p:tgtEl>
                                          <p:spTgt spid="306"/>
                                        </p:tgtEl>
                                        <p:attrNameLst>
                                          <p:attrName>style.visibility</p:attrName>
                                        </p:attrNameLst>
                                      </p:cBhvr>
                                      <p:to>
                                        <p:strVal val="visible"/>
                                      </p:to>
                                    </p:set>
                                    <p:anim calcmode="lin" valueType="num">
                                      <p:cBhvr additive="base">
                                        <p:cTn id="81" dur="500"/>
                                        <p:tgtEl>
                                          <p:spTgt spid="306"/>
                                        </p:tgtEl>
                                        <p:attrNameLst>
                                          <p:attrName>ppt_w</p:attrName>
                                        </p:attrNameLst>
                                      </p:cBhvr>
                                      <p:tavLst>
                                        <p:tav tm="0">
                                          <p:val>
                                            <p:strVal val="0"/>
                                          </p:val>
                                        </p:tav>
                                        <p:tav tm="100000">
                                          <p:val>
                                            <p:strVal val="#ppt_w"/>
                                          </p:val>
                                        </p:tav>
                                      </p:tavLst>
                                    </p:anim>
                                    <p:anim calcmode="lin" valueType="num">
                                      <p:cBhvr additive="base">
                                        <p:cTn id="82" dur="500"/>
                                        <p:tgtEl>
                                          <p:spTgt spid="306"/>
                                        </p:tgtEl>
                                        <p:attrNameLst>
                                          <p:attrName>ppt_h</p:attrName>
                                        </p:attrNameLst>
                                      </p:cBhvr>
                                      <p:tavLst>
                                        <p:tav tm="0">
                                          <p:val>
                                            <p:str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12"/>
                                        </p:tgtEl>
                                        <p:attrNameLst>
                                          <p:attrName>style.visibility</p:attrName>
                                        </p:attrNameLst>
                                      </p:cBhvr>
                                      <p:to>
                                        <p:strVal val="visible"/>
                                      </p:to>
                                    </p:set>
                                  </p:childTnLst>
                                </p:cTn>
                              </p:par>
                              <p:par>
                                <p:cTn id="87" presetID="1" presetClass="entr" presetSubtype="0" fill="hold" nodeType="withEffect">
                                  <p:stCondLst>
                                    <p:cond delay="500"/>
                                  </p:stCondLst>
                                  <p:childTnLst>
                                    <p:set>
                                      <p:cBhvr>
                                        <p:cTn id="88" dur="1" fill="hold">
                                          <p:stCondLst>
                                            <p:cond delay="0"/>
                                          </p:stCondLst>
                                        </p:cTn>
                                        <p:tgtEl>
                                          <p:spTgt spid="313"/>
                                        </p:tgtEl>
                                        <p:attrNameLst>
                                          <p:attrName>style.visibility</p:attrName>
                                        </p:attrNameLst>
                                      </p:cBhvr>
                                      <p:to>
                                        <p:strVal val="visible"/>
                                      </p:to>
                                    </p:set>
                                  </p:childTnLst>
                                </p:cTn>
                              </p:par>
                            </p:childTnLst>
                          </p:cTn>
                        </p:par>
                        <p:par>
                          <p:cTn id="89" fill="hold">
                            <p:stCondLst>
                              <p:cond delay="1"/>
                            </p:stCondLst>
                            <p:childTnLst>
                              <p:par>
                                <p:cTn id="90" presetID="1" presetClass="entr" presetSubtype="0" fill="hold" nodeType="afterEffect">
                                  <p:stCondLst>
                                    <p:cond delay="500"/>
                                  </p:stCondLst>
                                  <p:childTnLst>
                                    <p:set>
                                      <p:cBhvr>
                                        <p:cTn id="91" dur="1" fill="hold">
                                          <p:stCondLst>
                                            <p:cond delay="0"/>
                                          </p:stCondLst>
                                        </p:cTn>
                                        <p:tgtEl>
                                          <p:spTgt spid="314"/>
                                        </p:tgtEl>
                                        <p:attrNameLst>
                                          <p:attrName>style.visibility</p:attrName>
                                        </p:attrNameLst>
                                      </p:cBhvr>
                                      <p:to>
                                        <p:strVal val="visible"/>
                                      </p:to>
                                    </p:set>
                                  </p:childTnLst>
                                </p:cTn>
                              </p:par>
                            </p:childTnLst>
                          </p:cTn>
                        </p:par>
                        <p:par>
                          <p:cTn id="92" fill="hold">
                            <p:stCondLst>
                              <p:cond delay="2"/>
                            </p:stCondLst>
                            <p:childTnLst>
                              <p:par>
                                <p:cTn id="93" presetID="1" presetClass="entr" presetSubtype="0" fill="hold" nodeType="afterEffect">
                                  <p:stCondLst>
                                    <p:cond delay="500"/>
                                  </p:stCondLst>
                                  <p:childTnLst>
                                    <p:set>
                                      <p:cBhvr>
                                        <p:cTn id="94" dur="1" fill="hold">
                                          <p:stCondLst>
                                            <p:cond delay="0"/>
                                          </p:stCondLst>
                                        </p:cTn>
                                        <p:tgtEl>
                                          <p:spTgt spid="315"/>
                                        </p:tgtEl>
                                        <p:attrNameLst>
                                          <p:attrName>style.visibility</p:attrName>
                                        </p:attrNameLst>
                                      </p:cBhvr>
                                      <p:to>
                                        <p:strVal val="visible"/>
                                      </p:to>
                                    </p:set>
                                  </p:childTnLst>
                                </p:cTn>
                              </p:par>
                            </p:childTnLst>
                          </p:cTn>
                        </p:par>
                        <p:par>
                          <p:cTn id="95" fill="hold">
                            <p:stCondLst>
                              <p:cond delay="3"/>
                            </p:stCondLst>
                            <p:childTnLst>
                              <p:par>
                                <p:cTn id="96" presetID="1" presetClass="entr" presetSubtype="0" fill="hold" nodeType="afterEffect">
                                  <p:stCondLst>
                                    <p:cond delay="500"/>
                                  </p:stCondLst>
                                  <p:childTnLst>
                                    <p:set>
                                      <p:cBhvr>
                                        <p:cTn id="97" dur="1" fill="hold">
                                          <p:stCondLst>
                                            <p:cond delay="0"/>
                                          </p:stCondLst>
                                        </p:cTn>
                                        <p:tgtEl>
                                          <p:spTgt spid="316"/>
                                        </p:tgtEl>
                                        <p:attrNameLst>
                                          <p:attrName>style.visibility</p:attrName>
                                        </p:attrNameLst>
                                      </p:cBhvr>
                                      <p:to>
                                        <p:strVal val="visible"/>
                                      </p:to>
                                    </p:set>
                                  </p:childTnLst>
                                </p:cTn>
                              </p:par>
                            </p:childTnLst>
                          </p:cTn>
                        </p:par>
                        <p:par>
                          <p:cTn id="98" fill="hold">
                            <p:stCondLst>
                              <p:cond delay="4"/>
                            </p:stCondLst>
                            <p:childTnLst>
                              <p:par>
                                <p:cTn id="99" presetID="1" presetClass="entr" presetSubtype="0" fill="hold" nodeType="afterEffect">
                                  <p:stCondLst>
                                    <p:cond delay="500"/>
                                  </p:stCondLst>
                                  <p:childTnLst>
                                    <p:set>
                                      <p:cBhvr>
                                        <p:cTn id="100" dur="1" fill="hold">
                                          <p:stCondLst>
                                            <p:cond delay="0"/>
                                          </p:stCondLst>
                                        </p:cTn>
                                        <p:tgtEl>
                                          <p:spTgt spid="317"/>
                                        </p:tgtEl>
                                        <p:attrNameLst>
                                          <p:attrName>style.visibility</p:attrName>
                                        </p:attrNameLst>
                                      </p:cBhvr>
                                      <p:to>
                                        <p:strVal val="visible"/>
                                      </p:to>
                                    </p:set>
                                  </p:childTnLst>
                                </p:cTn>
                              </p:par>
                            </p:childTnLst>
                          </p:cTn>
                        </p:par>
                        <p:par>
                          <p:cTn id="101" fill="hold">
                            <p:stCondLst>
                              <p:cond delay="5"/>
                            </p:stCondLst>
                            <p:childTnLst>
                              <p:par>
                                <p:cTn id="102" presetID="1" presetClass="entr" presetSubtype="0" fill="hold" nodeType="afterEffect">
                                  <p:stCondLst>
                                    <p:cond delay="500"/>
                                  </p:stCondLst>
                                  <p:childTnLst>
                                    <p:set>
                                      <p:cBhvr>
                                        <p:cTn id="103" dur="1" fill="hold">
                                          <p:stCondLst>
                                            <p:cond delay="0"/>
                                          </p:stCondLst>
                                        </p:cTn>
                                        <p:tgtEl>
                                          <p:spTgt spid="31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3" presetClass="entr" presetSubtype="16" fill="hold" nodeType="clickEffect">
                                  <p:stCondLst>
                                    <p:cond delay="0"/>
                                  </p:stCondLst>
                                  <p:childTnLst>
                                    <p:set>
                                      <p:cBhvr>
                                        <p:cTn id="107" dur="1" fill="hold">
                                          <p:stCondLst>
                                            <p:cond delay="0"/>
                                          </p:stCondLst>
                                        </p:cTn>
                                        <p:tgtEl>
                                          <p:spTgt spid="309">
                                            <p:txEl>
                                              <p:pRg st="0" end="0"/>
                                            </p:txEl>
                                          </p:spTgt>
                                        </p:tgtEl>
                                        <p:attrNameLst>
                                          <p:attrName>style.visibility</p:attrName>
                                        </p:attrNameLst>
                                      </p:cBhvr>
                                      <p:to>
                                        <p:strVal val="visible"/>
                                      </p:to>
                                    </p:set>
                                    <p:anim calcmode="lin" valueType="num">
                                      <p:cBhvr additive="base">
                                        <p:cTn id="108" dur="500"/>
                                        <p:tgtEl>
                                          <p:spTgt spid="309">
                                            <p:txEl>
                                              <p:pRg st="0" end="0"/>
                                            </p:txEl>
                                          </p:spTgt>
                                        </p:tgtEl>
                                        <p:attrNameLst>
                                          <p:attrName>ppt_w</p:attrName>
                                        </p:attrNameLst>
                                      </p:cBhvr>
                                      <p:tavLst>
                                        <p:tav tm="0">
                                          <p:val>
                                            <p:strVal val="0"/>
                                          </p:val>
                                        </p:tav>
                                        <p:tav tm="100000">
                                          <p:val>
                                            <p:strVal val="#ppt_w"/>
                                          </p:val>
                                        </p:tav>
                                      </p:tavLst>
                                    </p:anim>
                                    <p:anim calcmode="lin" valueType="num">
                                      <p:cBhvr additive="base">
                                        <p:cTn id="109" dur="500"/>
                                        <p:tgtEl>
                                          <p:spTgt spid="309">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23" presetClass="entr" presetSubtype="16" fill="hold" nodeType="clickEffect">
                                  <p:stCondLst>
                                    <p:cond delay="0"/>
                                  </p:stCondLst>
                                  <p:childTnLst>
                                    <p:set>
                                      <p:cBhvr>
                                        <p:cTn id="113" dur="1" fill="hold">
                                          <p:stCondLst>
                                            <p:cond delay="0"/>
                                          </p:stCondLst>
                                        </p:cTn>
                                        <p:tgtEl>
                                          <p:spTgt spid="309">
                                            <p:txEl>
                                              <p:pRg st="1" end="1"/>
                                            </p:txEl>
                                          </p:spTgt>
                                        </p:tgtEl>
                                        <p:attrNameLst>
                                          <p:attrName>style.visibility</p:attrName>
                                        </p:attrNameLst>
                                      </p:cBhvr>
                                      <p:to>
                                        <p:strVal val="visible"/>
                                      </p:to>
                                    </p:set>
                                    <p:anim calcmode="lin" valueType="num">
                                      <p:cBhvr additive="base">
                                        <p:cTn id="114" dur="500"/>
                                        <p:tgtEl>
                                          <p:spTgt spid="309">
                                            <p:txEl>
                                              <p:pRg st="1" end="1"/>
                                            </p:txEl>
                                          </p:spTgt>
                                        </p:tgtEl>
                                        <p:attrNameLst>
                                          <p:attrName>ppt_w</p:attrName>
                                        </p:attrNameLst>
                                      </p:cBhvr>
                                      <p:tavLst>
                                        <p:tav tm="0">
                                          <p:val>
                                            <p:strVal val="0"/>
                                          </p:val>
                                        </p:tav>
                                        <p:tav tm="100000">
                                          <p:val>
                                            <p:strVal val="#ppt_w"/>
                                          </p:val>
                                        </p:tav>
                                      </p:tavLst>
                                    </p:anim>
                                    <p:anim calcmode="lin" valueType="num">
                                      <p:cBhvr additive="base">
                                        <p:cTn id="115" dur="500"/>
                                        <p:tgtEl>
                                          <p:spTgt spid="309">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23" presetClass="entr" presetSubtype="16" fill="hold" nodeType="clickEffect">
                                  <p:stCondLst>
                                    <p:cond delay="0"/>
                                  </p:stCondLst>
                                  <p:childTnLst>
                                    <p:set>
                                      <p:cBhvr>
                                        <p:cTn id="119" dur="1" fill="hold">
                                          <p:stCondLst>
                                            <p:cond delay="0"/>
                                          </p:stCondLst>
                                        </p:cTn>
                                        <p:tgtEl>
                                          <p:spTgt spid="310"/>
                                        </p:tgtEl>
                                        <p:attrNameLst>
                                          <p:attrName>style.visibility</p:attrName>
                                        </p:attrNameLst>
                                      </p:cBhvr>
                                      <p:to>
                                        <p:strVal val="visible"/>
                                      </p:to>
                                    </p:set>
                                    <p:anim calcmode="lin" valueType="num">
                                      <p:cBhvr additive="base">
                                        <p:cTn id="120" dur="500"/>
                                        <p:tgtEl>
                                          <p:spTgt spid="310"/>
                                        </p:tgtEl>
                                        <p:attrNameLst>
                                          <p:attrName>ppt_w</p:attrName>
                                        </p:attrNameLst>
                                      </p:cBhvr>
                                      <p:tavLst>
                                        <p:tav tm="0">
                                          <p:val>
                                            <p:strVal val="0"/>
                                          </p:val>
                                        </p:tav>
                                        <p:tav tm="100000">
                                          <p:val>
                                            <p:strVal val="#ppt_w"/>
                                          </p:val>
                                        </p:tav>
                                      </p:tavLst>
                                    </p:anim>
                                    <p:anim calcmode="lin" valueType="num">
                                      <p:cBhvr additive="base">
                                        <p:cTn id="121" dur="500"/>
                                        <p:tgtEl>
                                          <p:spTgt spid="310"/>
                                        </p:tgtEl>
                                        <p:attrNameLst>
                                          <p:attrName>ppt_h</p:attrName>
                                        </p:attrNameLst>
                                      </p:cBhvr>
                                      <p:tavLst>
                                        <p:tav tm="0">
                                          <p:val>
                                            <p:strVal val="0"/>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23" presetClass="entr" presetSubtype="16" fill="hold" nodeType="clickEffect">
                                  <p:stCondLst>
                                    <p:cond delay="0"/>
                                  </p:stCondLst>
                                  <p:childTnLst>
                                    <p:set>
                                      <p:cBhvr>
                                        <p:cTn id="125" dur="1" fill="hold">
                                          <p:stCondLst>
                                            <p:cond delay="0"/>
                                          </p:stCondLst>
                                        </p:cTn>
                                        <p:tgtEl>
                                          <p:spTgt spid="311">
                                            <p:txEl>
                                              <p:pRg st="0" end="0"/>
                                            </p:txEl>
                                          </p:spTgt>
                                        </p:tgtEl>
                                        <p:attrNameLst>
                                          <p:attrName>style.visibility</p:attrName>
                                        </p:attrNameLst>
                                      </p:cBhvr>
                                      <p:to>
                                        <p:strVal val="visible"/>
                                      </p:to>
                                    </p:set>
                                    <p:anim calcmode="lin" valueType="num">
                                      <p:cBhvr additive="base">
                                        <p:cTn id="126" dur="500"/>
                                        <p:tgtEl>
                                          <p:spTgt spid="311">
                                            <p:txEl>
                                              <p:pRg st="0" end="0"/>
                                            </p:txEl>
                                          </p:spTgt>
                                        </p:tgtEl>
                                        <p:attrNameLst>
                                          <p:attrName>ppt_w</p:attrName>
                                        </p:attrNameLst>
                                      </p:cBhvr>
                                      <p:tavLst>
                                        <p:tav tm="0">
                                          <p:val>
                                            <p:strVal val="0"/>
                                          </p:val>
                                        </p:tav>
                                        <p:tav tm="100000">
                                          <p:val>
                                            <p:strVal val="#ppt_w"/>
                                          </p:val>
                                        </p:tav>
                                      </p:tavLst>
                                    </p:anim>
                                    <p:anim calcmode="lin" valueType="num">
                                      <p:cBhvr additive="base">
                                        <p:cTn id="127" dur="500"/>
                                        <p:tgtEl>
                                          <p:spTgt spid="311">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23" presetClass="entr" presetSubtype="16" fill="hold" nodeType="clickEffect">
                                  <p:stCondLst>
                                    <p:cond delay="0"/>
                                  </p:stCondLst>
                                  <p:childTnLst>
                                    <p:set>
                                      <p:cBhvr>
                                        <p:cTn id="131" dur="1" fill="hold">
                                          <p:stCondLst>
                                            <p:cond delay="0"/>
                                          </p:stCondLst>
                                        </p:cTn>
                                        <p:tgtEl>
                                          <p:spTgt spid="311">
                                            <p:txEl>
                                              <p:pRg st="1" end="1"/>
                                            </p:txEl>
                                          </p:spTgt>
                                        </p:tgtEl>
                                        <p:attrNameLst>
                                          <p:attrName>style.visibility</p:attrName>
                                        </p:attrNameLst>
                                      </p:cBhvr>
                                      <p:to>
                                        <p:strVal val="visible"/>
                                      </p:to>
                                    </p:set>
                                    <p:anim calcmode="lin" valueType="num">
                                      <p:cBhvr additive="base">
                                        <p:cTn id="132" dur="500"/>
                                        <p:tgtEl>
                                          <p:spTgt spid="311">
                                            <p:txEl>
                                              <p:pRg st="1" end="1"/>
                                            </p:txEl>
                                          </p:spTgt>
                                        </p:tgtEl>
                                        <p:attrNameLst>
                                          <p:attrName>ppt_w</p:attrName>
                                        </p:attrNameLst>
                                      </p:cBhvr>
                                      <p:tavLst>
                                        <p:tav tm="0">
                                          <p:val>
                                            <p:strVal val="0"/>
                                          </p:val>
                                        </p:tav>
                                        <p:tav tm="100000">
                                          <p:val>
                                            <p:strVal val="#ppt_w"/>
                                          </p:val>
                                        </p:tav>
                                      </p:tavLst>
                                    </p:anim>
                                    <p:anim calcmode="lin" valueType="num">
                                      <p:cBhvr additive="base">
                                        <p:cTn id="133" dur="500"/>
                                        <p:tgtEl>
                                          <p:spTgt spid="311">
                                            <p:txEl>
                                              <p:pRg st="1" end="1"/>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grpSp>
        <p:nvGrpSpPr>
          <p:cNvPr id="323" name="Google Shape;323;p7"/>
          <p:cNvGrpSpPr/>
          <p:nvPr/>
        </p:nvGrpSpPr>
        <p:grpSpPr>
          <a:xfrm>
            <a:off x="608965" y="1479881"/>
            <a:ext cx="1928197" cy="3757501"/>
            <a:chOff x="608965" y="1479881"/>
            <a:chExt cx="1928197" cy="3757501"/>
          </a:xfrm>
        </p:grpSpPr>
        <p:sp>
          <p:nvSpPr>
            <p:cNvPr id="324" name="Google Shape;324;p7"/>
            <p:cNvSpPr/>
            <p:nvPr/>
          </p:nvSpPr>
          <p:spPr>
            <a:xfrm>
              <a:off x="608965" y="2181935"/>
              <a:ext cx="1874803" cy="3055447"/>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txBox="1"/>
            <p:nvPr/>
          </p:nvSpPr>
          <p:spPr>
            <a:xfrm>
              <a:off x="608966" y="1479881"/>
              <a:ext cx="1928196"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595959"/>
                  </a:solidFill>
                  <a:latin typeface="Arial"/>
                  <a:ea typeface="Arial"/>
                  <a:cs typeface="Arial"/>
                  <a:sym typeface="Arial"/>
                </a:rPr>
                <a:t>CLASE</a:t>
              </a:r>
              <a:endParaRPr sz="1900" b="1">
                <a:solidFill>
                  <a:srgbClr val="0A0AFE"/>
                </a:solidFill>
                <a:latin typeface="Arial"/>
                <a:ea typeface="Arial"/>
                <a:cs typeface="Arial"/>
                <a:sym typeface="Arial"/>
              </a:endParaRPr>
            </a:p>
            <a:p>
              <a:pPr marL="0" marR="0" lvl="0" indent="0" algn="ctr" rtl="0">
                <a:spcBef>
                  <a:spcPts val="0"/>
                </a:spcBef>
                <a:spcAft>
                  <a:spcPts val="0"/>
                </a:spcAft>
                <a:buNone/>
              </a:pPr>
              <a:r>
                <a:rPr lang="es-ES" sz="1900" b="1">
                  <a:solidFill>
                    <a:srgbClr val="0A0AFE"/>
                  </a:solidFill>
                  <a:latin typeface="Arial"/>
                  <a:ea typeface="Arial"/>
                  <a:cs typeface="Arial"/>
                  <a:sym typeface="Arial"/>
                </a:rPr>
                <a:t>Temperatura</a:t>
              </a:r>
              <a:endParaRPr sz="1900" b="1">
                <a:solidFill>
                  <a:schemeClr val="dk1"/>
                </a:solidFill>
                <a:latin typeface="Arial"/>
                <a:ea typeface="Arial"/>
                <a:cs typeface="Arial"/>
                <a:sym typeface="Arial"/>
              </a:endParaRPr>
            </a:p>
          </p:txBody>
        </p:sp>
      </p:grpSp>
      <p:sp>
        <p:nvSpPr>
          <p:cNvPr id="326" name="Google Shape;326;p7"/>
          <p:cNvSpPr/>
          <p:nvPr/>
        </p:nvSpPr>
        <p:spPr>
          <a:xfrm>
            <a:off x="3131840" y="1124744"/>
            <a:ext cx="5184576" cy="496855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27" name="Google Shape;327;p7"/>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de uso de array en clase II</a:t>
            </a:r>
            <a:endParaRPr/>
          </a:p>
        </p:txBody>
      </p:sp>
      <p:grpSp>
        <p:nvGrpSpPr>
          <p:cNvPr id="328" name="Google Shape;328;p7"/>
          <p:cNvGrpSpPr/>
          <p:nvPr/>
        </p:nvGrpSpPr>
        <p:grpSpPr>
          <a:xfrm>
            <a:off x="1141016" y="2433682"/>
            <a:ext cx="864096" cy="2409522"/>
            <a:chOff x="1763688" y="1739558"/>
            <a:chExt cx="864096" cy="2409522"/>
          </a:xfrm>
        </p:grpSpPr>
        <p:grpSp>
          <p:nvGrpSpPr>
            <p:cNvPr id="329" name="Google Shape;329;p7"/>
            <p:cNvGrpSpPr/>
            <p:nvPr/>
          </p:nvGrpSpPr>
          <p:grpSpPr>
            <a:xfrm>
              <a:off x="1861096" y="2029772"/>
              <a:ext cx="672604" cy="2119308"/>
              <a:chOff x="5376788" y="1868492"/>
              <a:chExt cx="672604" cy="2119308"/>
            </a:xfrm>
          </p:grpSpPr>
          <p:sp>
            <p:nvSpPr>
              <p:cNvPr id="330" name="Google Shape;330;p7"/>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1" name="Google Shape;331;p7"/>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2" name="Google Shape;332;p7"/>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3" name="Google Shape;333;p7"/>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4" name="Google Shape;334;p7"/>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5" name="Google Shape;335;p7"/>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6" name="Google Shape;336;p7"/>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37" name="Google Shape;337;p7"/>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338" name="Google Shape;338;p7"/>
            <p:cNvSpPr txBox="1"/>
            <p:nvPr/>
          </p:nvSpPr>
          <p:spPr>
            <a:xfrm>
              <a:off x="1763688" y="1739558"/>
              <a:ext cx="8640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grpSp>
      <p:sp>
        <p:nvSpPr>
          <p:cNvPr id="339" name="Google Shape;339;p7"/>
          <p:cNvSpPr/>
          <p:nvPr/>
        </p:nvSpPr>
        <p:spPr>
          <a:xfrm>
            <a:off x="3328014" y="1253609"/>
            <a:ext cx="2808312" cy="4740785"/>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class Temperatura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a:t>
            </a:r>
            <a:endParaRPr/>
          </a:p>
        </p:txBody>
      </p:sp>
      <p:sp>
        <p:nvSpPr>
          <p:cNvPr id="340" name="Google Shape;340;p7"/>
          <p:cNvSpPr/>
          <p:nvPr/>
        </p:nvSpPr>
        <p:spPr>
          <a:xfrm>
            <a:off x="3779912" y="1541641"/>
            <a:ext cx="3456384"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int[</a:t>
            </a:r>
            <a:r>
              <a:rPr lang="es-ES" sz="400">
                <a:solidFill>
                  <a:schemeClr val="dk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5B5BFF"/>
                </a:solidFill>
                <a:latin typeface="Arial"/>
                <a:ea typeface="Arial"/>
                <a:cs typeface="Arial"/>
                <a:sym typeface="Arial"/>
              </a:rPr>
              <a:t>temp</a:t>
            </a:r>
            <a:r>
              <a:rPr lang="es-ES" sz="1600">
                <a:solidFill>
                  <a:srgbClr val="5B5BFF"/>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341" name="Google Shape;341;p7"/>
          <p:cNvSpPr/>
          <p:nvPr/>
        </p:nvSpPr>
        <p:spPr>
          <a:xfrm>
            <a:off x="3779912" y="1901681"/>
            <a:ext cx="3855144"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a:t>
            </a:r>
            <a:r>
              <a:rPr lang="es-ES" sz="1600">
                <a:solidFill>
                  <a:srgbClr val="5B5BFF"/>
                </a:solidFill>
                <a:latin typeface="Arial"/>
                <a:ea typeface="Arial"/>
                <a:cs typeface="Arial"/>
                <a:sym typeface="Arial"/>
              </a:rPr>
              <a:t> </a:t>
            </a:r>
            <a:r>
              <a:rPr lang="es-ES" sz="1600">
                <a:solidFill>
                  <a:srgbClr val="FF0000"/>
                </a:solidFill>
                <a:latin typeface="Arial"/>
                <a:ea typeface="Arial"/>
                <a:cs typeface="Arial"/>
                <a:sym typeface="Arial"/>
              </a:rPr>
              <a:t>Temperatura(</a:t>
            </a:r>
            <a:r>
              <a:rPr lang="es-ES" sz="1600">
                <a:solidFill>
                  <a:schemeClr val="dk1"/>
                </a:solidFill>
                <a:latin typeface="Arial"/>
                <a:ea typeface="Arial"/>
                <a:cs typeface="Arial"/>
                <a:sym typeface="Arial"/>
              </a:rPr>
              <a:t>int</a:t>
            </a:r>
            <a:r>
              <a:rPr lang="es-ES" sz="1600">
                <a:solidFill>
                  <a:srgbClr val="00B050"/>
                </a:solidFill>
                <a:latin typeface="Arial"/>
                <a:ea typeface="Arial"/>
                <a:cs typeface="Arial"/>
                <a:sym typeface="Arial"/>
              </a:rPr>
              <a:t> tam</a:t>
            </a:r>
            <a:r>
              <a:rPr lang="es-ES" sz="1600">
                <a:solidFill>
                  <a:srgbClr val="FF0000"/>
                </a:solidFill>
                <a:latin typeface="Arial"/>
                <a:ea typeface="Arial"/>
                <a:cs typeface="Arial"/>
                <a:sym typeface="Arial"/>
              </a:rPr>
              <a:t>) {</a:t>
            </a:r>
            <a:r>
              <a:rPr lang="es-ES" sz="1600">
                <a:solidFill>
                  <a:srgbClr val="5B5BFF"/>
                </a:solidFill>
                <a:latin typeface="Arial"/>
                <a:ea typeface="Arial"/>
                <a:cs typeface="Arial"/>
                <a:sym typeface="Arial"/>
              </a:rPr>
              <a:t> . . . </a:t>
            </a:r>
            <a:r>
              <a:rPr lang="es-ES" sz="1600">
                <a:solidFill>
                  <a:srgbClr val="FF0000"/>
                </a:solidFill>
                <a:latin typeface="Arial"/>
                <a:ea typeface="Arial"/>
                <a:cs typeface="Arial"/>
                <a:sym typeface="Arial"/>
              </a:rPr>
              <a:t>}</a:t>
            </a:r>
            <a:endParaRPr/>
          </a:p>
        </p:txBody>
      </p:sp>
      <p:sp>
        <p:nvSpPr>
          <p:cNvPr id="342" name="Google Shape;342;p7"/>
          <p:cNvSpPr/>
          <p:nvPr/>
        </p:nvSpPr>
        <p:spPr>
          <a:xfrm>
            <a:off x="3779912" y="2189713"/>
            <a:ext cx="3496725"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generar() {</a:t>
            </a:r>
            <a:r>
              <a:rPr lang="es-ES" sz="1600">
                <a:solidFill>
                  <a:srgbClr val="5B5BFF"/>
                </a:solidFill>
                <a:latin typeface="Arial"/>
                <a:ea typeface="Arial"/>
                <a:cs typeface="Arial"/>
                <a:sym typeface="Arial"/>
              </a:rPr>
              <a:t> . . . </a:t>
            </a:r>
            <a:r>
              <a:rPr lang="es-ES" sz="1600">
                <a:solidFill>
                  <a:srgbClr val="FF0000"/>
                </a:solidFill>
                <a:latin typeface="Arial"/>
                <a:ea typeface="Arial"/>
                <a:cs typeface="Arial"/>
                <a:sym typeface="Arial"/>
              </a:rPr>
              <a:t>}</a:t>
            </a:r>
            <a:endParaRPr/>
          </a:p>
        </p:txBody>
      </p:sp>
      <p:sp>
        <p:nvSpPr>
          <p:cNvPr id="343" name="Google Shape;343;p7"/>
          <p:cNvSpPr/>
          <p:nvPr/>
        </p:nvSpPr>
        <p:spPr>
          <a:xfrm>
            <a:off x="3779912" y="2477745"/>
            <a:ext cx="2808312"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mostrar() {</a:t>
            </a:r>
            <a:r>
              <a:rPr lang="es-ES" sz="1600">
                <a:solidFill>
                  <a:srgbClr val="5B5BFF"/>
                </a:solidFill>
                <a:latin typeface="Arial"/>
                <a:ea typeface="Arial"/>
                <a:cs typeface="Arial"/>
                <a:sym typeface="Arial"/>
              </a:rPr>
              <a:t> . . . </a:t>
            </a:r>
            <a:r>
              <a:rPr lang="es-ES" sz="1600">
                <a:solidFill>
                  <a:srgbClr val="FF0000"/>
                </a:solidFill>
                <a:latin typeface="Arial"/>
                <a:ea typeface="Arial"/>
                <a:cs typeface="Arial"/>
                <a:sym typeface="Arial"/>
              </a:rPr>
              <a:t>}</a:t>
            </a:r>
            <a:endParaRPr/>
          </a:p>
        </p:txBody>
      </p:sp>
      <p:sp>
        <p:nvSpPr>
          <p:cNvPr id="344" name="Google Shape;344;p7"/>
          <p:cNvSpPr txBox="1"/>
          <p:nvPr/>
        </p:nvSpPr>
        <p:spPr>
          <a:xfrm>
            <a:off x="1371691" y="2780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345" name="Google Shape;345;p7"/>
          <p:cNvSpPr txBox="1"/>
          <p:nvPr/>
        </p:nvSpPr>
        <p:spPr>
          <a:xfrm>
            <a:off x="1371691" y="3068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346" name="Google Shape;346;p7"/>
          <p:cNvSpPr txBox="1"/>
          <p:nvPr/>
        </p:nvSpPr>
        <p:spPr>
          <a:xfrm>
            <a:off x="1371691" y="33528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347" name="Google Shape;347;p7"/>
          <p:cNvSpPr txBox="1"/>
          <p:nvPr/>
        </p:nvSpPr>
        <p:spPr>
          <a:xfrm>
            <a:off x="1371691" y="364502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348" name="Google Shape;348;p7"/>
          <p:cNvSpPr txBox="1"/>
          <p:nvPr/>
        </p:nvSpPr>
        <p:spPr>
          <a:xfrm>
            <a:off x="1371691" y="3933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349" name="Google Shape;349;p7"/>
          <p:cNvSpPr txBox="1"/>
          <p:nvPr/>
        </p:nvSpPr>
        <p:spPr>
          <a:xfrm>
            <a:off x="1371691" y="42168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350" name="Google Shape;350;p7"/>
          <p:cNvSpPr txBox="1"/>
          <p:nvPr/>
        </p:nvSpPr>
        <p:spPr>
          <a:xfrm>
            <a:off x="1371691" y="4504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351" name="Google Shape;351;p7"/>
          <p:cNvSpPr/>
          <p:nvPr/>
        </p:nvSpPr>
        <p:spPr>
          <a:xfrm>
            <a:off x="3781411" y="2895062"/>
            <a:ext cx="4174965" cy="170258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int </a:t>
            </a:r>
            <a:r>
              <a:rPr lang="es-ES" sz="1600">
                <a:solidFill>
                  <a:srgbClr val="FF0000"/>
                </a:solidFill>
                <a:latin typeface="Arial"/>
                <a:ea typeface="Arial"/>
                <a:cs typeface="Arial"/>
                <a:sym typeface="Arial"/>
              </a:rPr>
              <a:t>getSuma() {</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int suma = 0;</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for(int </a:t>
            </a: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 0; </a:t>
            </a: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 &lt; </a:t>
            </a:r>
            <a:r>
              <a:rPr lang="es-ES" sz="1600" b="1">
                <a:solidFill>
                  <a:schemeClr val="accent1"/>
                </a:solidFill>
                <a:latin typeface="Arial"/>
                <a:ea typeface="Arial"/>
                <a:cs typeface="Arial"/>
                <a:sym typeface="Arial"/>
              </a:rPr>
              <a:t>temp</a:t>
            </a:r>
            <a:r>
              <a:rPr lang="es-ES" sz="1600">
                <a:solidFill>
                  <a:schemeClr val="dk1"/>
                </a:solidFill>
                <a:latin typeface="Arial"/>
                <a:ea typeface="Arial"/>
                <a:cs typeface="Arial"/>
                <a:sym typeface="Arial"/>
              </a:rPr>
              <a:t>.</a:t>
            </a:r>
            <a:r>
              <a:rPr lang="es-ES" sz="1600">
                <a:solidFill>
                  <a:srgbClr val="00B050"/>
                </a:solidFill>
                <a:latin typeface="Arial"/>
                <a:ea typeface="Arial"/>
                <a:cs typeface="Arial"/>
                <a:sym typeface="Arial"/>
              </a:rPr>
              <a:t>length </a:t>
            </a:r>
            <a:r>
              <a:rPr lang="es-ES" sz="1600">
                <a:solidFill>
                  <a:schemeClr val="dk1"/>
                </a:solidFill>
                <a:latin typeface="Arial"/>
                <a:ea typeface="Arial"/>
                <a:cs typeface="Arial"/>
                <a:sym typeface="Arial"/>
              </a:rPr>
              <a:t>;</a:t>
            </a:r>
            <a:r>
              <a:rPr lang="es-ES" sz="1600" b="1">
                <a:solidFill>
                  <a:srgbClr val="E8890A"/>
                </a:solidFill>
                <a:latin typeface="Arial"/>
                <a:ea typeface="Arial"/>
                <a:cs typeface="Arial"/>
                <a:sym typeface="Arial"/>
              </a:rPr>
              <a:t> i</a:t>
            </a:r>
            <a:r>
              <a:rPr lang="es-ES" sz="16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b="1">
                <a:solidFill>
                  <a:schemeClr val="accent1"/>
                </a:solidFill>
                <a:latin typeface="Arial"/>
                <a:ea typeface="Arial"/>
                <a:cs typeface="Arial"/>
                <a:sym typeface="Arial"/>
              </a:rPr>
              <a:t>             </a:t>
            </a:r>
            <a:r>
              <a:rPr lang="es-ES" sz="1600">
                <a:solidFill>
                  <a:schemeClr val="dk1"/>
                </a:solidFill>
                <a:latin typeface="Arial"/>
                <a:ea typeface="Arial"/>
                <a:cs typeface="Arial"/>
                <a:sym typeface="Arial"/>
              </a:rPr>
              <a:t>suma +</a:t>
            </a:r>
            <a:r>
              <a:rPr lang="es-ES" sz="1600" b="1">
                <a:solidFill>
                  <a:schemeClr val="dk1"/>
                </a:solidFill>
                <a:latin typeface="Arial"/>
                <a:ea typeface="Arial"/>
                <a:cs typeface="Arial"/>
                <a:sym typeface="Arial"/>
              </a:rPr>
              <a:t>= </a:t>
            </a:r>
            <a:r>
              <a:rPr lang="es-ES" sz="1600" b="1">
                <a:solidFill>
                  <a:schemeClr val="accent1"/>
                </a:solidFill>
                <a:latin typeface="Arial"/>
                <a:ea typeface="Arial"/>
                <a:cs typeface="Arial"/>
                <a:sym typeface="Arial"/>
              </a:rPr>
              <a:t>temp[</a:t>
            </a:r>
            <a:r>
              <a:rPr lang="es-ES" sz="1600" b="1">
                <a:solidFill>
                  <a:srgbClr val="E8890A"/>
                </a:solidFill>
                <a:latin typeface="Arial"/>
                <a:ea typeface="Arial"/>
                <a:cs typeface="Arial"/>
                <a:sym typeface="Arial"/>
              </a:rPr>
              <a:t>i</a:t>
            </a:r>
            <a:r>
              <a:rPr lang="es-ES" sz="1600" b="1">
                <a:solidFill>
                  <a:schemeClr val="accent1"/>
                </a:solidFill>
                <a:latin typeface="Arial"/>
                <a:ea typeface="Arial"/>
                <a:cs typeface="Arial"/>
                <a:sym typeface="Arial"/>
              </a:rPr>
              <a:t>]</a:t>
            </a:r>
            <a:r>
              <a:rPr lang="es-ES" sz="1600">
                <a:solidFill>
                  <a:schemeClr val="dk1"/>
                </a:solidFill>
                <a:latin typeface="Arial"/>
                <a:ea typeface="Arial"/>
                <a:cs typeface="Arial"/>
                <a:sym typeface="Arial"/>
              </a:rPr>
              <a:t> ;</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return  suma;</a:t>
            </a:r>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352" name="Google Shape;352;p7"/>
          <p:cNvSpPr/>
          <p:nvPr/>
        </p:nvSpPr>
        <p:spPr>
          <a:xfrm>
            <a:off x="3779912" y="4538163"/>
            <a:ext cx="4174965" cy="963918"/>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float getMedia</a:t>
            </a:r>
            <a:r>
              <a:rPr lang="es-ES" sz="16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        </a:t>
            </a:r>
            <a:r>
              <a:rPr lang="es-ES" sz="1600">
                <a:solidFill>
                  <a:schemeClr val="dk1"/>
                </a:solidFill>
                <a:latin typeface="Arial"/>
                <a:ea typeface="Arial"/>
                <a:cs typeface="Arial"/>
                <a:sym typeface="Arial"/>
              </a:rPr>
              <a:t>return</a:t>
            </a:r>
            <a:r>
              <a:rPr lang="es-ES" sz="1600">
                <a:solidFill>
                  <a:srgbClr val="FF0000"/>
                </a:solidFill>
                <a:latin typeface="Arial"/>
                <a:ea typeface="Arial"/>
                <a:cs typeface="Arial"/>
                <a:sym typeface="Arial"/>
              </a:rPr>
              <a:t> getSuma() </a:t>
            </a:r>
            <a:r>
              <a:rPr lang="es-ES" sz="1600">
                <a:solidFill>
                  <a:schemeClr val="dk1"/>
                </a:solidFill>
                <a:latin typeface="Arial"/>
                <a:ea typeface="Arial"/>
                <a:cs typeface="Arial"/>
                <a:sym typeface="Arial"/>
              </a:rPr>
              <a:t>/</a:t>
            </a:r>
            <a:r>
              <a:rPr lang="es-ES" sz="1600">
                <a:solidFill>
                  <a:srgbClr val="FF0000"/>
                </a:solidFill>
                <a:latin typeface="Arial"/>
                <a:ea typeface="Arial"/>
                <a:cs typeface="Arial"/>
                <a:sym typeface="Arial"/>
              </a:rPr>
              <a:t> </a:t>
            </a:r>
            <a:r>
              <a:rPr lang="es-ES" sz="1600" b="1">
                <a:solidFill>
                  <a:schemeClr val="accent1"/>
                </a:solidFill>
                <a:latin typeface="Arial"/>
                <a:ea typeface="Arial"/>
                <a:cs typeface="Arial"/>
                <a:sym typeface="Arial"/>
              </a:rPr>
              <a:t>temp</a:t>
            </a:r>
            <a:r>
              <a:rPr lang="es-ES" sz="1600">
                <a:solidFill>
                  <a:schemeClr val="dk1"/>
                </a:solidFill>
                <a:latin typeface="Arial"/>
                <a:ea typeface="Arial"/>
                <a:cs typeface="Arial"/>
                <a:sym typeface="Arial"/>
              </a:rPr>
              <a:t>.</a:t>
            </a:r>
            <a:r>
              <a:rPr lang="es-ES" sz="1600">
                <a:solidFill>
                  <a:srgbClr val="00B050"/>
                </a:solidFill>
                <a:latin typeface="Arial"/>
                <a:ea typeface="Arial"/>
                <a:cs typeface="Arial"/>
                <a:sym typeface="Arial"/>
              </a:rPr>
              <a:t>length</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grpSp>
        <p:nvGrpSpPr>
          <p:cNvPr id="357" name="Google Shape;357;p8"/>
          <p:cNvGrpSpPr/>
          <p:nvPr/>
        </p:nvGrpSpPr>
        <p:grpSpPr>
          <a:xfrm>
            <a:off x="608965" y="1479881"/>
            <a:ext cx="1928197" cy="3757501"/>
            <a:chOff x="608965" y="1479881"/>
            <a:chExt cx="1928197" cy="3757501"/>
          </a:xfrm>
        </p:grpSpPr>
        <p:sp>
          <p:nvSpPr>
            <p:cNvPr id="358" name="Google Shape;358;p8"/>
            <p:cNvSpPr/>
            <p:nvPr/>
          </p:nvSpPr>
          <p:spPr>
            <a:xfrm>
              <a:off x="608965" y="2181935"/>
              <a:ext cx="1874803" cy="3055447"/>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8"/>
            <p:cNvSpPr txBox="1"/>
            <p:nvPr/>
          </p:nvSpPr>
          <p:spPr>
            <a:xfrm>
              <a:off x="608966" y="1479881"/>
              <a:ext cx="1928196"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595959"/>
                  </a:solidFill>
                  <a:latin typeface="Arial"/>
                  <a:ea typeface="Arial"/>
                  <a:cs typeface="Arial"/>
                  <a:sym typeface="Arial"/>
                </a:rPr>
                <a:t>CLASE</a:t>
              </a:r>
              <a:endParaRPr sz="1900" b="1">
                <a:solidFill>
                  <a:srgbClr val="0A0AFE"/>
                </a:solidFill>
                <a:latin typeface="Arial"/>
                <a:ea typeface="Arial"/>
                <a:cs typeface="Arial"/>
                <a:sym typeface="Arial"/>
              </a:endParaRPr>
            </a:p>
            <a:p>
              <a:pPr marL="0" marR="0" lvl="0" indent="0" algn="ctr" rtl="0">
                <a:spcBef>
                  <a:spcPts val="0"/>
                </a:spcBef>
                <a:spcAft>
                  <a:spcPts val="0"/>
                </a:spcAft>
                <a:buNone/>
              </a:pPr>
              <a:r>
                <a:rPr lang="es-ES" sz="1900" b="1">
                  <a:solidFill>
                    <a:srgbClr val="0A0AFE"/>
                  </a:solidFill>
                  <a:latin typeface="Arial"/>
                  <a:ea typeface="Arial"/>
                  <a:cs typeface="Arial"/>
                  <a:sym typeface="Arial"/>
                </a:rPr>
                <a:t>Temperatura</a:t>
              </a:r>
              <a:endParaRPr sz="1900" b="1">
                <a:solidFill>
                  <a:schemeClr val="dk1"/>
                </a:solidFill>
                <a:latin typeface="Arial"/>
                <a:ea typeface="Arial"/>
                <a:cs typeface="Arial"/>
                <a:sym typeface="Arial"/>
              </a:endParaRPr>
            </a:p>
          </p:txBody>
        </p:sp>
      </p:grpSp>
      <p:sp>
        <p:nvSpPr>
          <p:cNvPr id="360" name="Google Shape;360;p8"/>
          <p:cNvSpPr/>
          <p:nvPr/>
        </p:nvSpPr>
        <p:spPr>
          <a:xfrm>
            <a:off x="3131840" y="1124744"/>
            <a:ext cx="5184576" cy="496855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61" name="Google Shape;361;p8"/>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de uso de array en clase III</a:t>
            </a:r>
            <a:endParaRPr/>
          </a:p>
        </p:txBody>
      </p:sp>
      <p:grpSp>
        <p:nvGrpSpPr>
          <p:cNvPr id="362" name="Google Shape;362;p8"/>
          <p:cNvGrpSpPr/>
          <p:nvPr/>
        </p:nvGrpSpPr>
        <p:grpSpPr>
          <a:xfrm>
            <a:off x="1141016" y="2433682"/>
            <a:ext cx="864096" cy="2409522"/>
            <a:chOff x="1763688" y="1739558"/>
            <a:chExt cx="864096" cy="2409522"/>
          </a:xfrm>
        </p:grpSpPr>
        <p:grpSp>
          <p:nvGrpSpPr>
            <p:cNvPr id="363" name="Google Shape;363;p8"/>
            <p:cNvGrpSpPr/>
            <p:nvPr/>
          </p:nvGrpSpPr>
          <p:grpSpPr>
            <a:xfrm>
              <a:off x="1861096" y="2029772"/>
              <a:ext cx="672604" cy="2119308"/>
              <a:chOff x="5376788" y="1868492"/>
              <a:chExt cx="672604" cy="2119308"/>
            </a:xfrm>
          </p:grpSpPr>
          <p:sp>
            <p:nvSpPr>
              <p:cNvPr id="364" name="Google Shape;364;p8"/>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65" name="Google Shape;365;p8"/>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66" name="Google Shape;366;p8"/>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67" name="Google Shape;367;p8"/>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68" name="Google Shape;368;p8"/>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69" name="Google Shape;369;p8"/>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70" name="Google Shape;370;p8"/>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71" name="Google Shape;371;p8"/>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372" name="Google Shape;372;p8"/>
            <p:cNvSpPr txBox="1"/>
            <p:nvPr/>
          </p:nvSpPr>
          <p:spPr>
            <a:xfrm>
              <a:off x="1763688" y="1739558"/>
              <a:ext cx="8640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grpSp>
      <p:sp>
        <p:nvSpPr>
          <p:cNvPr id="373" name="Google Shape;373;p8"/>
          <p:cNvSpPr/>
          <p:nvPr/>
        </p:nvSpPr>
        <p:spPr>
          <a:xfrm>
            <a:off x="3328014" y="1277434"/>
            <a:ext cx="2808312" cy="4740785"/>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class Temperatura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a:t>
            </a:r>
            <a:endParaRPr/>
          </a:p>
        </p:txBody>
      </p:sp>
      <p:sp>
        <p:nvSpPr>
          <p:cNvPr id="374" name="Google Shape;374;p8"/>
          <p:cNvSpPr/>
          <p:nvPr/>
        </p:nvSpPr>
        <p:spPr>
          <a:xfrm>
            <a:off x="3779912" y="1637474"/>
            <a:ext cx="3456384"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int[</a:t>
            </a:r>
            <a:r>
              <a:rPr lang="es-ES" sz="400">
                <a:solidFill>
                  <a:schemeClr val="dk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5B5BFF"/>
                </a:solidFill>
                <a:latin typeface="Arial"/>
                <a:ea typeface="Arial"/>
                <a:cs typeface="Arial"/>
                <a:sym typeface="Arial"/>
              </a:rPr>
              <a:t>temp</a:t>
            </a:r>
            <a:r>
              <a:rPr lang="es-ES" sz="1600">
                <a:solidFill>
                  <a:srgbClr val="5B5BFF"/>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375" name="Google Shape;375;p8"/>
          <p:cNvSpPr/>
          <p:nvPr/>
        </p:nvSpPr>
        <p:spPr>
          <a:xfrm>
            <a:off x="3779912" y="1997514"/>
            <a:ext cx="3855144"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a:t>
            </a:r>
            <a:r>
              <a:rPr lang="es-ES" sz="1600">
                <a:solidFill>
                  <a:srgbClr val="5B5BFF"/>
                </a:solidFill>
                <a:latin typeface="Arial"/>
                <a:ea typeface="Arial"/>
                <a:cs typeface="Arial"/>
                <a:sym typeface="Arial"/>
              </a:rPr>
              <a:t> </a:t>
            </a:r>
            <a:r>
              <a:rPr lang="es-ES" sz="1600">
                <a:solidFill>
                  <a:srgbClr val="FF0000"/>
                </a:solidFill>
                <a:latin typeface="Arial"/>
                <a:ea typeface="Arial"/>
                <a:cs typeface="Arial"/>
                <a:sym typeface="Arial"/>
              </a:rPr>
              <a:t>Temperatura(</a:t>
            </a:r>
            <a:r>
              <a:rPr lang="es-ES" sz="1600">
                <a:solidFill>
                  <a:schemeClr val="dk1"/>
                </a:solidFill>
                <a:latin typeface="Arial"/>
                <a:ea typeface="Arial"/>
                <a:cs typeface="Arial"/>
                <a:sym typeface="Arial"/>
              </a:rPr>
              <a:t>int</a:t>
            </a:r>
            <a:r>
              <a:rPr lang="es-ES" sz="1600">
                <a:solidFill>
                  <a:srgbClr val="00B050"/>
                </a:solidFill>
                <a:latin typeface="Arial"/>
                <a:ea typeface="Arial"/>
                <a:cs typeface="Arial"/>
                <a:sym typeface="Arial"/>
              </a:rPr>
              <a:t> tam</a:t>
            </a:r>
            <a:r>
              <a:rPr lang="es-ES" sz="1600">
                <a:solidFill>
                  <a:srgbClr val="FF0000"/>
                </a:solidFill>
                <a:latin typeface="Arial"/>
                <a:ea typeface="Arial"/>
                <a:cs typeface="Arial"/>
                <a:sym typeface="Arial"/>
              </a:rPr>
              <a:t>) {</a:t>
            </a:r>
            <a:r>
              <a:rPr lang="es-ES" sz="1600">
                <a:solidFill>
                  <a:srgbClr val="5B5BFF"/>
                </a:solidFill>
                <a:latin typeface="Arial"/>
                <a:ea typeface="Arial"/>
                <a:cs typeface="Arial"/>
                <a:sym typeface="Arial"/>
              </a:rPr>
              <a:t> . . . </a:t>
            </a:r>
            <a:r>
              <a:rPr lang="es-ES" sz="1600">
                <a:solidFill>
                  <a:srgbClr val="FF0000"/>
                </a:solidFill>
                <a:latin typeface="Arial"/>
                <a:ea typeface="Arial"/>
                <a:cs typeface="Arial"/>
                <a:sym typeface="Arial"/>
              </a:rPr>
              <a:t>}</a:t>
            </a:r>
            <a:endParaRPr/>
          </a:p>
        </p:txBody>
      </p:sp>
      <p:sp>
        <p:nvSpPr>
          <p:cNvPr id="376" name="Google Shape;376;p8"/>
          <p:cNvSpPr/>
          <p:nvPr/>
        </p:nvSpPr>
        <p:spPr>
          <a:xfrm>
            <a:off x="3779912" y="2285546"/>
            <a:ext cx="3496725"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generar() {</a:t>
            </a:r>
            <a:r>
              <a:rPr lang="es-ES" sz="1600">
                <a:solidFill>
                  <a:srgbClr val="5B5BFF"/>
                </a:solidFill>
                <a:latin typeface="Arial"/>
                <a:ea typeface="Arial"/>
                <a:cs typeface="Arial"/>
                <a:sym typeface="Arial"/>
              </a:rPr>
              <a:t> . . . </a:t>
            </a:r>
            <a:r>
              <a:rPr lang="es-ES" sz="1600">
                <a:solidFill>
                  <a:srgbClr val="FF0000"/>
                </a:solidFill>
                <a:latin typeface="Arial"/>
                <a:ea typeface="Arial"/>
                <a:cs typeface="Arial"/>
                <a:sym typeface="Arial"/>
              </a:rPr>
              <a:t>}</a:t>
            </a:r>
            <a:endParaRPr/>
          </a:p>
        </p:txBody>
      </p:sp>
      <p:sp>
        <p:nvSpPr>
          <p:cNvPr id="377" name="Google Shape;377;p8"/>
          <p:cNvSpPr/>
          <p:nvPr/>
        </p:nvSpPr>
        <p:spPr>
          <a:xfrm>
            <a:off x="3779912" y="2573578"/>
            <a:ext cx="2808312"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mostrar() {</a:t>
            </a:r>
            <a:r>
              <a:rPr lang="es-ES" sz="1600">
                <a:solidFill>
                  <a:srgbClr val="5B5BFF"/>
                </a:solidFill>
                <a:latin typeface="Arial"/>
                <a:ea typeface="Arial"/>
                <a:cs typeface="Arial"/>
                <a:sym typeface="Arial"/>
              </a:rPr>
              <a:t> . . . </a:t>
            </a:r>
            <a:r>
              <a:rPr lang="es-ES" sz="1600">
                <a:solidFill>
                  <a:srgbClr val="FF0000"/>
                </a:solidFill>
                <a:latin typeface="Arial"/>
                <a:ea typeface="Arial"/>
                <a:cs typeface="Arial"/>
                <a:sym typeface="Arial"/>
              </a:rPr>
              <a:t>}</a:t>
            </a:r>
            <a:endParaRPr/>
          </a:p>
        </p:txBody>
      </p:sp>
      <p:sp>
        <p:nvSpPr>
          <p:cNvPr id="378" name="Google Shape;378;p8"/>
          <p:cNvSpPr txBox="1"/>
          <p:nvPr/>
        </p:nvSpPr>
        <p:spPr>
          <a:xfrm>
            <a:off x="1371691" y="2780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379" name="Google Shape;379;p8"/>
          <p:cNvSpPr txBox="1"/>
          <p:nvPr/>
        </p:nvSpPr>
        <p:spPr>
          <a:xfrm>
            <a:off x="1371691" y="3068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22</a:t>
            </a:r>
            <a:endParaRPr/>
          </a:p>
        </p:txBody>
      </p:sp>
      <p:sp>
        <p:nvSpPr>
          <p:cNvPr id="380" name="Google Shape;380;p8"/>
          <p:cNvSpPr txBox="1"/>
          <p:nvPr/>
        </p:nvSpPr>
        <p:spPr>
          <a:xfrm>
            <a:off x="1371691" y="33528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381" name="Google Shape;381;p8"/>
          <p:cNvSpPr txBox="1"/>
          <p:nvPr/>
        </p:nvSpPr>
        <p:spPr>
          <a:xfrm>
            <a:off x="1371691" y="364502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382" name="Google Shape;382;p8"/>
          <p:cNvSpPr txBox="1"/>
          <p:nvPr/>
        </p:nvSpPr>
        <p:spPr>
          <a:xfrm>
            <a:off x="1371691" y="3933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383" name="Google Shape;383;p8"/>
          <p:cNvSpPr txBox="1"/>
          <p:nvPr/>
        </p:nvSpPr>
        <p:spPr>
          <a:xfrm>
            <a:off x="1371691" y="42168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384" name="Google Shape;384;p8"/>
          <p:cNvSpPr txBox="1"/>
          <p:nvPr/>
        </p:nvSpPr>
        <p:spPr>
          <a:xfrm>
            <a:off x="1371691" y="4504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385" name="Google Shape;385;p8"/>
          <p:cNvSpPr/>
          <p:nvPr/>
        </p:nvSpPr>
        <p:spPr>
          <a:xfrm>
            <a:off x="3781411" y="2861610"/>
            <a:ext cx="4174965"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int getSuma</a:t>
            </a:r>
            <a:r>
              <a:rPr lang="es-ES" sz="1600">
                <a:solidFill>
                  <a:srgbClr val="FF0000"/>
                </a:solidFill>
                <a:latin typeface="Arial"/>
                <a:ea typeface="Arial"/>
                <a:cs typeface="Arial"/>
                <a:sym typeface="Arial"/>
              </a:rPr>
              <a:t>() {</a:t>
            </a:r>
            <a:r>
              <a:rPr lang="es-ES" sz="1600">
                <a:solidFill>
                  <a:srgbClr val="5B5BFF"/>
                </a:solidFill>
                <a:latin typeface="Arial"/>
                <a:ea typeface="Arial"/>
                <a:cs typeface="Arial"/>
                <a:sym typeface="Arial"/>
              </a:rPr>
              <a:t>. . . </a:t>
            </a:r>
            <a:r>
              <a:rPr lang="es-ES" sz="1600">
                <a:solidFill>
                  <a:srgbClr val="FF0000"/>
                </a:solidFill>
                <a:latin typeface="Arial"/>
                <a:ea typeface="Arial"/>
                <a:cs typeface="Arial"/>
                <a:sym typeface="Arial"/>
              </a:rPr>
              <a:t>}</a:t>
            </a:r>
            <a:endParaRPr/>
          </a:p>
        </p:txBody>
      </p:sp>
      <p:sp>
        <p:nvSpPr>
          <p:cNvPr id="386" name="Google Shape;386;p8"/>
          <p:cNvSpPr/>
          <p:nvPr/>
        </p:nvSpPr>
        <p:spPr>
          <a:xfrm>
            <a:off x="3779912" y="3149642"/>
            <a:ext cx="4174965"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float getMedia</a:t>
            </a:r>
            <a:r>
              <a:rPr lang="es-ES" sz="1600">
                <a:solidFill>
                  <a:srgbClr val="FF0000"/>
                </a:solidFill>
                <a:latin typeface="Arial"/>
                <a:ea typeface="Arial"/>
                <a:cs typeface="Arial"/>
                <a:sym typeface="Arial"/>
              </a:rPr>
              <a:t>() {</a:t>
            </a:r>
            <a:r>
              <a:rPr lang="es-ES" sz="1600">
                <a:solidFill>
                  <a:srgbClr val="5B5BFF"/>
                </a:solidFill>
                <a:latin typeface="Arial"/>
                <a:ea typeface="Arial"/>
                <a:cs typeface="Arial"/>
                <a:sym typeface="Arial"/>
              </a:rPr>
              <a:t>. . . </a:t>
            </a:r>
            <a:r>
              <a:rPr lang="es-ES" sz="1600">
                <a:solidFill>
                  <a:srgbClr val="FF0000"/>
                </a:solidFill>
                <a:latin typeface="Arial"/>
                <a:ea typeface="Arial"/>
                <a:cs typeface="Arial"/>
                <a:sym typeface="Arial"/>
              </a:rPr>
              <a:t>}</a:t>
            </a:r>
            <a:endParaRPr/>
          </a:p>
        </p:txBody>
      </p:sp>
      <p:sp>
        <p:nvSpPr>
          <p:cNvPr id="387" name="Google Shape;387;p8"/>
          <p:cNvSpPr/>
          <p:nvPr/>
        </p:nvSpPr>
        <p:spPr>
          <a:xfrm>
            <a:off x="3995936" y="4097355"/>
            <a:ext cx="3796497" cy="1367747"/>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int </a:t>
            </a:r>
            <a:r>
              <a:rPr lang="es-ES" sz="1600" b="1">
                <a:solidFill>
                  <a:srgbClr val="FF0000"/>
                </a:solidFill>
                <a:latin typeface="Arial"/>
                <a:ea typeface="Arial"/>
                <a:cs typeface="Arial"/>
                <a:sym typeface="Arial"/>
              </a:rPr>
              <a:t>m</a:t>
            </a:r>
            <a:r>
              <a:rPr lang="es-ES" sz="1600">
                <a:solidFill>
                  <a:schemeClr val="dk1"/>
                </a:solidFill>
                <a:latin typeface="Arial"/>
                <a:ea typeface="Arial"/>
                <a:cs typeface="Arial"/>
                <a:sym typeface="Arial"/>
              </a:rPr>
              <a:t> = 0;</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for(int </a:t>
            </a: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 1; </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if(</a:t>
            </a:r>
            <a:r>
              <a:rPr lang="es-ES" sz="1600" b="1">
                <a:solidFill>
                  <a:schemeClr val="dk1"/>
                </a:solidFill>
                <a:latin typeface="Arial"/>
                <a:ea typeface="Arial"/>
                <a:cs typeface="Arial"/>
                <a:sym typeface="Arial"/>
              </a:rPr>
              <a:t> </a:t>
            </a:r>
            <a:r>
              <a:rPr lang="es-ES" sz="1600" b="1">
                <a:solidFill>
                  <a:schemeClr val="accent1"/>
                </a:solidFill>
                <a:latin typeface="Arial"/>
                <a:ea typeface="Arial"/>
                <a:cs typeface="Arial"/>
                <a:sym typeface="Arial"/>
              </a:rPr>
              <a:t>temp[</a:t>
            </a:r>
            <a:r>
              <a:rPr lang="es-ES" sz="1600" b="1">
                <a:solidFill>
                  <a:srgbClr val="E8890A"/>
                </a:solidFill>
                <a:latin typeface="Arial"/>
                <a:ea typeface="Arial"/>
                <a:cs typeface="Arial"/>
                <a:sym typeface="Arial"/>
              </a:rPr>
              <a:t>i</a:t>
            </a:r>
            <a:r>
              <a:rPr lang="es-ES" sz="1600" b="1">
                <a:solidFill>
                  <a:schemeClr val="accent1"/>
                </a:solidFill>
                <a:latin typeface="Arial"/>
                <a:ea typeface="Arial"/>
                <a:cs typeface="Arial"/>
                <a:sym typeface="Arial"/>
              </a:rPr>
              <a:t>]</a:t>
            </a:r>
            <a:r>
              <a:rPr lang="es-ES" sz="1600">
                <a:solidFill>
                  <a:schemeClr val="dk1"/>
                </a:solidFill>
                <a:latin typeface="Arial"/>
                <a:ea typeface="Arial"/>
                <a:cs typeface="Arial"/>
                <a:sym typeface="Arial"/>
              </a:rPr>
              <a:t> &gt; </a:t>
            </a:r>
            <a:r>
              <a:rPr lang="es-ES" sz="1600" b="1">
                <a:solidFill>
                  <a:schemeClr val="accent1"/>
                </a:solidFill>
                <a:latin typeface="Arial"/>
                <a:ea typeface="Arial"/>
                <a:cs typeface="Arial"/>
                <a:sym typeface="Arial"/>
              </a:rPr>
              <a:t>temp[</a:t>
            </a:r>
            <a:r>
              <a:rPr lang="es-ES" sz="1600" b="1">
                <a:solidFill>
                  <a:srgbClr val="FF0000"/>
                </a:solidFill>
                <a:latin typeface="Arial"/>
                <a:ea typeface="Arial"/>
                <a:cs typeface="Arial"/>
                <a:sym typeface="Arial"/>
              </a:rPr>
              <a:t>m</a:t>
            </a:r>
            <a:r>
              <a:rPr lang="es-ES" sz="1600" b="1">
                <a:solidFill>
                  <a:schemeClr val="accent1"/>
                </a:solidFill>
                <a:latin typeface="Arial"/>
                <a:ea typeface="Arial"/>
                <a:cs typeface="Arial"/>
                <a:sym typeface="Arial"/>
              </a:rPr>
              <a:t>] </a:t>
            </a:r>
            <a:r>
              <a:rPr lang="es-ES" sz="1600" b="1">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b="1">
                <a:solidFill>
                  <a:srgbClr val="5B5BFF"/>
                </a:solidFill>
                <a:latin typeface="Arial"/>
                <a:ea typeface="Arial"/>
                <a:cs typeface="Arial"/>
                <a:sym typeface="Arial"/>
              </a:rPr>
              <a:t>                  </a:t>
            </a:r>
            <a:r>
              <a:rPr lang="es-ES" sz="1600" b="1">
                <a:solidFill>
                  <a:srgbClr val="FF0000"/>
                </a:solidFill>
                <a:latin typeface="Arial"/>
                <a:ea typeface="Arial"/>
                <a:cs typeface="Arial"/>
                <a:sym typeface="Arial"/>
              </a:rPr>
              <a:t>m</a:t>
            </a:r>
            <a:r>
              <a:rPr lang="es-ES" sz="1600" b="1">
                <a:solidFill>
                  <a:srgbClr val="5B5BFF"/>
                </a:solidFill>
                <a:latin typeface="Arial"/>
                <a:ea typeface="Arial"/>
                <a:cs typeface="Arial"/>
                <a:sym typeface="Arial"/>
              </a:rPr>
              <a:t> =</a:t>
            </a:r>
            <a:r>
              <a:rPr lang="es-ES" sz="1600" b="1">
                <a:solidFill>
                  <a:srgbClr val="FFC000"/>
                </a:solidFill>
                <a:latin typeface="Arial"/>
                <a:ea typeface="Arial"/>
                <a:cs typeface="Arial"/>
                <a:sym typeface="Arial"/>
              </a:rPr>
              <a:t> i</a:t>
            </a:r>
            <a:r>
              <a:rPr lang="es-ES" sz="1600" b="1">
                <a:solidFill>
                  <a:srgbClr val="5B5BFF"/>
                </a:solidFill>
                <a:latin typeface="Arial"/>
                <a:ea typeface="Arial"/>
                <a:cs typeface="Arial"/>
                <a:sym typeface="Arial"/>
              </a:rPr>
              <a:t>;</a:t>
            </a:r>
            <a:endParaRPr/>
          </a:p>
          <a:p>
            <a:pPr marL="0" marR="0" lvl="0" indent="0" algn="l" rtl="0">
              <a:spcBef>
                <a:spcPts val="0"/>
              </a:spcBef>
              <a:spcAft>
                <a:spcPts val="0"/>
              </a:spcAft>
              <a:buNone/>
            </a:pPr>
            <a:r>
              <a:rPr lang="es-ES" sz="1600" b="1">
                <a:solidFill>
                  <a:srgbClr val="5B5BFF"/>
                </a:solidFill>
                <a:latin typeface="Arial"/>
                <a:ea typeface="Arial"/>
                <a:cs typeface="Arial"/>
                <a:sym typeface="Arial"/>
              </a:rPr>
              <a:t>     </a:t>
            </a:r>
            <a:r>
              <a:rPr lang="es-ES" sz="1600">
                <a:solidFill>
                  <a:schemeClr val="dk1"/>
                </a:solidFill>
                <a:latin typeface="Arial"/>
                <a:ea typeface="Arial"/>
                <a:cs typeface="Arial"/>
                <a:sym typeface="Arial"/>
              </a:rPr>
              <a:t>return </a:t>
            </a:r>
            <a:r>
              <a:rPr lang="es-ES" sz="1600" b="1">
                <a:solidFill>
                  <a:schemeClr val="accent1"/>
                </a:solidFill>
                <a:latin typeface="Arial"/>
                <a:ea typeface="Arial"/>
                <a:cs typeface="Arial"/>
                <a:sym typeface="Arial"/>
              </a:rPr>
              <a:t>temp[</a:t>
            </a:r>
            <a:r>
              <a:rPr lang="es-ES" sz="1600" b="1">
                <a:solidFill>
                  <a:srgbClr val="FF0000"/>
                </a:solidFill>
                <a:latin typeface="Arial"/>
                <a:ea typeface="Arial"/>
                <a:cs typeface="Arial"/>
                <a:sym typeface="Arial"/>
              </a:rPr>
              <a:t>m</a:t>
            </a:r>
            <a:r>
              <a:rPr lang="es-ES" sz="1600" b="1">
                <a:solidFill>
                  <a:schemeClr val="accent1"/>
                </a:solidFill>
                <a:latin typeface="Arial"/>
                <a:ea typeface="Arial"/>
                <a:cs typeface="Arial"/>
                <a:sym typeface="Arial"/>
              </a:rPr>
              <a:t>] </a:t>
            </a:r>
            <a:r>
              <a:rPr lang="es-ES" sz="1600">
                <a:solidFill>
                  <a:schemeClr val="dk1"/>
                </a:solidFill>
                <a:latin typeface="Arial"/>
                <a:ea typeface="Arial"/>
                <a:cs typeface="Arial"/>
                <a:sym typeface="Arial"/>
              </a:rPr>
              <a:t>;</a:t>
            </a:r>
            <a:endParaRPr sz="1600">
              <a:solidFill>
                <a:schemeClr val="dk1"/>
              </a:solidFill>
              <a:latin typeface="Arial"/>
              <a:ea typeface="Arial"/>
              <a:cs typeface="Arial"/>
              <a:sym typeface="Arial"/>
            </a:endParaRPr>
          </a:p>
        </p:txBody>
      </p:sp>
      <p:grpSp>
        <p:nvGrpSpPr>
          <p:cNvPr id="388" name="Google Shape;388;p8"/>
          <p:cNvGrpSpPr/>
          <p:nvPr/>
        </p:nvGrpSpPr>
        <p:grpSpPr>
          <a:xfrm>
            <a:off x="1973692" y="2761838"/>
            <a:ext cx="366060" cy="319337"/>
            <a:chOff x="1973692" y="2761838"/>
            <a:chExt cx="366060" cy="319337"/>
          </a:xfrm>
        </p:grpSpPr>
        <p:sp>
          <p:nvSpPr>
            <p:cNvPr id="389" name="Google Shape;389;p8"/>
            <p:cNvSpPr/>
            <p:nvPr/>
          </p:nvSpPr>
          <p:spPr>
            <a:xfrm flipH="1">
              <a:off x="1973692" y="2765443"/>
              <a:ext cx="366059" cy="315732"/>
            </a:xfrm>
            <a:prstGeom prst="rightArrow">
              <a:avLst>
                <a:gd name="adj1" fmla="val 50000"/>
                <a:gd name="adj2" fmla="val 50000"/>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90" name="Google Shape;390;p8"/>
            <p:cNvSpPr txBox="1"/>
            <p:nvPr/>
          </p:nvSpPr>
          <p:spPr>
            <a:xfrm>
              <a:off x="2029448" y="2761838"/>
              <a:ext cx="310304"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lt1"/>
                  </a:solidFill>
                  <a:latin typeface="Arial"/>
                  <a:ea typeface="Arial"/>
                  <a:cs typeface="Arial"/>
                  <a:sym typeface="Arial"/>
                </a:rPr>
                <a:t>m</a:t>
              </a:r>
              <a:endParaRPr/>
            </a:p>
          </p:txBody>
        </p:sp>
      </p:grpSp>
      <p:grpSp>
        <p:nvGrpSpPr>
          <p:cNvPr id="391" name="Google Shape;391;p8"/>
          <p:cNvGrpSpPr/>
          <p:nvPr/>
        </p:nvGrpSpPr>
        <p:grpSpPr>
          <a:xfrm>
            <a:off x="809861" y="3061321"/>
            <a:ext cx="342054" cy="315732"/>
            <a:chOff x="809861" y="3080371"/>
            <a:chExt cx="342054" cy="315732"/>
          </a:xfrm>
        </p:grpSpPr>
        <p:sp>
          <p:nvSpPr>
            <p:cNvPr id="392" name="Google Shape;392;p8"/>
            <p:cNvSpPr/>
            <p:nvPr/>
          </p:nvSpPr>
          <p:spPr>
            <a:xfrm>
              <a:off x="827584" y="3080371"/>
              <a:ext cx="324331" cy="315732"/>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393" name="Google Shape;393;p8"/>
            <p:cNvSpPr txBox="1"/>
            <p:nvPr/>
          </p:nvSpPr>
          <p:spPr>
            <a:xfrm>
              <a:off x="809861" y="3103787"/>
              <a:ext cx="310304"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b="1">
                  <a:solidFill>
                    <a:schemeClr val="dk1"/>
                  </a:solidFill>
                  <a:latin typeface="Gisha"/>
                  <a:ea typeface="Gisha"/>
                  <a:cs typeface="Gisha"/>
                  <a:sym typeface="Gisha"/>
                </a:rPr>
                <a:t>i</a:t>
              </a:r>
              <a:endParaRPr/>
            </a:p>
          </p:txBody>
        </p:sp>
      </p:grpSp>
      <p:sp>
        <p:nvSpPr>
          <p:cNvPr id="394" name="Google Shape;394;p8"/>
          <p:cNvSpPr/>
          <p:nvPr/>
        </p:nvSpPr>
        <p:spPr>
          <a:xfrm>
            <a:off x="3780790" y="3690404"/>
            <a:ext cx="2516120" cy="2126031"/>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int </a:t>
            </a:r>
            <a:r>
              <a:rPr lang="es-ES" sz="1600">
                <a:solidFill>
                  <a:srgbClr val="FF0000"/>
                </a:solidFill>
                <a:latin typeface="Arial"/>
                <a:ea typeface="Arial"/>
                <a:cs typeface="Arial"/>
                <a:sym typeface="Arial"/>
              </a:rPr>
              <a:t>getMayor() {</a:t>
            </a:r>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sz="1600">
              <a:solidFill>
                <a:srgbClr val="FF0000"/>
              </a:solidFill>
              <a:latin typeface="Arial"/>
              <a:ea typeface="Arial"/>
              <a:cs typeface="Arial"/>
              <a:sym typeface="Arial"/>
            </a:endParaRPr>
          </a:p>
        </p:txBody>
      </p:sp>
      <p:sp>
        <p:nvSpPr>
          <p:cNvPr id="395" name="Google Shape;395;p8"/>
          <p:cNvSpPr/>
          <p:nvPr/>
        </p:nvSpPr>
        <p:spPr>
          <a:xfrm>
            <a:off x="6987666" y="4353103"/>
            <a:ext cx="660751"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a:t>
            </a:r>
            <a:endParaRPr sz="1600">
              <a:solidFill>
                <a:srgbClr val="5B5BFF"/>
              </a:solidFill>
              <a:latin typeface="Arial"/>
              <a:ea typeface="Arial"/>
              <a:cs typeface="Arial"/>
              <a:sym typeface="Arial"/>
            </a:endParaRPr>
          </a:p>
        </p:txBody>
      </p:sp>
      <p:sp>
        <p:nvSpPr>
          <p:cNvPr id="396" name="Google Shape;396;p8"/>
          <p:cNvSpPr/>
          <p:nvPr/>
        </p:nvSpPr>
        <p:spPr>
          <a:xfrm>
            <a:off x="5377449" y="4360884"/>
            <a:ext cx="1838920"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 &lt; </a:t>
            </a:r>
            <a:r>
              <a:rPr lang="es-ES" sz="1600" b="1">
                <a:solidFill>
                  <a:schemeClr val="accent1"/>
                </a:solidFill>
                <a:latin typeface="Arial"/>
                <a:ea typeface="Arial"/>
                <a:cs typeface="Arial"/>
                <a:sym typeface="Arial"/>
              </a:rPr>
              <a:t>temp</a:t>
            </a:r>
            <a:r>
              <a:rPr lang="es-ES" sz="1600">
                <a:solidFill>
                  <a:schemeClr val="dk1"/>
                </a:solidFill>
                <a:latin typeface="Arial"/>
                <a:ea typeface="Arial"/>
                <a:cs typeface="Arial"/>
                <a:sym typeface="Arial"/>
              </a:rPr>
              <a:t>.</a:t>
            </a:r>
            <a:r>
              <a:rPr lang="es-ES" sz="1600">
                <a:solidFill>
                  <a:srgbClr val="00B050"/>
                </a:solidFill>
                <a:latin typeface="Arial"/>
                <a:ea typeface="Arial"/>
                <a:cs typeface="Arial"/>
                <a:sym typeface="Arial"/>
              </a:rPr>
              <a:t>length </a:t>
            </a:r>
            <a:r>
              <a:rPr lang="es-ES" sz="1600">
                <a:solidFill>
                  <a:schemeClr val="dk1"/>
                </a:solidFill>
                <a:latin typeface="Arial"/>
                <a:ea typeface="Arial"/>
                <a:cs typeface="Arial"/>
                <a:sym typeface="Arial"/>
              </a:rPr>
              <a:t>;</a:t>
            </a:r>
            <a:r>
              <a:rPr lang="es-ES" sz="1600" b="1">
                <a:solidFill>
                  <a:srgbClr val="E8890A"/>
                </a:solidFill>
                <a:latin typeface="Arial"/>
                <a:ea typeface="Arial"/>
                <a:cs typeface="Arial"/>
                <a:sym typeface="Arial"/>
              </a:rPr>
              <a:t> </a:t>
            </a:r>
            <a:endParaRPr sz="1600">
              <a:solidFill>
                <a:srgbClr val="5B5B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94"/>
                                        </p:tgtEl>
                                        <p:attrNameLst>
                                          <p:attrName>style.visibility</p:attrName>
                                        </p:attrNameLst>
                                      </p:cBhvr>
                                      <p:to>
                                        <p:strVal val="visible"/>
                                      </p:to>
                                    </p:set>
                                    <p:anim calcmode="lin" valueType="num">
                                      <p:cBhvr additive="base">
                                        <p:cTn id="7" dur="500"/>
                                        <p:tgtEl>
                                          <p:spTgt spid="394"/>
                                        </p:tgtEl>
                                        <p:attrNameLst>
                                          <p:attrName>ppt_w</p:attrName>
                                        </p:attrNameLst>
                                      </p:cBhvr>
                                      <p:tavLst>
                                        <p:tav tm="0">
                                          <p:val>
                                            <p:strVal val="0"/>
                                          </p:val>
                                        </p:tav>
                                        <p:tav tm="100000">
                                          <p:val>
                                            <p:strVal val="#ppt_w"/>
                                          </p:val>
                                        </p:tav>
                                      </p:tavLst>
                                    </p:anim>
                                    <p:anim calcmode="lin" valueType="num">
                                      <p:cBhvr additive="base">
                                        <p:cTn id="8" dur="500"/>
                                        <p:tgtEl>
                                          <p:spTgt spid="39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88"/>
                                        </p:tgtEl>
                                        <p:attrNameLst>
                                          <p:attrName>style.visibility</p:attrName>
                                        </p:attrNameLst>
                                      </p:cBhvr>
                                      <p:to>
                                        <p:strVal val="visible"/>
                                      </p:to>
                                    </p:set>
                                    <p:anim calcmode="lin" valueType="num">
                                      <p:cBhvr additive="base">
                                        <p:cTn id="13" dur="500"/>
                                        <p:tgtEl>
                                          <p:spTgt spid="388"/>
                                        </p:tgtEl>
                                        <p:attrNameLst>
                                          <p:attrName>ppt_w</p:attrName>
                                        </p:attrNameLst>
                                      </p:cBhvr>
                                      <p:tavLst>
                                        <p:tav tm="0">
                                          <p:val>
                                            <p:strVal val="0"/>
                                          </p:val>
                                        </p:tav>
                                        <p:tav tm="100000">
                                          <p:val>
                                            <p:strVal val="#ppt_w"/>
                                          </p:val>
                                        </p:tav>
                                      </p:tavLst>
                                    </p:anim>
                                    <p:anim calcmode="lin" valueType="num">
                                      <p:cBhvr additive="base">
                                        <p:cTn id="14" dur="500"/>
                                        <p:tgtEl>
                                          <p:spTgt spid="388"/>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391"/>
                                        </p:tgtEl>
                                        <p:attrNameLst>
                                          <p:attrName>style.visibility</p:attrName>
                                        </p:attrNameLst>
                                      </p:cBhvr>
                                      <p:to>
                                        <p:strVal val="visible"/>
                                      </p:to>
                                    </p:set>
                                    <p:anim calcmode="lin" valueType="num">
                                      <p:cBhvr additive="base">
                                        <p:cTn id="19" dur="500"/>
                                        <p:tgtEl>
                                          <p:spTgt spid="391"/>
                                        </p:tgtEl>
                                        <p:attrNameLst>
                                          <p:attrName>ppt_w</p:attrName>
                                        </p:attrNameLst>
                                      </p:cBhvr>
                                      <p:tavLst>
                                        <p:tav tm="0">
                                          <p:val>
                                            <p:strVal val="0"/>
                                          </p:val>
                                        </p:tav>
                                        <p:tav tm="100000">
                                          <p:val>
                                            <p:strVal val="#ppt_w"/>
                                          </p:val>
                                        </p:tav>
                                      </p:tavLst>
                                    </p:anim>
                                    <p:anim calcmode="lin" valueType="num">
                                      <p:cBhvr additive="base">
                                        <p:cTn id="20" dur="500"/>
                                        <p:tgtEl>
                                          <p:spTgt spid="391"/>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1"/>
                                          </p:stCondLst>
                                        </p:cTn>
                                        <p:tgtEl>
                                          <p:spTgt spid="39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387">
                                            <p:txEl>
                                              <p:pRg st="0" end="0"/>
                                            </p:txEl>
                                          </p:spTgt>
                                        </p:tgtEl>
                                        <p:attrNameLst>
                                          <p:attrName>style.visibility</p:attrName>
                                        </p:attrNameLst>
                                      </p:cBhvr>
                                      <p:to>
                                        <p:strVal val="visible"/>
                                      </p:to>
                                    </p:set>
                                    <p:anim calcmode="lin" valueType="num">
                                      <p:cBhvr additive="base">
                                        <p:cTn id="29" dur="500"/>
                                        <p:tgtEl>
                                          <p:spTgt spid="387">
                                            <p:txEl>
                                              <p:pRg st="0" end="0"/>
                                            </p:txEl>
                                          </p:spTgt>
                                        </p:tgtEl>
                                        <p:attrNameLst>
                                          <p:attrName>ppt_w</p:attrName>
                                        </p:attrNameLst>
                                      </p:cBhvr>
                                      <p:tavLst>
                                        <p:tav tm="0">
                                          <p:val>
                                            <p:strVal val="0"/>
                                          </p:val>
                                        </p:tav>
                                        <p:tav tm="100000">
                                          <p:val>
                                            <p:strVal val="#ppt_w"/>
                                          </p:val>
                                        </p:tav>
                                      </p:tavLst>
                                    </p:anim>
                                    <p:anim calcmode="lin" valueType="num">
                                      <p:cBhvr additive="base">
                                        <p:cTn id="30" dur="500"/>
                                        <p:tgtEl>
                                          <p:spTgt spid="387">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387">
                                            <p:txEl>
                                              <p:pRg st="1" end="1"/>
                                            </p:txEl>
                                          </p:spTgt>
                                        </p:tgtEl>
                                        <p:attrNameLst>
                                          <p:attrName>style.visibility</p:attrName>
                                        </p:attrNameLst>
                                      </p:cBhvr>
                                      <p:to>
                                        <p:strVal val="visible"/>
                                      </p:to>
                                    </p:set>
                                    <p:anim calcmode="lin" valueType="num">
                                      <p:cBhvr additive="base">
                                        <p:cTn id="35" dur="500"/>
                                        <p:tgtEl>
                                          <p:spTgt spid="387">
                                            <p:txEl>
                                              <p:pRg st="1" end="1"/>
                                            </p:txEl>
                                          </p:spTgt>
                                        </p:tgtEl>
                                        <p:attrNameLst>
                                          <p:attrName>ppt_w</p:attrName>
                                        </p:attrNameLst>
                                      </p:cBhvr>
                                      <p:tavLst>
                                        <p:tav tm="0">
                                          <p:val>
                                            <p:strVal val="0"/>
                                          </p:val>
                                        </p:tav>
                                        <p:tav tm="100000">
                                          <p:val>
                                            <p:strVal val="#ppt_w"/>
                                          </p:val>
                                        </p:tav>
                                      </p:tavLst>
                                    </p:anim>
                                    <p:anim calcmode="lin" valueType="num">
                                      <p:cBhvr additive="base">
                                        <p:cTn id="36" dur="500"/>
                                        <p:tgtEl>
                                          <p:spTgt spid="387">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387">
                                            <p:txEl>
                                              <p:pRg st="2" end="2"/>
                                            </p:txEl>
                                          </p:spTgt>
                                        </p:tgtEl>
                                        <p:attrNameLst>
                                          <p:attrName>style.visibility</p:attrName>
                                        </p:attrNameLst>
                                      </p:cBhvr>
                                      <p:to>
                                        <p:strVal val="visible"/>
                                      </p:to>
                                    </p:set>
                                    <p:anim calcmode="lin" valueType="num">
                                      <p:cBhvr additive="base">
                                        <p:cTn id="41" dur="500"/>
                                        <p:tgtEl>
                                          <p:spTgt spid="387">
                                            <p:txEl>
                                              <p:pRg st="2" end="2"/>
                                            </p:txEl>
                                          </p:spTgt>
                                        </p:tgtEl>
                                        <p:attrNameLst>
                                          <p:attrName>ppt_w</p:attrName>
                                        </p:attrNameLst>
                                      </p:cBhvr>
                                      <p:tavLst>
                                        <p:tav tm="0">
                                          <p:val>
                                            <p:strVal val="0"/>
                                          </p:val>
                                        </p:tav>
                                        <p:tav tm="100000">
                                          <p:val>
                                            <p:strVal val="#ppt_w"/>
                                          </p:val>
                                        </p:tav>
                                      </p:tavLst>
                                    </p:anim>
                                    <p:anim calcmode="lin" valueType="num">
                                      <p:cBhvr additive="base">
                                        <p:cTn id="42" dur="500"/>
                                        <p:tgtEl>
                                          <p:spTgt spid="387">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387">
                                            <p:txEl>
                                              <p:pRg st="3" end="3"/>
                                            </p:txEl>
                                          </p:spTgt>
                                        </p:tgtEl>
                                        <p:attrNameLst>
                                          <p:attrName>style.visibility</p:attrName>
                                        </p:attrNameLst>
                                      </p:cBhvr>
                                      <p:to>
                                        <p:strVal val="visible"/>
                                      </p:to>
                                    </p:set>
                                    <p:anim calcmode="lin" valueType="num">
                                      <p:cBhvr additive="base">
                                        <p:cTn id="47" dur="500"/>
                                        <p:tgtEl>
                                          <p:spTgt spid="387">
                                            <p:txEl>
                                              <p:pRg st="3" end="3"/>
                                            </p:txEl>
                                          </p:spTgt>
                                        </p:tgtEl>
                                        <p:attrNameLst>
                                          <p:attrName>ppt_w</p:attrName>
                                        </p:attrNameLst>
                                      </p:cBhvr>
                                      <p:tavLst>
                                        <p:tav tm="0">
                                          <p:val>
                                            <p:strVal val="0"/>
                                          </p:val>
                                        </p:tav>
                                        <p:tav tm="100000">
                                          <p:val>
                                            <p:strVal val="#ppt_w"/>
                                          </p:val>
                                        </p:tav>
                                      </p:tavLst>
                                    </p:anim>
                                    <p:anim calcmode="lin" valueType="num">
                                      <p:cBhvr additive="base">
                                        <p:cTn id="48" dur="500"/>
                                        <p:tgtEl>
                                          <p:spTgt spid="387">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nodeType="clickEffect">
                                  <p:stCondLst>
                                    <p:cond delay="0"/>
                                  </p:stCondLst>
                                  <p:childTnLst>
                                    <p:set>
                                      <p:cBhvr>
                                        <p:cTn id="52" dur="1" fill="hold">
                                          <p:stCondLst>
                                            <p:cond delay="0"/>
                                          </p:stCondLst>
                                        </p:cTn>
                                        <p:tgtEl>
                                          <p:spTgt spid="387">
                                            <p:txEl>
                                              <p:pRg st="4" end="4"/>
                                            </p:txEl>
                                          </p:spTgt>
                                        </p:tgtEl>
                                        <p:attrNameLst>
                                          <p:attrName>style.visibility</p:attrName>
                                        </p:attrNameLst>
                                      </p:cBhvr>
                                      <p:to>
                                        <p:strVal val="visible"/>
                                      </p:to>
                                    </p:set>
                                    <p:anim calcmode="lin" valueType="num">
                                      <p:cBhvr additive="base">
                                        <p:cTn id="53" dur="500"/>
                                        <p:tgtEl>
                                          <p:spTgt spid="387">
                                            <p:txEl>
                                              <p:pRg st="4" end="4"/>
                                            </p:txEl>
                                          </p:spTgt>
                                        </p:tgtEl>
                                        <p:attrNameLst>
                                          <p:attrName>ppt_w</p:attrName>
                                        </p:attrNameLst>
                                      </p:cBhvr>
                                      <p:tavLst>
                                        <p:tav tm="0">
                                          <p:val>
                                            <p:strVal val="0"/>
                                          </p:val>
                                        </p:tav>
                                        <p:tav tm="100000">
                                          <p:val>
                                            <p:strVal val="#ppt_w"/>
                                          </p:val>
                                        </p:tav>
                                      </p:tavLst>
                                    </p:anim>
                                    <p:anim calcmode="lin" valueType="num">
                                      <p:cBhvr additive="base">
                                        <p:cTn id="54" dur="500"/>
                                        <p:tgtEl>
                                          <p:spTgt spid="387">
                                            <p:txEl>
                                              <p:pRg st="4" end="4"/>
                                            </p:txEl>
                                          </p:spTgt>
                                        </p:tgtEl>
                                        <p:attrNameLst>
                                          <p:attrName>ppt_h</p:attrName>
                                        </p:attrNameLst>
                                      </p:cBhvr>
                                      <p:tavLst>
                                        <p:tav tm="0">
                                          <p:val>
                                            <p:strVal val="0"/>
                                          </p:val>
                                        </p:tav>
                                        <p:tav tm="100000">
                                          <p:val>
                                            <p:strVal val="#ppt_h"/>
                                          </p:val>
                                        </p:tav>
                                      </p:tavLst>
                                    </p:anim>
                                  </p:childTnLst>
                                </p:cTn>
                              </p:par>
                            </p:childTnLst>
                          </p:cTn>
                        </p:par>
                        <p:par>
                          <p:cTn id="55" fill="hold">
                            <p:stCondLst>
                              <p:cond delay="500"/>
                            </p:stCondLst>
                            <p:childTnLst>
                              <p:par>
                                <p:cTn id="56" presetID="1" presetClass="entr" presetSubtype="0" fill="hold" nodeType="afterEffect">
                                  <p:stCondLst>
                                    <p:cond delay="0"/>
                                  </p:stCondLst>
                                  <p:childTnLst>
                                    <p:set>
                                      <p:cBhvr>
                                        <p:cTn id="57" dur="1" fill="hold">
                                          <p:stCondLst>
                                            <p:cond delay="0"/>
                                          </p:stCondLst>
                                        </p:cTn>
                                        <p:tgtEl>
                                          <p:spTgt spid="39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396">
                                            <p:txEl>
                                              <p:pRg st="0" end="0"/>
                                            </p:txEl>
                                          </p:spTgt>
                                        </p:tgtEl>
                                        <p:attrNameLst>
                                          <p:attrName>style.visibility</p:attrName>
                                        </p:attrNameLst>
                                      </p:cBhvr>
                                      <p:to>
                                        <p:strVal val="visible"/>
                                      </p:to>
                                    </p:set>
                                    <p:anim calcmode="lin" valueType="num">
                                      <p:cBhvr additive="base">
                                        <p:cTn id="62" dur="500"/>
                                        <p:tgtEl>
                                          <p:spTgt spid="396">
                                            <p:txEl>
                                              <p:pRg st="0" end="0"/>
                                            </p:txEl>
                                          </p:spTgt>
                                        </p:tgtEl>
                                        <p:attrNameLst>
                                          <p:attrName>ppt_w</p:attrName>
                                        </p:attrNameLst>
                                      </p:cBhvr>
                                      <p:tavLst>
                                        <p:tav tm="0">
                                          <p:val>
                                            <p:strVal val="0"/>
                                          </p:val>
                                        </p:tav>
                                        <p:tav tm="100000">
                                          <p:val>
                                            <p:strVal val="#ppt_w"/>
                                          </p:val>
                                        </p:tav>
                                      </p:tavLst>
                                    </p:anim>
                                    <p:anim calcmode="lin" valueType="num">
                                      <p:cBhvr additive="base">
                                        <p:cTn id="63" dur="500"/>
                                        <p:tgtEl>
                                          <p:spTgt spid="396">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395">
                                            <p:txEl>
                                              <p:pRg st="0" end="0"/>
                                            </p:txEl>
                                          </p:spTgt>
                                        </p:tgtEl>
                                        <p:attrNameLst>
                                          <p:attrName>style.visibility</p:attrName>
                                        </p:attrNameLst>
                                      </p:cBhvr>
                                      <p:to>
                                        <p:strVal val="visible"/>
                                      </p:to>
                                    </p:set>
                                    <p:anim calcmode="lin" valueType="num">
                                      <p:cBhvr additive="base">
                                        <p:cTn id="68" dur="500"/>
                                        <p:tgtEl>
                                          <p:spTgt spid="395">
                                            <p:txEl>
                                              <p:pRg st="0" end="0"/>
                                            </p:txEl>
                                          </p:spTgt>
                                        </p:tgtEl>
                                        <p:attrNameLst>
                                          <p:attrName>ppt_w</p:attrName>
                                        </p:attrNameLst>
                                      </p:cBhvr>
                                      <p:tavLst>
                                        <p:tav tm="0">
                                          <p:val>
                                            <p:strVal val="0"/>
                                          </p:val>
                                        </p:tav>
                                        <p:tav tm="100000">
                                          <p:val>
                                            <p:strVal val="#ppt_w"/>
                                          </p:val>
                                        </p:tav>
                                      </p:tavLst>
                                    </p:anim>
                                    <p:anim calcmode="lin" valueType="num">
                                      <p:cBhvr additive="base">
                                        <p:cTn id="69" dur="500"/>
                                        <p:tgtEl>
                                          <p:spTgt spid="395">
                                            <p:txEl>
                                              <p:pRg st="0" end="0"/>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grpSp>
        <p:nvGrpSpPr>
          <p:cNvPr id="401" name="Google Shape;401;p9"/>
          <p:cNvGrpSpPr/>
          <p:nvPr/>
        </p:nvGrpSpPr>
        <p:grpSpPr>
          <a:xfrm>
            <a:off x="608965" y="1479881"/>
            <a:ext cx="1928197" cy="3757501"/>
            <a:chOff x="608965" y="1479881"/>
            <a:chExt cx="1928197" cy="3757501"/>
          </a:xfrm>
        </p:grpSpPr>
        <p:sp>
          <p:nvSpPr>
            <p:cNvPr id="402" name="Google Shape;402;p9"/>
            <p:cNvSpPr/>
            <p:nvPr/>
          </p:nvSpPr>
          <p:spPr>
            <a:xfrm>
              <a:off x="608965" y="2181935"/>
              <a:ext cx="1874803" cy="3055447"/>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txBox="1"/>
            <p:nvPr/>
          </p:nvSpPr>
          <p:spPr>
            <a:xfrm>
              <a:off x="608966" y="1479881"/>
              <a:ext cx="1928196"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595959"/>
                  </a:solidFill>
                  <a:latin typeface="Arial"/>
                  <a:ea typeface="Arial"/>
                  <a:cs typeface="Arial"/>
                  <a:sym typeface="Arial"/>
                </a:rPr>
                <a:t>CLASE</a:t>
              </a:r>
              <a:endParaRPr sz="1900" b="1">
                <a:solidFill>
                  <a:srgbClr val="0A0AFE"/>
                </a:solidFill>
                <a:latin typeface="Arial"/>
                <a:ea typeface="Arial"/>
                <a:cs typeface="Arial"/>
                <a:sym typeface="Arial"/>
              </a:endParaRPr>
            </a:p>
            <a:p>
              <a:pPr marL="0" marR="0" lvl="0" indent="0" algn="ctr" rtl="0">
                <a:spcBef>
                  <a:spcPts val="0"/>
                </a:spcBef>
                <a:spcAft>
                  <a:spcPts val="0"/>
                </a:spcAft>
                <a:buNone/>
              </a:pPr>
              <a:r>
                <a:rPr lang="es-ES" sz="1900" b="1">
                  <a:solidFill>
                    <a:srgbClr val="0A0AFE"/>
                  </a:solidFill>
                  <a:latin typeface="Arial"/>
                  <a:ea typeface="Arial"/>
                  <a:cs typeface="Arial"/>
                  <a:sym typeface="Arial"/>
                </a:rPr>
                <a:t>Temperatura</a:t>
              </a:r>
              <a:endParaRPr sz="1900" b="1">
                <a:solidFill>
                  <a:schemeClr val="dk1"/>
                </a:solidFill>
                <a:latin typeface="Arial"/>
                <a:ea typeface="Arial"/>
                <a:cs typeface="Arial"/>
                <a:sym typeface="Arial"/>
              </a:endParaRPr>
            </a:p>
          </p:txBody>
        </p:sp>
      </p:grpSp>
      <p:sp>
        <p:nvSpPr>
          <p:cNvPr id="404" name="Google Shape;404;p9"/>
          <p:cNvSpPr/>
          <p:nvPr/>
        </p:nvSpPr>
        <p:spPr>
          <a:xfrm>
            <a:off x="3131840" y="980728"/>
            <a:ext cx="5184576" cy="5616624"/>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05" name="Google Shape;405;p9"/>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de uso de array en clase IV</a:t>
            </a:r>
            <a:endParaRPr/>
          </a:p>
        </p:txBody>
      </p:sp>
      <p:grpSp>
        <p:nvGrpSpPr>
          <p:cNvPr id="406" name="Google Shape;406;p9"/>
          <p:cNvGrpSpPr/>
          <p:nvPr/>
        </p:nvGrpSpPr>
        <p:grpSpPr>
          <a:xfrm>
            <a:off x="1141016" y="2433682"/>
            <a:ext cx="864096" cy="2409522"/>
            <a:chOff x="1763688" y="1739558"/>
            <a:chExt cx="864096" cy="2409522"/>
          </a:xfrm>
        </p:grpSpPr>
        <p:grpSp>
          <p:nvGrpSpPr>
            <p:cNvPr id="407" name="Google Shape;407;p9"/>
            <p:cNvGrpSpPr/>
            <p:nvPr/>
          </p:nvGrpSpPr>
          <p:grpSpPr>
            <a:xfrm>
              <a:off x="1861096" y="2029772"/>
              <a:ext cx="672604" cy="2119308"/>
              <a:chOff x="5376788" y="1868492"/>
              <a:chExt cx="672604" cy="2119308"/>
            </a:xfrm>
          </p:grpSpPr>
          <p:sp>
            <p:nvSpPr>
              <p:cNvPr id="408" name="Google Shape;408;p9"/>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09" name="Google Shape;409;p9"/>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10" name="Google Shape;410;p9"/>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11" name="Google Shape;411;p9"/>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12" name="Google Shape;412;p9"/>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13" name="Google Shape;413;p9"/>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14" name="Google Shape;414;p9"/>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15" name="Google Shape;415;p9"/>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416" name="Google Shape;416;p9"/>
            <p:cNvSpPr txBox="1"/>
            <p:nvPr/>
          </p:nvSpPr>
          <p:spPr>
            <a:xfrm>
              <a:off x="1763688" y="1739558"/>
              <a:ext cx="8640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grpSp>
      <p:sp>
        <p:nvSpPr>
          <p:cNvPr id="417" name="Google Shape;417;p9"/>
          <p:cNvSpPr/>
          <p:nvPr/>
        </p:nvSpPr>
        <p:spPr>
          <a:xfrm>
            <a:off x="3328014" y="1052736"/>
            <a:ext cx="2808312" cy="5612370"/>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class Temperatura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a:t>
            </a:r>
            <a:endParaRPr/>
          </a:p>
        </p:txBody>
      </p:sp>
      <p:sp>
        <p:nvSpPr>
          <p:cNvPr id="418" name="Google Shape;418;p9"/>
          <p:cNvSpPr/>
          <p:nvPr/>
        </p:nvSpPr>
        <p:spPr>
          <a:xfrm>
            <a:off x="3779912" y="1412776"/>
            <a:ext cx="3456384"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int[</a:t>
            </a:r>
            <a:r>
              <a:rPr lang="es-ES" sz="400">
                <a:solidFill>
                  <a:schemeClr val="dk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5B5BFF"/>
                </a:solidFill>
                <a:latin typeface="Arial"/>
                <a:ea typeface="Arial"/>
                <a:cs typeface="Arial"/>
                <a:sym typeface="Arial"/>
              </a:rPr>
              <a:t>temp</a:t>
            </a:r>
            <a:r>
              <a:rPr lang="es-ES" sz="1600">
                <a:solidFill>
                  <a:srgbClr val="5B5BFF"/>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419" name="Google Shape;419;p9"/>
          <p:cNvSpPr/>
          <p:nvPr/>
        </p:nvSpPr>
        <p:spPr>
          <a:xfrm>
            <a:off x="3779912" y="1700808"/>
            <a:ext cx="3855144" cy="32842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300">
                <a:solidFill>
                  <a:schemeClr val="dk1"/>
                </a:solidFill>
                <a:latin typeface="Arial"/>
                <a:ea typeface="Arial"/>
                <a:cs typeface="Arial"/>
                <a:sym typeface="Arial"/>
              </a:rPr>
              <a:t>public</a:t>
            </a:r>
            <a:r>
              <a:rPr lang="es-ES" sz="1300">
                <a:solidFill>
                  <a:srgbClr val="5B5BFF"/>
                </a:solidFill>
                <a:latin typeface="Arial"/>
                <a:ea typeface="Arial"/>
                <a:cs typeface="Arial"/>
                <a:sym typeface="Arial"/>
              </a:rPr>
              <a:t> </a:t>
            </a:r>
            <a:r>
              <a:rPr lang="es-ES" sz="1300">
                <a:solidFill>
                  <a:srgbClr val="FF0000"/>
                </a:solidFill>
                <a:latin typeface="Arial"/>
                <a:ea typeface="Arial"/>
                <a:cs typeface="Arial"/>
                <a:sym typeface="Arial"/>
              </a:rPr>
              <a:t>Temperatura(</a:t>
            </a:r>
            <a:r>
              <a:rPr lang="es-ES" sz="1300">
                <a:solidFill>
                  <a:schemeClr val="dk1"/>
                </a:solidFill>
                <a:latin typeface="Arial"/>
                <a:ea typeface="Arial"/>
                <a:cs typeface="Arial"/>
                <a:sym typeface="Arial"/>
              </a:rPr>
              <a:t>int</a:t>
            </a:r>
            <a:r>
              <a:rPr lang="es-ES" sz="1300">
                <a:solidFill>
                  <a:srgbClr val="00B050"/>
                </a:solidFill>
                <a:latin typeface="Arial"/>
                <a:ea typeface="Arial"/>
                <a:cs typeface="Arial"/>
                <a:sym typeface="Arial"/>
              </a:rPr>
              <a:t> tam</a:t>
            </a:r>
            <a:r>
              <a:rPr lang="es-ES" sz="1300">
                <a:solidFill>
                  <a:srgbClr val="FF0000"/>
                </a:solidFill>
                <a:latin typeface="Arial"/>
                <a:ea typeface="Arial"/>
                <a:cs typeface="Arial"/>
                <a:sym typeface="Arial"/>
              </a:rPr>
              <a:t>) {</a:t>
            </a:r>
            <a:r>
              <a:rPr lang="es-ES" sz="1300">
                <a:solidFill>
                  <a:srgbClr val="5B5BFF"/>
                </a:solidFill>
                <a:latin typeface="Arial"/>
                <a:ea typeface="Arial"/>
                <a:cs typeface="Arial"/>
                <a:sym typeface="Arial"/>
              </a:rPr>
              <a:t> . . . </a:t>
            </a:r>
            <a:r>
              <a:rPr lang="es-ES" sz="1300">
                <a:solidFill>
                  <a:srgbClr val="FF0000"/>
                </a:solidFill>
                <a:latin typeface="Arial"/>
                <a:ea typeface="Arial"/>
                <a:cs typeface="Arial"/>
                <a:sym typeface="Arial"/>
              </a:rPr>
              <a:t>}</a:t>
            </a:r>
            <a:endParaRPr/>
          </a:p>
        </p:txBody>
      </p:sp>
      <p:sp>
        <p:nvSpPr>
          <p:cNvPr id="420" name="Google Shape;420;p9"/>
          <p:cNvSpPr/>
          <p:nvPr/>
        </p:nvSpPr>
        <p:spPr>
          <a:xfrm>
            <a:off x="3779912" y="1916832"/>
            <a:ext cx="3496725" cy="32842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300">
                <a:solidFill>
                  <a:schemeClr val="dk1"/>
                </a:solidFill>
                <a:latin typeface="Arial"/>
                <a:ea typeface="Arial"/>
                <a:cs typeface="Arial"/>
                <a:sym typeface="Arial"/>
              </a:rPr>
              <a:t>public void </a:t>
            </a:r>
            <a:r>
              <a:rPr lang="es-ES" sz="1300">
                <a:solidFill>
                  <a:srgbClr val="FF0000"/>
                </a:solidFill>
                <a:latin typeface="Arial"/>
                <a:ea typeface="Arial"/>
                <a:cs typeface="Arial"/>
                <a:sym typeface="Arial"/>
              </a:rPr>
              <a:t>generar() {</a:t>
            </a:r>
            <a:r>
              <a:rPr lang="es-ES" sz="1300">
                <a:solidFill>
                  <a:srgbClr val="5B5BFF"/>
                </a:solidFill>
                <a:latin typeface="Arial"/>
                <a:ea typeface="Arial"/>
                <a:cs typeface="Arial"/>
                <a:sym typeface="Arial"/>
              </a:rPr>
              <a:t> . . . </a:t>
            </a:r>
            <a:r>
              <a:rPr lang="es-ES" sz="1300">
                <a:solidFill>
                  <a:srgbClr val="FF0000"/>
                </a:solidFill>
                <a:latin typeface="Arial"/>
                <a:ea typeface="Arial"/>
                <a:cs typeface="Arial"/>
                <a:sym typeface="Arial"/>
              </a:rPr>
              <a:t>}</a:t>
            </a:r>
            <a:endParaRPr/>
          </a:p>
        </p:txBody>
      </p:sp>
      <p:sp>
        <p:nvSpPr>
          <p:cNvPr id="421" name="Google Shape;421;p9"/>
          <p:cNvSpPr/>
          <p:nvPr/>
        </p:nvSpPr>
        <p:spPr>
          <a:xfrm>
            <a:off x="3779912" y="2132856"/>
            <a:ext cx="2808312" cy="32842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300">
                <a:solidFill>
                  <a:schemeClr val="dk1"/>
                </a:solidFill>
                <a:latin typeface="Arial"/>
                <a:ea typeface="Arial"/>
                <a:cs typeface="Arial"/>
                <a:sym typeface="Arial"/>
              </a:rPr>
              <a:t>public void </a:t>
            </a:r>
            <a:r>
              <a:rPr lang="es-ES" sz="1300">
                <a:solidFill>
                  <a:srgbClr val="FF0000"/>
                </a:solidFill>
                <a:latin typeface="Arial"/>
                <a:ea typeface="Arial"/>
                <a:cs typeface="Arial"/>
                <a:sym typeface="Arial"/>
              </a:rPr>
              <a:t>mostrar() {</a:t>
            </a:r>
            <a:r>
              <a:rPr lang="es-ES" sz="1300">
                <a:solidFill>
                  <a:srgbClr val="5B5BFF"/>
                </a:solidFill>
                <a:latin typeface="Arial"/>
                <a:ea typeface="Arial"/>
                <a:cs typeface="Arial"/>
                <a:sym typeface="Arial"/>
              </a:rPr>
              <a:t> . . . </a:t>
            </a:r>
            <a:r>
              <a:rPr lang="es-ES" sz="1300">
                <a:solidFill>
                  <a:srgbClr val="FF0000"/>
                </a:solidFill>
                <a:latin typeface="Arial"/>
                <a:ea typeface="Arial"/>
                <a:cs typeface="Arial"/>
                <a:sym typeface="Arial"/>
              </a:rPr>
              <a:t>}</a:t>
            </a:r>
            <a:endParaRPr/>
          </a:p>
        </p:txBody>
      </p:sp>
      <p:sp>
        <p:nvSpPr>
          <p:cNvPr id="422" name="Google Shape;422;p9"/>
          <p:cNvSpPr txBox="1"/>
          <p:nvPr/>
        </p:nvSpPr>
        <p:spPr>
          <a:xfrm>
            <a:off x="1371691" y="2780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423" name="Google Shape;423;p9"/>
          <p:cNvSpPr txBox="1"/>
          <p:nvPr/>
        </p:nvSpPr>
        <p:spPr>
          <a:xfrm>
            <a:off x="1371691" y="3068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22</a:t>
            </a:r>
            <a:endParaRPr/>
          </a:p>
        </p:txBody>
      </p:sp>
      <p:sp>
        <p:nvSpPr>
          <p:cNvPr id="424" name="Google Shape;424;p9"/>
          <p:cNvSpPr txBox="1"/>
          <p:nvPr/>
        </p:nvSpPr>
        <p:spPr>
          <a:xfrm>
            <a:off x="1371691" y="33528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425" name="Google Shape;425;p9"/>
          <p:cNvSpPr txBox="1"/>
          <p:nvPr/>
        </p:nvSpPr>
        <p:spPr>
          <a:xfrm>
            <a:off x="1371691" y="364502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426" name="Google Shape;426;p9"/>
          <p:cNvSpPr txBox="1"/>
          <p:nvPr/>
        </p:nvSpPr>
        <p:spPr>
          <a:xfrm>
            <a:off x="1371691" y="3933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427" name="Google Shape;427;p9"/>
          <p:cNvSpPr txBox="1"/>
          <p:nvPr/>
        </p:nvSpPr>
        <p:spPr>
          <a:xfrm>
            <a:off x="1371691" y="42168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428" name="Google Shape;428;p9"/>
          <p:cNvSpPr txBox="1"/>
          <p:nvPr/>
        </p:nvSpPr>
        <p:spPr>
          <a:xfrm>
            <a:off x="1371691" y="4504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429" name="Google Shape;429;p9"/>
          <p:cNvSpPr/>
          <p:nvPr/>
        </p:nvSpPr>
        <p:spPr>
          <a:xfrm>
            <a:off x="3781411" y="2348880"/>
            <a:ext cx="4174965" cy="32842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300">
                <a:solidFill>
                  <a:schemeClr val="dk1"/>
                </a:solidFill>
                <a:latin typeface="Arial"/>
                <a:ea typeface="Arial"/>
                <a:cs typeface="Arial"/>
                <a:sym typeface="Arial"/>
              </a:rPr>
              <a:t>public int getSuma</a:t>
            </a:r>
            <a:r>
              <a:rPr lang="es-ES" sz="1300">
                <a:solidFill>
                  <a:srgbClr val="FF0000"/>
                </a:solidFill>
                <a:latin typeface="Arial"/>
                <a:ea typeface="Arial"/>
                <a:cs typeface="Arial"/>
                <a:sym typeface="Arial"/>
              </a:rPr>
              <a:t>() {</a:t>
            </a:r>
            <a:r>
              <a:rPr lang="es-ES" sz="1300">
                <a:solidFill>
                  <a:srgbClr val="5B5BFF"/>
                </a:solidFill>
                <a:latin typeface="Arial"/>
                <a:ea typeface="Arial"/>
                <a:cs typeface="Arial"/>
                <a:sym typeface="Arial"/>
              </a:rPr>
              <a:t>. . . </a:t>
            </a:r>
            <a:r>
              <a:rPr lang="es-ES" sz="1300">
                <a:solidFill>
                  <a:srgbClr val="FF0000"/>
                </a:solidFill>
                <a:latin typeface="Arial"/>
                <a:ea typeface="Arial"/>
                <a:cs typeface="Arial"/>
                <a:sym typeface="Arial"/>
              </a:rPr>
              <a:t>}</a:t>
            </a:r>
            <a:endParaRPr/>
          </a:p>
        </p:txBody>
      </p:sp>
      <p:sp>
        <p:nvSpPr>
          <p:cNvPr id="430" name="Google Shape;430;p9"/>
          <p:cNvSpPr/>
          <p:nvPr/>
        </p:nvSpPr>
        <p:spPr>
          <a:xfrm>
            <a:off x="3779912" y="2564904"/>
            <a:ext cx="4174965" cy="32842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300">
                <a:solidFill>
                  <a:schemeClr val="dk1"/>
                </a:solidFill>
                <a:latin typeface="Arial"/>
                <a:ea typeface="Arial"/>
                <a:cs typeface="Arial"/>
                <a:sym typeface="Arial"/>
              </a:rPr>
              <a:t>public float getMedia</a:t>
            </a:r>
            <a:r>
              <a:rPr lang="es-ES" sz="1300">
                <a:solidFill>
                  <a:srgbClr val="FF0000"/>
                </a:solidFill>
                <a:latin typeface="Arial"/>
                <a:ea typeface="Arial"/>
                <a:cs typeface="Arial"/>
                <a:sym typeface="Arial"/>
              </a:rPr>
              <a:t>() { </a:t>
            </a:r>
            <a:r>
              <a:rPr lang="es-ES" sz="1300">
                <a:solidFill>
                  <a:srgbClr val="5B5BFF"/>
                </a:solidFill>
                <a:latin typeface="Arial"/>
                <a:ea typeface="Arial"/>
                <a:cs typeface="Arial"/>
                <a:sym typeface="Arial"/>
              </a:rPr>
              <a:t>. . . </a:t>
            </a:r>
            <a:r>
              <a:rPr lang="es-ES" sz="1300">
                <a:solidFill>
                  <a:srgbClr val="FF0000"/>
                </a:solidFill>
                <a:latin typeface="Arial"/>
                <a:ea typeface="Arial"/>
                <a:cs typeface="Arial"/>
                <a:sym typeface="Arial"/>
              </a:rPr>
              <a:t>}</a:t>
            </a:r>
            <a:endParaRPr/>
          </a:p>
        </p:txBody>
      </p:sp>
      <p:sp>
        <p:nvSpPr>
          <p:cNvPr id="431" name="Google Shape;431;p9"/>
          <p:cNvSpPr/>
          <p:nvPr/>
        </p:nvSpPr>
        <p:spPr>
          <a:xfrm>
            <a:off x="3779912" y="2780928"/>
            <a:ext cx="4156537" cy="314766"/>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300">
                <a:solidFill>
                  <a:schemeClr val="dk1"/>
                </a:solidFill>
                <a:latin typeface="Arial"/>
                <a:ea typeface="Arial"/>
                <a:cs typeface="Arial"/>
                <a:sym typeface="Arial"/>
              </a:rPr>
              <a:t>public int </a:t>
            </a:r>
            <a:r>
              <a:rPr lang="es-ES" sz="1300">
                <a:solidFill>
                  <a:srgbClr val="FF0000"/>
                </a:solidFill>
                <a:latin typeface="Arial"/>
                <a:ea typeface="Arial"/>
                <a:cs typeface="Arial"/>
                <a:sym typeface="Arial"/>
              </a:rPr>
              <a:t>getMayor() { </a:t>
            </a:r>
            <a:r>
              <a:rPr lang="es-ES" sz="1300">
                <a:solidFill>
                  <a:srgbClr val="5B5BFF"/>
                </a:solidFill>
                <a:latin typeface="Arial"/>
                <a:ea typeface="Arial"/>
                <a:cs typeface="Arial"/>
                <a:sym typeface="Arial"/>
              </a:rPr>
              <a:t>. . . </a:t>
            </a:r>
            <a:r>
              <a:rPr lang="es-ES" sz="1300">
                <a:solidFill>
                  <a:srgbClr val="FF0000"/>
                </a:solidFill>
                <a:latin typeface="Arial"/>
                <a:ea typeface="Arial"/>
                <a:cs typeface="Arial"/>
                <a:sym typeface="Arial"/>
              </a:rPr>
              <a:t>}</a:t>
            </a:r>
            <a:endParaRPr/>
          </a:p>
        </p:txBody>
      </p:sp>
      <p:sp>
        <p:nvSpPr>
          <p:cNvPr id="432" name="Google Shape;432;p9"/>
          <p:cNvSpPr/>
          <p:nvPr/>
        </p:nvSpPr>
        <p:spPr>
          <a:xfrm>
            <a:off x="3774931" y="3140968"/>
            <a:ext cx="4174965" cy="1501373"/>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400">
                <a:solidFill>
                  <a:schemeClr val="dk1"/>
                </a:solidFill>
                <a:latin typeface="Arial"/>
                <a:ea typeface="Arial"/>
                <a:cs typeface="Arial"/>
                <a:sym typeface="Arial"/>
              </a:rPr>
              <a:t>public boolean </a:t>
            </a:r>
            <a:r>
              <a:rPr lang="es-ES" sz="1400">
                <a:solidFill>
                  <a:srgbClr val="FF0000"/>
                </a:solidFill>
                <a:latin typeface="Arial"/>
                <a:ea typeface="Arial"/>
                <a:cs typeface="Arial"/>
                <a:sym typeface="Arial"/>
              </a:rPr>
              <a:t>hayMayor (</a:t>
            </a:r>
            <a:r>
              <a:rPr lang="es-ES" sz="1400">
                <a:solidFill>
                  <a:schemeClr val="dk1"/>
                </a:solidFill>
                <a:latin typeface="Arial"/>
                <a:ea typeface="Arial"/>
                <a:cs typeface="Arial"/>
                <a:sym typeface="Arial"/>
              </a:rPr>
              <a:t>int</a:t>
            </a:r>
            <a:r>
              <a:rPr lang="es-ES" sz="1400">
                <a:solidFill>
                  <a:srgbClr val="00B050"/>
                </a:solidFill>
                <a:latin typeface="Arial"/>
                <a:ea typeface="Arial"/>
                <a:cs typeface="Arial"/>
                <a:sym typeface="Arial"/>
              </a:rPr>
              <a:t> num</a:t>
            </a:r>
            <a:r>
              <a:rPr lang="es-ES" sz="14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r>
              <a:rPr lang="es-ES" sz="1400">
                <a:solidFill>
                  <a:schemeClr val="dk1"/>
                </a:solidFill>
                <a:latin typeface="Arial"/>
                <a:ea typeface="Arial"/>
                <a:cs typeface="Arial"/>
                <a:sym typeface="Arial"/>
              </a:rPr>
              <a:t>       for(int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0;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&lt; </a:t>
            </a:r>
            <a:r>
              <a:rPr lang="es-ES" sz="1400" b="1">
                <a:solidFill>
                  <a:schemeClr val="accent1"/>
                </a:solidFill>
                <a:latin typeface="Arial"/>
                <a:ea typeface="Arial"/>
                <a:cs typeface="Arial"/>
                <a:sym typeface="Arial"/>
              </a:rPr>
              <a:t>temp</a:t>
            </a:r>
            <a:r>
              <a:rPr lang="es-ES" sz="1400">
                <a:solidFill>
                  <a:schemeClr val="dk1"/>
                </a:solidFill>
                <a:latin typeface="Arial"/>
                <a:ea typeface="Arial"/>
                <a:cs typeface="Arial"/>
                <a:sym typeface="Arial"/>
              </a:rPr>
              <a:t>.</a:t>
            </a:r>
            <a:r>
              <a:rPr lang="es-ES" sz="1400">
                <a:solidFill>
                  <a:srgbClr val="00B050"/>
                </a:solidFill>
                <a:latin typeface="Arial"/>
                <a:ea typeface="Arial"/>
                <a:cs typeface="Arial"/>
                <a:sym typeface="Arial"/>
              </a:rPr>
              <a:t>length </a:t>
            </a:r>
            <a:r>
              <a:rPr lang="es-ES" sz="1400">
                <a:solidFill>
                  <a:schemeClr val="dk1"/>
                </a:solidFill>
                <a:latin typeface="Arial"/>
                <a:ea typeface="Arial"/>
                <a:cs typeface="Arial"/>
                <a:sym typeface="Arial"/>
              </a:rPr>
              <a:t>;</a:t>
            </a:r>
            <a:r>
              <a:rPr lang="es-ES" sz="1400" b="1">
                <a:solidFill>
                  <a:srgbClr val="E8890A"/>
                </a:solidFill>
                <a:latin typeface="Arial"/>
                <a:ea typeface="Arial"/>
                <a:cs typeface="Arial"/>
                <a:sym typeface="Arial"/>
              </a:rPr>
              <a:t> i</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if(</a:t>
            </a:r>
            <a:r>
              <a:rPr lang="es-ES" sz="1400" b="1">
                <a:solidFill>
                  <a:schemeClr val="accent1"/>
                </a:solidFill>
                <a:latin typeface="Arial"/>
                <a:ea typeface="Arial"/>
                <a:cs typeface="Arial"/>
                <a:sym typeface="Arial"/>
              </a:rPr>
              <a:t>temp[</a:t>
            </a:r>
            <a:r>
              <a:rPr lang="es-ES" sz="1400" b="1">
                <a:solidFill>
                  <a:srgbClr val="E8890A"/>
                </a:solidFill>
                <a:latin typeface="Arial"/>
                <a:ea typeface="Arial"/>
                <a:cs typeface="Arial"/>
                <a:sym typeface="Arial"/>
              </a:rPr>
              <a:t>i</a:t>
            </a:r>
            <a:r>
              <a:rPr lang="es-ES" sz="1400" b="1">
                <a:solidFill>
                  <a:schemeClr val="accent1"/>
                </a:solidFill>
                <a:latin typeface="Arial"/>
                <a:ea typeface="Arial"/>
                <a:cs typeface="Arial"/>
                <a:sym typeface="Arial"/>
              </a:rPr>
              <a:t>] &gt;</a:t>
            </a:r>
            <a:r>
              <a:rPr lang="es-ES" sz="1400">
                <a:solidFill>
                  <a:srgbClr val="00B050"/>
                </a:solidFill>
                <a:latin typeface="Arial"/>
                <a:ea typeface="Arial"/>
                <a:cs typeface="Arial"/>
                <a:sym typeface="Arial"/>
              </a:rPr>
              <a:t>num</a:t>
            </a:r>
            <a:r>
              <a:rPr lang="es-ES" sz="1400" b="1">
                <a:solidFill>
                  <a:schemeClr val="dk1"/>
                </a:solidFill>
                <a:latin typeface="Arial"/>
                <a:ea typeface="Arial"/>
                <a:cs typeface="Arial"/>
                <a:sym typeface="Arial"/>
              </a:rPr>
              <a:t> </a:t>
            </a:r>
            <a:r>
              <a:rPr lang="es-E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s-ES" sz="1400">
                <a:solidFill>
                  <a:schemeClr val="dk1"/>
                </a:solidFill>
                <a:latin typeface="Arial"/>
                <a:ea typeface="Arial"/>
                <a:cs typeface="Arial"/>
                <a:sym typeface="Arial"/>
              </a:rPr>
              <a:t>       	return  true;</a:t>
            </a:r>
            <a:endParaRPr/>
          </a:p>
          <a:p>
            <a:pPr marL="0" marR="0" lvl="0" indent="0" algn="l" rtl="0">
              <a:spcBef>
                <a:spcPts val="0"/>
              </a:spcBef>
              <a:spcAft>
                <a:spcPts val="0"/>
              </a:spcAft>
              <a:buNone/>
            </a:pPr>
            <a:r>
              <a:rPr lang="es-ES" sz="1400">
                <a:solidFill>
                  <a:schemeClr val="dk1"/>
                </a:solidFill>
                <a:latin typeface="Arial"/>
                <a:ea typeface="Arial"/>
                <a:cs typeface="Arial"/>
                <a:sym typeface="Arial"/>
              </a:rPr>
              <a:t>       return false;</a:t>
            </a:r>
            <a:endParaRPr/>
          </a:p>
          <a:p>
            <a:pPr marL="0" marR="0" lvl="0" indent="0" algn="l" rtl="0">
              <a:lnSpc>
                <a:spcPct val="118000"/>
              </a:lnSpc>
              <a:spcBef>
                <a:spcPts val="0"/>
              </a:spcBef>
              <a:spcAft>
                <a:spcPts val="0"/>
              </a:spcAft>
              <a:buNone/>
            </a:pPr>
            <a:r>
              <a:rPr lang="es-ES" sz="1400">
                <a:solidFill>
                  <a:srgbClr val="FF0000"/>
                </a:solidFill>
                <a:latin typeface="Arial"/>
                <a:ea typeface="Arial"/>
                <a:cs typeface="Arial"/>
                <a:sym typeface="Arial"/>
              </a:rPr>
              <a:t>}</a:t>
            </a:r>
            <a:endParaRPr/>
          </a:p>
        </p:txBody>
      </p:sp>
      <p:sp>
        <p:nvSpPr>
          <p:cNvPr id="433" name="Google Shape;433;p9"/>
          <p:cNvSpPr/>
          <p:nvPr/>
        </p:nvSpPr>
        <p:spPr>
          <a:xfrm>
            <a:off x="3779912" y="4509120"/>
            <a:ext cx="4174965" cy="1755609"/>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400">
                <a:solidFill>
                  <a:schemeClr val="dk1"/>
                </a:solidFill>
                <a:latin typeface="Arial"/>
                <a:ea typeface="Arial"/>
                <a:cs typeface="Arial"/>
                <a:sym typeface="Arial"/>
              </a:rPr>
              <a:t>public int </a:t>
            </a:r>
            <a:r>
              <a:rPr lang="es-ES" sz="1400">
                <a:solidFill>
                  <a:srgbClr val="FF0000"/>
                </a:solidFill>
                <a:latin typeface="Arial"/>
                <a:ea typeface="Arial"/>
                <a:cs typeface="Arial"/>
                <a:sym typeface="Arial"/>
              </a:rPr>
              <a:t>cuentaMayores (</a:t>
            </a:r>
            <a:r>
              <a:rPr lang="es-ES" sz="1400">
                <a:solidFill>
                  <a:schemeClr val="dk1"/>
                </a:solidFill>
                <a:latin typeface="Arial"/>
                <a:ea typeface="Arial"/>
                <a:cs typeface="Arial"/>
                <a:sym typeface="Arial"/>
              </a:rPr>
              <a:t>int</a:t>
            </a:r>
            <a:r>
              <a:rPr lang="es-ES" sz="1400">
                <a:solidFill>
                  <a:srgbClr val="00B050"/>
                </a:solidFill>
                <a:latin typeface="Arial"/>
                <a:ea typeface="Arial"/>
                <a:cs typeface="Arial"/>
                <a:sym typeface="Arial"/>
              </a:rPr>
              <a:t> num</a:t>
            </a:r>
            <a:r>
              <a:rPr lang="es-ES" sz="14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r>
              <a:rPr lang="es-ES" sz="1400">
                <a:solidFill>
                  <a:schemeClr val="dk1"/>
                </a:solidFill>
                <a:latin typeface="Arial"/>
                <a:ea typeface="Arial"/>
                <a:cs typeface="Arial"/>
                <a:sym typeface="Arial"/>
              </a:rPr>
              <a:t>       int cont = 0;</a:t>
            </a:r>
            <a:endParaRPr/>
          </a:p>
          <a:p>
            <a:pPr marL="0" marR="0" lvl="0" indent="0" algn="l" rtl="0">
              <a:lnSpc>
                <a:spcPct val="118000"/>
              </a:lnSpc>
              <a:spcBef>
                <a:spcPts val="0"/>
              </a:spcBef>
              <a:spcAft>
                <a:spcPts val="0"/>
              </a:spcAft>
              <a:buNone/>
            </a:pPr>
            <a:r>
              <a:rPr lang="es-ES" sz="1400">
                <a:solidFill>
                  <a:schemeClr val="dk1"/>
                </a:solidFill>
                <a:latin typeface="Arial"/>
                <a:ea typeface="Arial"/>
                <a:cs typeface="Arial"/>
                <a:sym typeface="Arial"/>
              </a:rPr>
              <a:t>       for(int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0; </a:t>
            </a:r>
            <a:r>
              <a:rPr lang="es-ES" sz="1400" b="1">
                <a:solidFill>
                  <a:srgbClr val="E8890A"/>
                </a:solidFill>
                <a:latin typeface="Arial"/>
                <a:ea typeface="Arial"/>
                <a:cs typeface="Arial"/>
                <a:sym typeface="Arial"/>
              </a:rPr>
              <a:t>i</a:t>
            </a:r>
            <a:r>
              <a:rPr lang="es-ES" sz="1400">
                <a:solidFill>
                  <a:schemeClr val="dk1"/>
                </a:solidFill>
                <a:latin typeface="Arial"/>
                <a:ea typeface="Arial"/>
                <a:cs typeface="Arial"/>
                <a:sym typeface="Arial"/>
              </a:rPr>
              <a:t> &lt; </a:t>
            </a:r>
            <a:r>
              <a:rPr lang="es-ES" sz="1400" b="1">
                <a:solidFill>
                  <a:schemeClr val="accent1"/>
                </a:solidFill>
                <a:latin typeface="Arial"/>
                <a:ea typeface="Arial"/>
                <a:cs typeface="Arial"/>
                <a:sym typeface="Arial"/>
              </a:rPr>
              <a:t>temp</a:t>
            </a:r>
            <a:r>
              <a:rPr lang="es-ES" sz="1400">
                <a:solidFill>
                  <a:schemeClr val="dk1"/>
                </a:solidFill>
                <a:latin typeface="Arial"/>
                <a:ea typeface="Arial"/>
                <a:cs typeface="Arial"/>
                <a:sym typeface="Arial"/>
              </a:rPr>
              <a:t>.</a:t>
            </a:r>
            <a:r>
              <a:rPr lang="es-ES" sz="1400">
                <a:solidFill>
                  <a:srgbClr val="00B050"/>
                </a:solidFill>
                <a:latin typeface="Arial"/>
                <a:ea typeface="Arial"/>
                <a:cs typeface="Arial"/>
                <a:sym typeface="Arial"/>
              </a:rPr>
              <a:t>length </a:t>
            </a:r>
            <a:r>
              <a:rPr lang="es-ES" sz="1400">
                <a:solidFill>
                  <a:schemeClr val="dk1"/>
                </a:solidFill>
                <a:latin typeface="Arial"/>
                <a:ea typeface="Arial"/>
                <a:cs typeface="Arial"/>
                <a:sym typeface="Arial"/>
              </a:rPr>
              <a:t>;</a:t>
            </a:r>
            <a:r>
              <a:rPr lang="es-ES" sz="1400" b="1">
                <a:solidFill>
                  <a:srgbClr val="E8890A"/>
                </a:solidFill>
                <a:latin typeface="Arial"/>
                <a:ea typeface="Arial"/>
                <a:cs typeface="Arial"/>
                <a:sym typeface="Arial"/>
              </a:rPr>
              <a:t> i</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if(</a:t>
            </a:r>
            <a:r>
              <a:rPr lang="es-ES" sz="1400" b="1">
                <a:solidFill>
                  <a:schemeClr val="accent1"/>
                </a:solidFill>
                <a:latin typeface="Arial"/>
                <a:ea typeface="Arial"/>
                <a:cs typeface="Arial"/>
                <a:sym typeface="Arial"/>
              </a:rPr>
              <a:t>temp[</a:t>
            </a:r>
            <a:r>
              <a:rPr lang="es-ES" sz="1400" b="1">
                <a:solidFill>
                  <a:srgbClr val="E8890A"/>
                </a:solidFill>
                <a:latin typeface="Arial"/>
                <a:ea typeface="Arial"/>
                <a:cs typeface="Arial"/>
                <a:sym typeface="Arial"/>
              </a:rPr>
              <a:t>i</a:t>
            </a:r>
            <a:r>
              <a:rPr lang="es-ES" sz="1400" b="1">
                <a:solidFill>
                  <a:schemeClr val="accent1"/>
                </a:solidFill>
                <a:latin typeface="Arial"/>
                <a:ea typeface="Arial"/>
                <a:cs typeface="Arial"/>
                <a:sym typeface="Arial"/>
              </a:rPr>
              <a:t>]  &gt; </a:t>
            </a:r>
            <a:r>
              <a:rPr lang="es-ES" sz="1400">
                <a:solidFill>
                  <a:srgbClr val="00B050"/>
                </a:solidFill>
                <a:latin typeface="Arial"/>
                <a:ea typeface="Arial"/>
                <a:cs typeface="Arial"/>
                <a:sym typeface="Arial"/>
              </a:rPr>
              <a:t>num</a:t>
            </a:r>
            <a:r>
              <a:rPr lang="es-ES" sz="1400" b="1">
                <a:solidFill>
                  <a:schemeClr val="dk1"/>
                </a:solidFill>
                <a:latin typeface="Arial"/>
                <a:ea typeface="Arial"/>
                <a:cs typeface="Arial"/>
                <a:sym typeface="Arial"/>
              </a:rPr>
              <a:t> </a:t>
            </a:r>
            <a:r>
              <a:rPr lang="es-E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s-ES" sz="1400">
                <a:solidFill>
                  <a:schemeClr val="dk1"/>
                </a:solidFill>
                <a:latin typeface="Arial"/>
                <a:ea typeface="Arial"/>
                <a:cs typeface="Arial"/>
                <a:sym typeface="Arial"/>
              </a:rPr>
              <a:t>       	cont++;</a:t>
            </a:r>
            <a:endParaRPr/>
          </a:p>
          <a:p>
            <a:pPr marL="0" marR="0" lvl="0" indent="0" algn="l" rtl="0">
              <a:spcBef>
                <a:spcPts val="0"/>
              </a:spcBef>
              <a:spcAft>
                <a:spcPts val="0"/>
              </a:spcAft>
              <a:buNone/>
            </a:pPr>
            <a:r>
              <a:rPr lang="es-ES" sz="1400">
                <a:solidFill>
                  <a:schemeClr val="dk1"/>
                </a:solidFill>
                <a:latin typeface="Arial"/>
                <a:ea typeface="Arial"/>
                <a:cs typeface="Arial"/>
                <a:sym typeface="Arial"/>
              </a:rPr>
              <a:t>       return cont;</a:t>
            </a:r>
            <a:endParaRPr/>
          </a:p>
          <a:p>
            <a:pPr marL="0" marR="0" lvl="0" indent="0" algn="l" rtl="0">
              <a:lnSpc>
                <a:spcPct val="118000"/>
              </a:lnSpc>
              <a:spcBef>
                <a:spcPts val="0"/>
              </a:spcBef>
              <a:spcAft>
                <a:spcPts val="0"/>
              </a:spcAft>
              <a:buNone/>
            </a:pPr>
            <a:r>
              <a:rPr lang="es-ES" sz="1400">
                <a:solidFill>
                  <a:srgbClr val="FF0000"/>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32">
                                            <p:txEl>
                                              <p:pRg st="0" end="0"/>
                                            </p:txEl>
                                          </p:spTgt>
                                        </p:tgtEl>
                                        <p:attrNameLst>
                                          <p:attrName>style.visibility</p:attrName>
                                        </p:attrNameLst>
                                      </p:cBhvr>
                                      <p:to>
                                        <p:strVal val="visible"/>
                                      </p:to>
                                    </p:set>
                                    <p:anim calcmode="lin" valueType="num">
                                      <p:cBhvr additive="base">
                                        <p:cTn id="7" dur="500"/>
                                        <p:tgtEl>
                                          <p:spTgt spid="432">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432">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32">
                                            <p:txEl>
                                              <p:pRg st="1" end="1"/>
                                            </p:txEl>
                                          </p:spTgt>
                                        </p:tgtEl>
                                        <p:attrNameLst>
                                          <p:attrName>style.visibility</p:attrName>
                                        </p:attrNameLst>
                                      </p:cBhvr>
                                      <p:to>
                                        <p:strVal val="visible"/>
                                      </p:to>
                                    </p:set>
                                    <p:anim calcmode="lin" valueType="num">
                                      <p:cBhvr additive="base">
                                        <p:cTn id="13" dur="500"/>
                                        <p:tgtEl>
                                          <p:spTgt spid="432">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432">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432">
                                            <p:txEl>
                                              <p:pRg st="2" end="2"/>
                                            </p:txEl>
                                          </p:spTgt>
                                        </p:tgtEl>
                                        <p:attrNameLst>
                                          <p:attrName>style.visibility</p:attrName>
                                        </p:attrNameLst>
                                      </p:cBhvr>
                                      <p:to>
                                        <p:strVal val="visible"/>
                                      </p:to>
                                    </p:set>
                                    <p:anim calcmode="lin" valueType="num">
                                      <p:cBhvr additive="base">
                                        <p:cTn id="19" dur="500"/>
                                        <p:tgtEl>
                                          <p:spTgt spid="432">
                                            <p:txEl>
                                              <p:pRg st="2" end="2"/>
                                            </p:txEl>
                                          </p:spTgt>
                                        </p:tgtEl>
                                        <p:attrNameLst>
                                          <p:attrName>ppt_w</p:attrName>
                                        </p:attrNameLst>
                                      </p:cBhvr>
                                      <p:tavLst>
                                        <p:tav tm="0">
                                          <p:val>
                                            <p:strVal val="0"/>
                                          </p:val>
                                        </p:tav>
                                        <p:tav tm="100000">
                                          <p:val>
                                            <p:strVal val="#ppt_w"/>
                                          </p:val>
                                        </p:tav>
                                      </p:tavLst>
                                    </p:anim>
                                    <p:anim calcmode="lin" valueType="num">
                                      <p:cBhvr additive="base">
                                        <p:cTn id="20" dur="500"/>
                                        <p:tgtEl>
                                          <p:spTgt spid="432">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432">
                                            <p:txEl>
                                              <p:pRg st="3" end="3"/>
                                            </p:txEl>
                                          </p:spTgt>
                                        </p:tgtEl>
                                        <p:attrNameLst>
                                          <p:attrName>style.visibility</p:attrName>
                                        </p:attrNameLst>
                                      </p:cBhvr>
                                      <p:to>
                                        <p:strVal val="visible"/>
                                      </p:to>
                                    </p:set>
                                    <p:anim calcmode="lin" valueType="num">
                                      <p:cBhvr additive="base">
                                        <p:cTn id="25" dur="500"/>
                                        <p:tgtEl>
                                          <p:spTgt spid="432">
                                            <p:txEl>
                                              <p:pRg st="3" end="3"/>
                                            </p:txEl>
                                          </p:spTgt>
                                        </p:tgtEl>
                                        <p:attrNameLst>
                                          <p:attrName>ppt_w</p:attrName>
                                        </p:attrNameLst>
                                      </p:cBhvr>
                                      <p:tavLst>
                                        <p:tav tm="0">
                                          <p:val>
                                            <p:strVal val="0"/>
                                          </p:val>
                                        </p:tav>
                                        <p:tav tm="100000">
                                          <p:val>
                                            <p:strVal val="#ppt_w"/>
                                          </p:val>
                                        </p:tav>
                                      </p:tavLst>
                                    </p:anim>
                                    <p:anim calcmode="lin" valueType="num">
                                      <p:cBhvr additive="base">
                                        <p:cTn id="26" dur="500"/>
                                        <p:tgtEl>
                                          <p:spTgt spid="432">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432">
                                            <p:txEl>
                                              <p:pRg st="4" end="4"/>
                                            </p:txEl>
                                          </p:spTgt>
                                        </p:tgtEl>
                                        <p:attrNameLst>
                                          <p:attrName>style.visibility</p:attrName>
                                        </p:attrNameLst>
                                      </p:cBhvr>
                                      <p:to>
                                        <p:strVal val="visible"/>
                                      </p:to>
                                    </p:set>
                                    <p:anim calcmode="lin" valueType="num">
                                      <p:cBhvr additive="base">
                                        <p:cTn id="31" dur="500"/>
                                        <p:tgtEl>
                                          <p:spTgt spid="432">
                                            <p:txEl>
                                              <p:pRg st="4" end="4"/>
                                            </p:txEl>
                                          </p:spTgt>
                                        </p:tgtEl>
                                        <p:attrNameLst>
                                          <p:attrName>ppt_w</p:attrName>
                                        </p:attrNameLst>
                                      </p:cBhvr>
                                      <p:tavLst>
                                        <p:tav tm="0">
                                          <p:val>
                                            <p:strVal val="0"/>
                                          </p:val>
                                        </p:tav>
                                        <p:tav tm="100000">
                                          <p:val>
                                            <p:strVal val="#ppt_w"/>
                                          </p:val>
                                        </p:tav>
                                      </p:tavLst>
                                    </p:anim>
                                    <p:anim calcmode="lin" valueType="num">
                                      <p:cBhvr additive="base">
                                        <p:cTn id="32" dur="500"/>
                                        <p:tgtEl>
                                          <p:spTgt spid="432">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432">
                                            <p:txEl>
                                              <p:pRg st="5" end="5"/>
                                            </p:txEl>
                                          </p:spTgt>
                                        </p:tgtEl>
                                        <p:attrNameLst>
                                          <p:attrName>style.visibility</p:attrName>
                                        </p:attrNameLst>
                                      </p:cBhvr>
                                      <p:to>
                                        <p:strVal val="visible"/>
                                      </p:to>
                                    </p:set>
                                    <p:anim calcmode="lin" valueType="num">
                                      <p:cBhvr additive="base">
                                        <p:cTn id="37" dur="500"/>
                                        <p:tgtEl>
                                          <p:spTgt spid="432">
                                            <p:txEl>
                                              <p:pRg st="5" end="5"/>
                                            </p:txEl>
                                          </p:spTgt>
                                        </p:tgtEl>
                                        <p:attrNameLst>
                                          <p:attrName>ppt_w</p:attrName>
                                        </p:attrNameLst>
                                      </p:cBhvr>
                                      <p:tavLst>
                                        <p:tav tm="0">
                                          <p:val>
                                            <p:strVal val="0"/>
                                          </p:val>
                                        </p:tav>
                                        <p:tav tm="100000">
                                          <p:val>
                                            <p:strVal val="#ppt_w"/>
                                          </p:val>
                                        </p:tav>
                                      </p:tavLst>
                                    </p:anim>
                                    <p:anim calcmode="lin" valueType="num">
                                      <p:cBhvr additive="base">
                                        <p:cTn id="38" dur="500"/>
                                        <p:tgtEl>
                                          <p:spTgt spid="432">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433">
                                            <p:txEl>
                                              <p:pRg st="0" end="0"/>
                                            </p:txEl>
                                          </p:spTgt>
                                        </p:tgtEl>
                                        <p:attrNameLst>
                                          <p:attrName>style.visibility</p:attrName>
                                        </p:attrNameLst>
                                      </p:cBhvr>
                                      <p:to>
                                        <p:strVal val="visible"/>
                                      </p:to>
                                    </p:set>
                                    <p:anim calcmode="lin" valueType="num">
                                      <p:cBhvr additive="base">
                                        <p:cTn id="43" dur="500"/>
                                        <p:tgtEl>
                                          <p:spTgt spid="433">
                                            <p:txEl>
                                              <p:pRg st="0" end="0"/>
                                            </p:txEl>
                                          </p:spTgt>
                                        </p:tgtEl>
                                        <p:attrNameLst>
                                          <p:attrName>ppt_w</p:attrName>
                                        </p:attrNameLst>
                                      </p:cBhvr>
                                      <p:tavLst>
                                        <p:tav tm="0">
                                          <p:val>
                                            <p:strVal val="0"/>
                                          </p:val>
                                        </p:tav>
                                        <p:tav tm="100000">
                                          <p:val>
                                            <p:strVal val="#ppt_w"/>
                                          </p:val>
                                        </p:tav>
                                      </p:tavLst>
                                    </p:anim>
                                    <p:anim calcmode="lin" valueType="num">
                                      <p:cBhvr additive="base">
                                        <p:cTn id="44" dur="500"/>
                                        <p:tgtEl>
                                          <p:spTgt spid="433">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433">
                                            <p:txEl>
                                              <p:pRg st="1" end="1"/>
                                            </p:txEl>
                                          </p:spTgt>
                                        </p:tgtEl>
                                        <p:attrNameLst>
                                          <p:attrName>style.visibility</p:attrName>
                                        </p:attrNameLst>
                                      </p:cBhvr>
                                      <p:to>
                                        <p:strVal val="visible"/>
                                      </p:to>
                                    </p:set>
                                    <p:anim calcmode="lin" valueType="num">
                                      <p:cBhvr additive="base">
                                        <p:cTn id="49" dur="500"/>
                                        <p:tgtEl>
                                          <p:spTgt spid="433">
                                            <p:txEl>
                                              <p:pRg st="1" end="1"/>
                                            </p:txEl>
                                          </p:spTgt>
                                        </p:tgtEl>
                                        <p:attrNameLst>
                                          <p:attrName>ppt_w</p:attrName>
                                        </p:attrNameLst>
                                      </p:cBhvr>
                                      <p:tavLst>
                                        <p:tav tm="0">
                                          <p:val>
                                            <p:strVal val="0"/>
                                          </p:val>
                                        </p:tav>
                                        <p:tav tm="100000">
                                          <p:val>
                                            <p:strVal val="#ppt_w"/>
                                          </p:val>
                                        </p:tav>
                                      </p:tavLst>
                                    </p:anim>
                                    <p:anim calcmode="lin" valueType="num">
                                      <p:cBhvr additive="base">
                                        <p:cTn id="50" dur="500"/>
                                        <p:tgtEl>
                                          <p:spTgt spid="433">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433">
                                            <p:txEl>
                                              <p:pRg st="2" end="2"/>
                                            </p:txEl>
                                          </p:spTgt>
                                        </p:tgtEl>
                                        <p:attrNameLst>
                                          <p:attrName>style.visibility</p:attrName>
                                        </p:attrNameLst>
                                      </p:cBhvr>
                                      <p:to>
                                        <p:strVal val="visible"/>
                                      </p:to>
                                    </p:set>
                                    <p:anim calcmode="lin" valueType="num">
                                      <p:cBhvr additive="base">
                                        <p:cTn id="55" dur="500"/>
                                        <p:tgtEl>
                                          <p:spTgt spid="433">
                                            <p:txEl>
                                              <p:pRg st="2" end="2"/>
                                            </p:txEl>
                                          </p:spTgt>
                                        </p:tgtEl>
                                        <p:attrNameLst>
                                          <p:attrName>ppt_w</p:attrName>
                                        </p:attrNameLst>
                                      </p:cBhvr>
                                      <p:tavLst>
                                        <p:tav tm="0">
                                          <p:val>
                                            <p:strVal val="0"/>
                                          </p:val>
                                        </p:tav>
                                        <p:tav tm="100000">
                                          <p:val>
                                            <p:strVal val="#ppt_w"/>
                                          </p:val>
                                        </p:tav>
                                      </p:tavLst>
                                    </p:anim>
                                    <p:anim calcmode="lin" valueType="num">
                                      <p:cBhvr additive="base">
                                        <p:cTn id="56" dur="500"/>
                                        <p:tgtEl>
                                          <p:spTgt spid="433">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433">
                                            <p:txEl>
                                              <p:pRg st="3" end="3"/>
                                            </p:txEl>
                                          </p:spTgt>
                                        </p:tgtEl>
                                        <p:attrNameLst>
                                          <p:attrName>style.visibility</p:attrName>
                                        </p:attrNameLst>
                                      </p:cBhvr>
                                      <p:to>
                                        <p:strVal val="visible"/>
                                      </p:to>
                                    </p:set>
                                    <p:anim calcmode="lin" valueType="num">
                                      <p:cBhvr additive="base">
                                        <p:cTn id="61" dur="500"/>
                                        <p:tgtEl>
                                          <p:spTgt spid="433">
                                            <p:txEl>
                                              <p:pRg st="3" end="3"/>
                                            </p:txEl>
                                          </p:spTgt>
                                        </p:tgtEl>
                                        <p:attrNameLst>
                                          <p:attrName>ppt_w</p:attrName>
                                        </p:attrNameLst>
                                      </p:cBhvr>
                                      <p:tavLst>
                                        <p:tav tm="0">
                                          <p:val>
                                            <p:strVal val="0"/>
                                          </p:val>
                                        </p:tav>
                                        <p:tav tm="100000">
                                          <p:val>
                                            <p:strVal val="#ppt_w"/>
                                          </p:val>
                                        </p:tav>
                                      </p:tavLst>
                                    </p:anim>
                                    <p:anim calcmode="lin" valueType="num">
                                      <p:cBhvr additive="base">
                                        <p:cTn id="62" dur="500"/>
                                        <p:tgtEl>
                                          <p:spTgt spid="433">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433">
                                            <p:txEl>
                                              <p:pRg st="4" end="4"/>
                                            </p:txEl>
                                          </p:spTgt>
                                        </p:tgtEl>
                                        <p:attrNameLst>
                                          <p:attrName>style.visibility</p:attrName>
                                        </p:attrNameLst>
                                      </p:cBhvr>
                                      <p:to>
                                        <p:strVal val="visible"/>
                                      </p:to>
                                    </p:set>
                                    <p:anim calcmode="lin" valueType="num">
                                      <p:cBhvr additive="base">
                                        <p:cTn id="67" dur="500"/>
                                        <p:tgtEl>
                                          <p:spTgt spid="433">
                                            <p:txEl>
                                              <p:pRg st="4" end="4"/>
                                            </p:txEl>
                                          </p:spTgt>
                                        </p:tgtEl>
                                        <p:attrNameLst>
                                          <p:attrName>ppt_w</p:attrName>
                                        </p:attrNameLst>
                                      </p:cBhvr>
                                      <p:tavLst>
                                        <p:tav tm="0">
                                          <p:val>
                                            <p:strVal val="0"/>
                                          </p:val>
                                        </p:tav>
                                        <p:tav tm="100000">
                                          <p:val>
                                            <p:strVal val="#ppt_w"/>
                                          </p:val>
                                        </p:tav>
                                      </p:tavLst>
                                    </p:anim>
                                    <p:anim calcmode="lin" valueType="num">
                                      <p:cBhvr additive="base">
                                        <p:cTn id="68" dur="500"/>
                                        <p:tgtEl>
                                          <p:spTgt spid="433">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nodeType="clickEffect">
                                  <p:stCondLst>
                                    <p:cond delay="0"/>
                                  </p:stCondLst>
                                  <p:childTnLst>
                                    <p:set>
                                      <p:cBhvr>
                                        <p:cTn id="72" dur="1" fill="hold">
                                          <p:stCondLst>
                                            <p:cond delay="0"/>
                                          </p:stCondLst>
                                        </p:cTn>
                                        <p:tgtEl>
                                          <p:spTgt spid="433">
                                            <p:txEl>
                                              <p:pRg st="5" end="5"/>
                                            </p:txEl>
                                          </p:spTgt>
                                        </p:tgtEl>
                                        <p:attrNameLst>
                                          <p:attrName>style.visibility</p:attrName>
                                        </p:attrNameLst>
                                      </p:cBhvr>
                                      <p:to>
                                        <p:strVal val="visible"/>
                                      </p:to>
                                    </p:set>
                                    <p:anim calcmode="lin" valueType="num">
                                      <p:cBhvr additive="base">
                                        <p:cTn id="73" dur="500"/>
                                        <p:tgtEl>
                                          <p:spTgt spid="433">
                                            <p:txEl>
                                              <p:pRg st="5" end="5"/>
                                            </p:txEl>
                                          </p:spTgt>
                                        </p:tgtEl>
                                        <p:attrNameLst>
                                          <p:attrName>ppt_w</p:attrName>
                                        </p:attrNameLst>
                                      </p:cBhvr>
                                      <p:tavLst>
                                        <p:tav tm="0">
                                          <p:val>
                                            <p:strVal val="0"/>
                                          </p:val>
                                        </p:tav>
                                        <p:tav tm="100000">
                                          <p:val>
                                            <p:strVal val="#ppt_w"/>
                                          </p:val>
                                        </p:tav>
                                      </p:tavLst>
                                    </p:anim>
                                    <p:anim calcmode="lin" valueType="num">
                                      <p:cBhvr additive="base">
                                        <p:cTn id="74" dur="500"/>
                                        <p:tgtEl>
                                          <p:spTgt spid="433">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nodeType="clickEffect">
                                  <p:stCondLst>
                                    <p:cond delay="0"/>
                                  </p:stCondLst>
                                  <p:childTnLst>
                                    <p:set>
                                      <p:cBhvr>
                                        <p:cTn id="78" dur="1" fill="hold">
                                          <p:stCondLst>
                                            <p:cond delay="0"/>
                                          </p:stCondLst>
                                        </p:cTn>
                                        <p:tgtEl>
                                          <p:spTgt spid="433">
                                            <p:txEl>
                                              <p:pRg st="6" end="6"/>
                                            </p:txEl>
                                          </p:spTgt>
                                        </p:tgtEl>
                                        <p:attrNameLst>
                                          <p:attrName>style.visibility</p:attrName>
                                        </p:attrNameLst>
                                      </p:cBhvr>
                                      <p:to>
                                        <p:strVal val="visible"/>
                                      </p:to>
                                    </p:set>
                                    <p:anim calcmode="lin" valueType="num">
                                      <p:cBhvr additive="base">
                                        <p:cTn id="79" dur="500"/>
                                        <p:tgtEl>
                                          <p:spTgt spid="433">
                                            <p:txEl>
                                              <p:pRg st="6" end="6"/>
                                            </p:txEl>
                                          </p:spTgt>
                                        </p:tgtEl>
                                        <p:attrNameLst>
                                          <p:attrName>ppt_w</p:attrName>
                                        </p:attrNameLst>
                                      </p:cBhvr>
                                      <p:tavLst>
                                        <p:tav tm="0">
                                          <p:val>
                                            <p:strVal val="0"/>
                                          </p:val>
                                        </p:tav>
                                        <p:tav tm="100000">
                                          <p:val>
                                            <p:strVal val="#ppt_w"/>
                                          </p:val>
                                        </p:tav>
                                      </p:tavLst>
                                    </p:anim>
                                    <p:anim calcmode="lin" valueType="num">
                                      <p:cBhvr additive="base">
                                        <p:cTn id="80" dur="500"/>
                                        <p:tgtEl>
                                          <p:spTgt spid="433">
                                            <p:txEl>
                                              <p:pRg st="6" end="6"/>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0"/>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for mejorado</a:t>
            </a:r>
            <a:endParaRPr/>
          </a:p>
        </p:txBody>
      </p:sp>
      <p:sp>
        <p:nvSpPr>
          <p:cNvPr id="439" name="Google Shape;439;p10"/>
          <p:cNvSpPr/>
          <p:nvPr/>
        </p:nvSpPr>
        <p:spPr>
          <a:xfrm rot="-5400000">
            <a:off x="4186487" y="1712581"/>
            <a:ext cx="542628" cy="2964702"/>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40" name="Google Shape;440;p10"/>
          <p:cNvSpPr txBox="1"/>
          <p:nvPr/>
        </p:nvSpPr>
        <p:spPr>
          <a:xfrm>
            <a:off x="2250840" y="3025655"/>
            <a:ext cx="73698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a:t>
            </a:r>
            <a:endParaRPr sz="1600" b="1">
              <a:solidFill>
                <a:srgbClr val="FF0000"/>
              </a:solidFill>
              <a:latin typeface="Arial"/>
              <a:ea typeface="Arial"/>
              <a:cs typeface="Arial"/>
              <a:sym typeface="Arial"/>
            </a:endParaRPr>
          </a:p>
        </p:txBody>
      </p:sp>
      <p:grpSp>
        <p:nvGrpSpPr>
          <p:cNvPr id="441" name="Google Shape;441;p10"/>
          <p:cNvGrpSpPr/>
          <p:nvPr/>
        </p:nvGrpSpPr>
        <p:grpSpPr>
          <a:xfrm>
            <a:off x="2195736" y="1556792"/>
            <a:ext cx="4680520" cy="1041628"/>
            <a:chOff x="2195736" y="1556792"/>
            <a:chExt cx="4680520" cy="1041628"/>
          </a:xfrm>
        </p:grpSpPr>
        <p:sp>
          <p:nvSpPr>
            <p:cNvPr id="442" name="Google Shape;442;p10"/>
            <p:cNvSpPr/>
            <p:nvPr/>
          </p:nvSpPr>
          <p:spPr>
            <a:xfrm>
              <a:off x="2195736" y="1556792"/>
              <a:ext cx="4680520" cy="104162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43" name="Google Shape;443;p10"/>
            <p:cNvSpPr txBox="1"/>
            <p:nvPr/>
          </p:nvSpPr>
          <p:spPr>
            <a:xfrm>
              <a:off x="2879812" y="1840468"/>
              <a:ext cx="367240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for(int </a:t>
              </a: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 0; </a:t>
              </a:r>
              <a:r>
                <a:rPr lang="es-ES" sz="1600" b="1">
                  <a:solidFill>
                    <a:srgbClr val="E8890A"/>
                  </a:solidFill>
                  <a:latin typeface="Arial"/>
                  <a:ea typeface="Arial"/>
                  <a:cs typeface="Arial"/>
                  <a:sym typeface="Arial"/>
                </a:rPr>
                <a:t>i</a:t>
              </a:r>
              <a:r>
                <a:rPr lang="es-ES" sz="1600">
                  <a:solidFill>
                    <a:schemeClr val="dk1"/>
                  </a:solidFill>
                  <a:latin typeface="Arial"/>
                  <a:ea typeface="Arial"/>
                  <a:cs typeface="Arial"/>
                  <a:sym typeface="Arial"/>
                </a:rPr>
                <a:t> &lt; </a:t>
              </a:r>
              <a:r>
                <a:rPr lang="es-ES" sz="1600" b="1">
                  <a:solidFill>
                    <a:schemeClr val="accent1"/>
                  </a:solidFill>
                  <a:latin typeface="Arial"/>
                  <a:ea typeface="Arial"/>
                  <a:cs typeface="Arial"/>
                  <a:sym typeface="Arial"/>
                </a:rPr>
                <a:t>temp</a:t>
              </a:r>
              <a:r>
                <a:rPr lang="es-ES" sz="1600">
                  <a:solidFill>
                    <a:schemeClr val="dk1"/>
                  </a:solidFill>
                  <a:latin typeface="Arial"/>
                  <a:ea typeface="Arial"/>
                  <a:cs typeface="Arial"/>
                  <a:sym typeface="Arial"/>
                </a:rPr>
                <a:t>.</a:t>
              </a:r>
              <a:r>
                <a:rPr lang="es-ES" sz="1600">
                  <a:solidFill>
                    <a:srgbClr val="00B050"/>
                  </a:solidFill>
                  <a:latin typeface="Arial"/>
                  <a:ea typeface="Arial"/>
                  <a:cs typeface="Arial"/>
                  <a:sym typeface="Arial"/>
                </a:rPr>
                <a:t>length </a:t>
              </a:r>
              <a:r>
                <a:rPr lang="es-ES" sz="1600">
                  <a:solidFill>
                    <a:schemeClr val="dk1"/>
                  </a:solidFill>
                  <a:latin typeface="Arial"/>
                  <a:ea typeface="Arial"/>
                  <a:cs typeface="Arial"/>
                  <a:sym typeface="Arial"/>
                </a:rPr>
                <a:t>;</a:t>
              </a:r>
              <a:r>
                <a:rPr lang="es-ES" sz="1600" b="1">
                  <a:solidFill>
                    <a:srgbClr val="E8890A"/>
                  </a:solidFill>
                  <a:latin typeface="Arial"/>
                  <a:ea typeface="Arial"/>
                  <a:cs typeface="Arial"/>
                  <a:sym typeface="Arial"/>
                </a:rPr>
                <a:t> i</a:t>
              </a:r>
              <a:r>
                <a:rPr lang="es-ES" sz="1600">
                  <a:solidFill>
                    <a:schemeClr val="dk1"/>
                  </a:solidFill>
                  <a:latin typeface="Arial"/>
                  <a:ea typeface="Arial"/>
                  <a:cs typeface="Arial"/>
                  <a:sym typeface="Arial"/>
                </a:rPr>
                <a:t>++)</a:t>
              </a:r>
              <a:endParaRPr/>
            </a:p>
          </p:txBody>
        </p:sp>
      </p:grpSp>
      <p:grpSp>
        <p:nvGrpSpPr>
          <p:cNvPr id="444" name="Google Shape;444;p10"/>
          <p:cNvGrpSpPr/>
          <p:nvPr/>
        </p:nvGrpSpPr>
        <p:grpSpPr>
          <a:xfrm>
            <a:off x="2195736" y="3691076"/>
            <a:ext cx="4680520" cy="1034068"/>
            <a:chOff x="2195736" y="3691076"/>
            <a:chExt cx="4680520" cy="1034068"/>
          </a:xfrm>
        </p:grpSpPr>
        <p:sp>
          <p:nvSpPr>
            <p:cNvPr id="445" name="Google Shape;445;p10"/>
            <p:cNvSpPr/>
            <p:nvPr/>
          </p:nvSpPr>
          <p:spPr>
            <a:xfrm>
              <a:off x="2195736" y="3691076"/>
              <a:ext cx="4680520" cy="103406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46" name="Google Shape;446;p10"/>
            <p:cNvSpPr txBox="1"/>
            <p:nvPr/>
          </p:nvSpPr>
          <p:spPr>
            <a:xfrm>
              <a:off x="2879812" y="3958456"/>
              <a:ext cx="367240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 int </a:t>
              </a:r>
              <a:r>
                <a:rPr lang="es-ES" sz="1600" b="1">
                  <a:solidFill>
                    <a:srgbClr val="00B050"/>
                  </a:solidFill>
                  <a:latin typeface="Arial"/>
                  <a:ea typeface="Arial"/>
                  <a:cs typeface="Arial"/>
                  <a:sym typeface="Arial"/>
                </a:rPr>
                <a:t>n</a:t>
              </a:r>
              <a:r>
                <a:rPr lang="es-ES" sz="1600" b="1">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 </a:t>
              </a:r>
              <a:r>
                <a:rPr lang="es-ES" sz="1600" b="1">
                  <a:solidFill>
                    <a:schemeClr val="accent1"/>
                  </a:solidFill>
                  <a:latin typeface="Arial"/>
                  <a:ea typeface="Arial"/>
                  <a:cs typeface="Arial"/>
                  <a:sym typeface="Arial"/>
                </a:rPr>
                <a:t>temp</a:t>
              </a:r>
              <a:r>
                <a:rPr lang="es-ES" sz="1600">
                  <a:solidFill>
                    <a:schemeClr val="dk1"/>
                  </a:solidFill>
                  <a:latin typeface="Arial"/>
                  <a:ea typeface="Arial"/>
                  <a:cs typeface="Arial"/>
                  <a:sym typeface="Arial"/>
                </a:rPr>
                <a:t>)</a:t>
              </a:r>
              <a:endParaRPr sz="1600">
                <a:solidFill>
                  <a:srgbClr val="FF0000"/>
                </a:solidFill>
                <a:latin typeface="Arial"/>
                <a:ea typeface="Arial"/>
                <a:cs typeface="Arial"/>
                <a:sym typeface="Arial"/>
              </a:endParaRPr>
            </a:p>
          </p:txBody>
        </p:sp>
      </p:grpSp>
      <p:grpSp>
        <p:nvGrpSpPr>
          <p:cNvPr id="447" name="Google Shape;447;p10"/>
          <p:cNvGrpSpPr/>
          <p:nvPr/>
        </p:nvGrpSpPr>
        <p:grpSpPr>
          <a:xfrm>
            <a:off x="3023512" y="3116630"/>
            <a:ext cx="2870026" cy="288033"/>
            <a:chOff x="3671584" y="3124250"/>
            <a:chExt cx="2870026" cy="288033"/>
          </a:xfrm>
        </p:grpSpPr>
        <p:sp>
          <p:nvSpPr>
            <p:cNvPr id="448" name="Google Shape;448;p10"/>
            <p:cNvSpPr/>
            <p:nvPr/>
          </p:nvSpPr>
          <p:spPr>
            <a:xfrm rot="-5400000">
              <a:off x="37318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49" name="Google Shape;449;p10"/>
            <p:cNvSpPr/>
            <p:nvPr/>
          </p:nvSpPr>
          <p:spPr>
            <a:xfrm rot="-5400000">
              <a:off x="414206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50" name="Google Shape;450;p10"/>
            <p:cNvSpPr/>
            <p:nvPr/>
          </p:nvSpPr>
          <p:spPr>
            <a:xfrm rot="-5400000">
              <a:off x="455232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51" name="Google Shape;451;p10"/>
            <p:cNvSpPr/>
            <p:nvPr/>
          </p:nvSpPr>
          <p:spPr>
            <a:xfrm rot="-5400000">
              <a:off x="496258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52" name="Google Shape;452;p10"/>
            <p:cNvSpPr/>
            <p:nvPr/>
          </p:nvSpPr>
          <p:spPr>
            <a:xfrm rot="-5400000">
              <a:off x="537284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53" name="Google Shape;453;p10"/>
            <p:cNvSpPr/>
            <p:nvPr/>
          </p:nvSpPr>
          <p:spPr>
            <a:xfrm rot="-5400000">
              <a:off x="57831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454" name="Google Shape;454;p10"/>
            <p:cNvSpPr/>
            <p:nvPr/>
          </p:nvSpPr>
          <p:spPr>
            <a:xfrm rot="-5400000">
              <a:off x="619336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455" name="Google Shape;455;p10"/>
          <p:cNvSpPr txBox="1"/>
          <p:nvPr/>
        </p:nvSpPr>
        <p:spPr>
          <a:xfrm>
            <a:off x="3275856" y="2132856"/>
            <a:ext cx="316835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System.out.println( </a:t>
            </a:r>
            <a:r>
              <a:rPr lang="es-ES" sz="1600" b="1">
                <a:solidFill>
                  <a:schemeClr val="accent1"/>
                </a:solidFill>
                <a:latin typeface="Arial"/>
                <a:ea typeface="Arial"/>
                <a:cs typeface="Arial"/>
                <a:sym typeface="Arial"/>
              </a:rPr>
              <a:t>temp[</a:t>
            </a:r>
            <a:r>
              <a:rPr lang="es-ES" sz="1600" b="1">
                <a:solidFill>
                  <a:srgbClr val="E8890A"/>
                </a:solidFill>
                <a:latin typeface="Arial"/>
                <a:ea typeface="Arial"/>
                <a:cs typeface="Arial"/>
                <a:sym typeface="Arial"/>
              </a:rPr>
              <a:t>i</a:t>
            </a:r>
            <a:r>
              <a:rPr lang="es-ES" sz="1600" b="1">
                <a:solidFill>
                  <a:schemeClr val="accent1"/>
                </a:solidFill>
                <a:latin typeface="Arial"/>
                <a:ea typeface="Arial"/>
                <a:cs typeface="Arial"/>
                <a:sym typeface="Arial"/>
              </a:rPr>
              <a:t>]</a:t>
            </a:r>
            <a:r>
              <a:rPr lang="es-ES" sz="1600">
                <a:solidFill>
                  <a:schemeClr val="accent1"/>
                </a:solidFill>
                <a:latin typeface="Arial"/>
                <a:ea typeface="Arial"/>
                <a:cs typeface="Arial"/>
                <a:sym typeface="Arial"/>
              </a:rPr>
              <a:t> </a:t>
            </a:r>
            <a:r>
              <a:rPr lang="es-ES" sz="1600">
                <a:solidFill>
                  <a:schemeClr val="dk1"/>
                </a:solidFill>
                <a:latin typeface="Arial"/>
                <a:ea typeface="Arial"/>
                <a:cs typeface="Arial"/>
                <a:sym typeface="Arial"/>
              </a:rPr>
              <a:t>);</a:t>
            </a:r>
            <a:endParaRPr/>
          </a:p>
        </p:txBody>
      </p:sp>
      <p:sp>
        <p:nvSpPr>
          <p:cNvPr id="456" name="Google Shape;456;p10"/>
          <p:cNvSpPr txBox="1"/>
          <p:nvPr/>
        </p:nvSpPr>
        <p:spPr>
          <a:xfrm>
            <a:off x="3303059" y="4224868"/>
            <a:ext cx="29895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System.out.</a:t>
            </a:r>
            <a:r>
              <a:rPr lang="es-ES" sz="1600">
                <a:solidFill>
                  <a:srgbClr val="FF0000"/>
                </a:solidFill>
                <a:latin typeface="Arial"/>
                <a:ea typeface="Arial"/>
                <a:cs typeface="Arial"/>
                <a:sym typeface="Arial"/>
              </a:rPr>
              <a:t>println( </a:t>
            </a:r>
            <a:r>
              <a:rPr lang="es-ES" sz="1600" b="1">
                <a:solidFill>
                  <a:srgbClr val="00B050"/>
                </a:solidFill>
                <a:latin typeface="Arial"/>
                <a:ea typeface="Arial"/>
                <a:cs typeface="Arial"/>
                <a:sym typeface="Arial"/>
              </a:rPr>
              <a:t>n</a:t>
            </a:r>
            <a:r>
              <a:rPr lang="es-ES" sz="1600">
                <a:solidFill>
                  <a:schemeClr val="accent1"/>
                </a:solidFill>
                <a:latin typeface="Arial"/>
                <a:ea typeface="Arial"/>
                <a:cs typeface="Arial"/>
                <a:sym typeface="Arial"/>
              </a:rPr>
              <a:t> </a:t>
            </a:r>
            <a:r>
              <a:rPr lang="es-ES" sz="1600">
                <a:solidFill>
                  <a:srgbClr val="FF0000"/>
                </a:solidFill>
                <a:latin typeface="Arial"/>
                <a:ea typeface="Arial"/>
                <a:cs typeface="Arial"/>
                <a:sym typeface="Arial"/>
              </a:rPr>
              <a:t>);</a:t>
            </a:r>
            <a:endParaRPr/>
          </a:p>
        </p:txBody>
      </p:sp>
      <p:grpSp>
        <p:nvGrpSpPr>
          <p:cNvPr id="457" name="Google Shape;457;p10"/>
          <p:cNvGrpSpPr/>
          <p:nvPr/>
        </p:nvGrpSpPr>
        <p:grpSpPr>
          <a:xfrm>
            <a:off x="3093459" y="2652152"/>
            <a:ext cx="267785" cy="503263"/>
            <a:chOff x="3101079" y="2652152"/>
            <a:chExt cx="267785" cy="503263"/>
          </a:xfrm>
        </p:grpSpPr>
        <p:sp>
          <p:nvSpPr>
            <p:cNvPr id="458" name="Google Shape;458;p10"/>
            <p:cNvSpPr/>
            <p:nvPr/>
          </p:nvSpPr>
          <p:spPr>
            <a:xfrm>
              <a:off x="3101079"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59" name="Google Shape;459;p10"/>
            <p:cNvSpPr txBox="1"/>
            <p:nvPr/>
          </p:nvSpPr>
          <p:spPr>
            <a:xfrm>
              <a:off x="3107983"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60" name="Google Shape;460;p10"/>
          <p:cNvGrpSpPr/>
          <p:nvPr/>
        </p:nvGrpSpPr>
        <p:grpSpPr>
          <a:xfrm>
            <a:off x="3510442" y="2652152"/>
            <a:ext cx="266005" cy="503263"/>
            <a:chOff x="3510442" y="2652152"/>
            <a:chExt cx="266005" cy="503263"/>
          </a:xfrm>
        </p:grpSpPr>
        <p:sp>
          <p:nvSpPr>
            <p:cNvPr id="461" name="Google Shape;461;p10"/>
            <p:cNvSpPr/>
            <p:nvPr/>
          </p:nvSpPr>
          <p:spPr>
            <a:xfrm>
              <a:off x="3510442"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62" name="Google Shape;462;p10"/>
            <p:cNvSpPr txBox="1"/>
            <p:nvPr/>
          </p:nvSpPr>
          <p:spPr>
            <a:xfrm>
              <a:off x="3515566"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63" name="Google Shape;463;p10"/>
          <p:cNvGrpSpPr/>
          <p:nvPr/>
        </p:nvGrpSpPr>
        <p:grpSpPr>
          <a:xfrm>
            <a:off x="3919805" y="2652152"/>
            <a:ext cx="264225" cy="503263"/>
            <a:chOff x="3919805" y="2652152"/>
            <a:chExt cx="264225" cy="503263"/>
          </a:xfrm>
        </p:grpSpPr>
        <p:sp>
          <p:nvSpPr>
            <p:cNvPr id="464" name="Google Shape;464;p10"/>
            <p:cNvSpPr/>
            <p:nvPr/>
          </p:nvSpPr>
          <p:spPr>
            <a:xfrm>
              <a:off x="3919805"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65" name="Google Shape;465;p10"/>
            <p:cNvSpPr txBox="1"/>
            <p:nvPr/>
          </p:nvSpPr>
          <p:spPr>
            <a:xfrm>
              <a:off x="3923149"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66" name="Google Shape;466;p10"/>
          <p:cNvGrpSpPr/>
          <p:nvPr/>
        </p:nvGrpSpPr>
        <p:grpSpPr>
          <a:xfrm>
            <a:off x="4329168" y="2652152"/>
            <a:ext cx="262445" cy="503263"/>
            <a:chOff x="4329168" y="2652152"/>
            <a:chExt cx="262445" cy="503263"/>
          </a:xfrm>
        </p:grpSpPr>
        <p:sp>
          <p:nvSpPr>
            <p:cNvPr id="467" name="Google Shape;467;p10"/>
            <p:cNvSpPr/>
            <p:nvPr/>
          </p:nvSpPr>
          <p:spPr>
            <a:xfrm>
              <a:off x="4329168"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68" name="Google Shape;468;p10"/>
            <p:cNvSpPr txBox="1"/>
            <p:nvPr/>
          </p:nvSpPr>
          <p:spPr>
            <a:xfrm>
              <a:off x="4330732"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69" name="Google Shape;469;p10"/>
          <p:cNvGrpSpPr/>
          <p:nvPr/>
        </p:nvGrpSpPr>
        <p:grpSpPr>
          <a:xfrm>
            <a:off x="4738315" y="2652152"/>
            <a:ext cx="260881" cy="503263"/>
            <a:chOff x="4738315" y="2652152"/>
            <a:chExt cx="260881" cy="503263"/>
          </a:xfrm>
        </p:grpSpPr>
        <p:sp>
          <p:nvSpPr>
            <p:cNvPr id="470" name="Google Shape;470;p10"/>
            <p:cNvSpPr/>
            <p:nvPr/>
          </p:nvSpPr>
          <p:spPr>
            <a:xfrm>
              <a:off x="4738531"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71" name="Google Shape;471;p10"/>
            <p:cNvSpPr txBox="1"/>
            <p:nvPr/>
          </p:nvSpPr>
          <p:spPr>
            <a:xfrm>
              <a:off x="4738315"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72" name="Google Shape;472;p10"/>
          <p:cNvGrpSpPr/>
          <p:nvPr/>
        </p:nvGrpSpPr>
        <p:grpSpPr>
          <a:xfrm>
            <a:off x="5145898" y="2652152"/>
            <a:ext cx="260881" cy="503263"/>
            <a:chOff x="5145898" y="2652152"/>
            <a:chExt cx="260881" cy="503263"/>
          </a:xfrm>
        </p:grpSpPr>
        <p:sp>
          <p:nvSpPr>
            <p:cNvPr id="473" name="Google Shape;473;p10"/>
            <p:cNvSpPr/>
            <p:nvPr/>
          </p:nvSpPr>
          <p:spPr>
            <a:xfrm>
              <a:off x="5147894"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74" name="Google Shape;474;p10"/>
            <p:cNvSpPr txBox="1"/>
            <p:nvPr/>
          </p:nvSpPr>
          <p:spPr>
            <a:xfrm>
              <a:off x="5145898"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75" name="Google Shape;475;p10"/>
          <p:cNvGrpSpPr/>
          <p:nvPr/>
        </p:nvGrpSpPr>
        <p:grpSpPr>
          <a:xfrm>
            <a:off x="5553481" y="2652152"/>
            <a:ext cx="260881" cy="503263"/>
            <a:chOff x="5553481" y="2652152"/>
            <a:chExt cx="260881" cy="503263"/>
          </a:xfrm>
        </p:grpSpPr>
        <p:sp>
          <p:nvSpPr>
            <p:cNvPr id="476" name="Google Shape;476;p10"/>
            <p:cNvSpPr/>
            <p:nvPr/>
          </p:nvSpPr>
          <p:spPr>
            <a:xfrm>
              <a:off x="5557257" y="2902084"/>
              <a:ext cx="253331" cy="253331"/>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77" name="Google Shape;477;p10"/>
            <p:cNvSpPr txBox="1"/>
            <p:nvPr/>
          </p:nvSpPr>
          <p:spPr>
            <a:xfrm>
              <a:off x="5553481" y="2652152"/>
              <a:ext cx="2608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i</a:t>
              </a:r>
              <a:endParaRPr sz="1400">
                <a:solidFill>
                  <a:schemeClr val="dk1"/>
                </a:solidFill>
                <a:latin typeface="Arial"/>
                <a:ea typeface="Arial"/>
                <a:cs typeface="Arial"/>
                <a:sym typeface="Arial"/>
              </a:endParaRPr>
            </a:p>
          </p:txBody>
        </p:sp>
      </p:grpSp>
      <p:grpSp>
        <p:nvGrpSpPr>
          <p:cNvPr id="478" name="Google Shape;478;p10"/>
          <p:cNvGrpSpPr/>
          <p:nvPr/>
        </p:nvGrpSpPr>
        <p:grpSpPr>
          <a:xfrm>
            <a:off x="3085123" y="2897877"/>
            <a:ext cx="2752976" cy="276999"/>
            <a:chOff x="3741117" y="2902084"/>
            <a:chExt cx="2752976" cy="276999"/>
          </a:xfrm>
        </p:grpSpPr>
        <p:sp>
          <p:nvSpPr>
            <p:cNvPr id="479" name="Google Shape;479;p10"/>
            <p:cNvSpPr txBox="1"/>
            <p:nvPr/>
          </p:nvSpPr>
          <p:spPr>
            <a:xfrm>
              <a:off x="5384413"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4</a:t>
              </a:r>
              <a:endParaRPr sz="1200" b="1">
                <a:solidFill>
                  <a:srgbClr val="FF0000"/>
                </a:solidFill>
                <a:latin typeface="Arial"/>
                <a:ea typeface="Arial"/>
                <a:cs typeface="Arial"/>
                <a:sym typeface="Arial"/>
              </a:endParaRPr>
            </a:p>
          </p:txBody>
        </p:sp>
        <p:sp>
          <p:nvSpPr>
            <p:cNvPr id="480" name="Google Shape;480;p10"/>
            <p:cNvSpPr txBox="1"/>
            <p:nvPr/>
          </p:nvSpPr>
          <p:spPr>
            <a:xfrm>
              <a:off x="3741117"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0</a:t>
              </a:r>
              <a:endParaRPr sz="1200" b="1">
                <a:solidFill>
                  <a:srgbClr val="FF0000"/>
                </a:solidFill>
                <a:latin typeface="Arial"/>
                <a:ea typeface="Arial"/>
                <a:cs typeface="Arial"/>
                <a:sym typeface="Arial"/>
              </a:endParaRPr>
            </a:p>
          </p:txBody>
        </p:sp>
        <p:sp>
          <p:nvSpPr>
            <p:cNvPr id="481" name="Google Shape;481;p10"/>
            <p:cNvSpPr txBox="1"/>
            <p:nvPr/>
          </p:nvSpPr>
          <p:spPr>
            <a:xfrm>
              <a:off x="6206061"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6</a:t>
              </a:r>
              <a:endParaRPr sz="1200" b="1">
                <a:solidFill>
                  <a:srgbClr val="FF0000"/>
                </a:solidFill>
                <a:latin typeface="Arial"/>
                <a:ea typeface="Arial"/>
                <a:cs typeface="Arial"/>
                <a:sym typeface="Arial"/>
              </a:endParaRPr>
            </a:p>
          </p:txBody>
        </p:sp>
        <p:sp>
          <p:nvSpPr>
            <p:cNvPr id="482" name="Google Shape;482;p10"/>
            <p:cNvSpPr txBox="1"/>
            <p:nvPr/>
          </p:nvSpPr>
          <p:spPr>
            <a:xfrm>
              <a:off x="4151941"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1</a:t>
              </a:r>
              <a:endParaRPr sz="1200" b="1">
                <a:solidFill>
                  <a:srgbClr val="FF0000"/>
                </a:solidFill>
                <a:latin typeface="Arial"/>
                <a:ea typeface="Arial"/>
                <a:cs typeface="Arial"/>
                <a:sym typeface="Arial"/>
              </a:endParaRPr>
            </a:p>
          </p:txBody>
        </p:sp>
        <p:sp>
          <p:nvSpPr>
            <p:cNvPr id="483" name="Google Shape;483;p10"/>
            <p:cNvSpPr txBox="1"/>
            <p:nvPr/>
          </p:nvSpPr>
          <p:spPr>
            <a:xfrm>
              <a:off x="4973589"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3</a:t>
              </a:r>
              <a:endParaRPr sz="1200" b="1">
                <a:solidFill>
                  <a:srgbClr val="FF0000"/>
                </a:solidFill>
                <a:latin typeface="Arial"/>
                <a:ea typeface="Arial"/>
                <a:cs typeface="Arial"/>
                <a:sym typeface="Arial"/>
              </a:endParaRPr>
            </a:p>
          </p:txBody>
        </p:sp>
        <p:sp>
          <p:nvSpPr>
            <p:cNvPr id="484" name="Google Shape;484;p10"/>
            <p:cNvSpPr txBox="1"/>
            <p:nvPr/>
          </p:nvSpPr>
          <p:spPr>
            <a:xfrm>
              <a:off x="5795237"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5</a:t>
              </a:r>
              <a:endParaRPr sz="1200" b="1">
                <a:solidFill>
                  <a:srgbClr val="FF0000"/>
                </a:solidFill>
                <a:latin typeface="Arial"/>
                <a:ea typeface="Arial"/>
                <a:cs typeface="Arial"/>
                <a:sym typeface="Arial"/>
              </a:endParaRPr>
            </a:p>
          </p:txBody>
        </p:sp>
        <p:sp>
          <p:nvSpPr>
            <p:cNvPr id="485" name="Google Shape;485;p10"/>
            <p:cNvSpPr txBox="1"/>
            <p:nvPr/>
          </p:nvSpPr>
          <p:spPr>
            <a:xfrm>
              <a:off x="4562765"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2</a:t>
              </a:r>
              <a:endParaRPr sz="1200" b="1">
                <a:solidFill>
                  <a:srgbClr val="FF0000"/>
                </a:solidFill>
                <a:latin typeface="Arial"/>
                <a:ea typeface="Arial"/>
                <a:cs typeface="Arial"/>
                <a:sym typeface="Arial"/>
              </a:endParaRPr>
            </a:p>
          </p:txBody>
        </p:sp>
      </p:grpSp>
      <p:grpSp>
        <p:nvGrpSpPr>
          <p:cNvPr id="486" name="Google Shape;486;p10"/>
          <p:cNvGrpSpPr/>
          <p:nvPr/>
        </p:nvGrpSpPr>
        <p:grpSpPr>
          <a:xfrm>
            <a:off x="3059832" y="3105720"/>
            <a:ext cx="330900" cy="618932"/>
            <a:chOff x="3059832" y="3098100"/>
            <a:chExt cx="330900" cy="618932"/>
          </a:xfrm>
        </p:grpSpPr>
        <p:sp>
          <p:nvSpPr>
            <p:cNvPr id="487" name="Google Shape;487;p10"/>
            <p:cNvSpPr/>
            <p:nvPr/>
          </p:nvSpPr>
          <p:spPr>
            <a:xfrm>
              <a:off x="3059832"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88" name="Google Shape;488;p10"/>
            <p:cNvSpPr txBox="1"/>
            <p:nvPr/>
          </p:nvSpPr>
          <p:spPr>
            <a:xfrm>
              <a:off x="3095938"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489" name="Google Shape;489;p10"/>
          <p:cNvGrpSpPr/>
          <p:nvPr/>
        </p:nvGrpSpPr>
        <p:grpSpPr>
          <a:xfrm>
            <a:off x="5529333" y="3105720"/>
            <a:ext cx="330900" cy="618932"/>
            <a:chOff x="5529333" y="3098100"/>
            <a:chExt cx="330900" cy="618932"/>
          </a:xfrm>
        </p:grpSpPr>
        <p:sp>
          <p:nvSpPr>
            <p:cNvPr id="490" name="Google Shape;490;p10"/>
            <p:cNvSpPr/>
            <p:nvPr/>
          </p:nvSpPr>
          <p:spPr>
            <a:xfrm>
              <a:off x="5529333"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91" name="Google Shape;491;p10"/>
            <p:cNvSpPr txBox="1"/>
            <p:nvPr/>
          </p:nvSpPr>
          <p:spPr>
            <a:xfrm>
              <a:off x="5557687"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492" name="Google Shape;492;p10"/>
          <p:cNvGrpSpPr/>
          <p:nvPr/>
        </p:nvGrpSpPr>
        <p:grpSpPr>
          <a:xfrm>
            <a:off x="3883000" y="3105720"/>
            <a:ext cx="330900" cy="618932"/>
            <a:chOff x="3883000" y="3098100"/>
            <a:chExt cx="330900" cy="618932"/>
          </a:xfrm>
        </p:grpSpPr>
        <p:sp>
          <p:nvSpPr>
            <p:cNvPr id="493" name="Google Shape;493;p10"/>
            <p:cNvSpPr/>
            <p:nvPr/>
          </p:nvSpPr>
          <p:spPr>
            <a:xfrm>
              <a:off x="3883000"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94" name="Google Shape;494;p10"/>
            <p:cNvSpPr txBox="1"/>
            <p:nvPr/>
          </p:nvSpPr>
          <p:spPr>
            <a:xfrm>
              <a:off x="3916520"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495" name="Google Shape;495;p10"/>
          <p:cNvGrpSpPr/>
          <p:nvPr/>
        </p:nvGrpSpPr>
        <p:grpSpPr>
          <a:xfrm>
            <a:off x="4294584" y="3105720"/>
            <a:ext cx="330900" cy="618932"/>
            <a:chOff x="4294584" y="3098100"/>
            <a:chExt cx="330900" cy="618932"/>
          </a:xfrm>
        </p:grpSpPr>
        <p:sp>
          <p:nvSpPr>
            <p:cNvPr id="496" name="Google Shape;496;p10"/>
            <p:cNvSpPr/>
            <p:nvPr/>
          </p:nvSpPr>
          <p:spPr>
            <a:xfrm>
              <a:off x="4294584"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497" name="Google Shape;497;p10"/>
            <p:cNvSpPr txBox="1"/>
            <p:nvPr/>
          </p:nvSpPr>
          <p:spPr>
            <a:xfrm>
              <a:off x="4326811"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498" name="Google Shape;498;p10"/>
          <p:cNvGrpSpPr/>
          <p:nvPr/>
        </p:nvGrpSpPr>
        <p:grpSpPr>
          <a:xfrm>
            <a:off x="4706168" y="3105720"/>
            <a:ext cx="330900" cy="618932"/>
            <a:chOff x="4706168" y="3098100"/>
            <a:chExt cx="330900" cy="618932"/>
          </a:xfrm>
        </p:grpSpPr>
        <p:sp>
          <p:nvSpPr>
            <p:cNvPr id="499" name="Google Shape;499;p10"/>
            <p:cNvSpPr/>
            <p:nvPr/>
          </p:nvSpPr>
          <p:spPr>
            <a:xfrm>
              <a:off x="4706168"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500" name="Google Shape;500;p10"/>
            <p:cNvSpPr txBox="1"/>
            <p:nvPr/>
          </p:nvSpPr>
          <p:spPr>
            <a:xfrm>
              <a:off x="4737102"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501" name="Google Shape;501;p10"/>
          <p:cNvGrpSpPr/>
          <p:nvPr/>
        </p:nvGrpSpPr>
        <p:grpSpPr>
          <a:xfrm>
            <a:off x="5110132" y="3105720"/>
            <a:ext cx="330900" cy="618932"/>
            <a:chOff x="5117752" y="3098100"/>
            <a:chExt cx="330900" cy="618932"/>
          </a:xfrm>
        </p:grpSpPr>
        <p:sp>
          <p:nvSpPr>
            <p:cNvPr id="502" name="Google Shape;502;p10"/>
            <p:cNvSpPr/>
            <p:nvPr/>
          </p:nvSpPr>
          <p:spPr>
            <a:xfrm>
              <a:off x="5117752"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503" name="Google Shape;503;p10"/>
            <p:cNvSpPr txBox="1"/>
            <p:nvPr/>
          </p:nvSpPr>
          <p:spPr>
            <a:xfrm>
              <a:off x="5147393"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504" name="Google Shape;504;p10"/>
          <p:cNvGrpSpPr/>
          <p:nvPr/>
        </p:nvGrpSpPr>
        <p:grpSpPr>
          <a:xfrm>
            <a:off x="3471416" y="3105720"/>
            <a:ext cx="330900" cy="618932"/>
            <a:chOff x="3471416" y="3098100"/>
            <a:chExt cx="330900" cy="618932"/>
          </a:xfrm>
        </p:grpSpPr>
        <p:sp>
          <p:nvSpPr>
            <p:cNvPr id="505" name="Google Shape;505;p10"/>
            <p:cNvSpPr/>
            <p:nvPr/>
          </p:nvSpPr>
          <p:spPr>
            <a:xfrm>
              <a:off x="3471416" y="3098100"/>
              <a:ext cx="330900" cy="330900"/>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506" name="Google Shape;506;p10"/>
            <p:cNvSpPr txBox="1"/>
            <p:nvPr/>
          </p:nvSpPr>
          <p:spPr>
            <a:xfrm>
              <a:off x="3506229" y="3378478"/>
              <a:ext cx="2772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0B050"/>
                  </a:solidFill>
                  <a:latin typeface="Arial"/>
                  <a:ea typeface="Arial"/>
                  <a:cs typeface="Arial"/>
                  <a:sym typeface="Arial"/>
                </a:rPr>
                <a:t>n</a:t>
              </a:r>
              <a:endParaRPr sz="1600">
                <a:solidFill>
                  <a:srgbClr val="FF0000"/>
                </a:solidFill>
                <a:latin typeface="Arial"/>
                <a:ea typeface="Arial"/>
                <a:cs typeface="Arial"/>
                <a:sym typeface="Arial"/>
              </a:endParaRPr>
            </a:p>
          </p:txBody>
        </p:sp>
      </p:grpSp>
      <p:grpSp>
        <p:nvGrpSpPr>
          <p:cNvPr id="507" name="Google Shape;507;p10"/>
          <p:cNvGrpSpPr/>
          <p:nvPr/>
        </p:nvGrpSpPr>
        <p:grpSpPr>
          <a:xfrm>
            <a:off x="3022525" y="3118108"/>
            <a:ext cx="2891710" cy="338554"/>
            <a:chOff x="3680380" y="3116734"/>
            <a:chExt cx="2891710" cy="338554"/>
          </a:xfrm>
        </p:grpSpPr>
        <p:sp>
          <p:nvSpPr>
            <p:cNvPr id="508" name="Google Shape;508;p10"/>
            <p:cNvSpPr txBox="1"/>
            <p:nvPr/>
          </p:nvSpPr>
          <p:spPr>
            <a:xfrm>
              <a:off x="6148426"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509" name="Google Shape;509;p10"/>
            <p:cNvSpPr txBox="1"/>
            <p:nvPr/>
          </p:nvSpPr>
          <p:spPr>
            <a:xfrm>
              <a:off x="3680380"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510" name="Google Shape;510;p10"/>
            <p:cNvSpPr txBox="1"/>
            <p:nvPr/>
          </p:nvSpPr>
          <p:spPr>
            <a:xfrm>
              <a:off x="4090451"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511" name="Google Shape;511;p10"/>
            <p:cNvSpPr txBox="1"/>
            <p:nvPr/>
          </p:nvSpPr>
          <p:spPr>
            <a:xfrm>
              <a:off x="4500522"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512" name="Google Shape;512;p10"/>
            <p:cNvSpPr txBox="1"/>
            <p:nvPr/>
          </p:nvSpPr>
          <p:spPr>
            <a:xfrm>
              <a:off x="4918213"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513" name="Google Shape;513;p10"/>
            <p:cNvSpPr txBox="1"/>
            <p:nvPr/>
          </p:nvSpPr>
          <p:spPr>
            <a:xfrm>
              <a:off x="5320664"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514" name="Google Shape;514;p10"/>
            <p:cNvSpPr txBox="1"/>
            <p:nvPr/>
          </p:nvSpPr>
          <p:spPr>
            <a:xfrm>
              <a:off x="5730735" y="3116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fade">
                                      <p:cBhvr>
                                        <p:cTn id="7" dur="500"/>
                                        <p:tgtEl>
                                          <p:spTgt spid="44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5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60"/>
                                        </p:tgtEl>
                                        <p:attrNameLst>
                                          <p:attrName>style.visibility</p:attrName>
                                        </p:attrNameLst>
                                      </p:cBhvr>
                                      <p:to>
                                        <p:strVal val="visible"/>
                                      </p:to>
                                    </p:set>
                                  </p:childTnLst>
                                </p:cTn>
                              </p:par>
                              <p:par>
                                <p:cTn id="16" presetID="1" presetClass="exit" presetSubtype="0" fill="hold" nodeType="withEffect">
                                  <p:stCondLst>
                                    <p:cond delay="0"/>
                                  </p:stCondLst>
                                  <p:childTnLst>
                                    <p:set>
                                      <p:cBhvr>
                                        <p:cTn id="17" dur="1" fill="hold">
                                          <p:stCondLst>
                                            <p:cond delay="1"/>
                                          </p:stCondLst>
                                        </p:cTn>
                                        <p:tgtEl>
                                          <p:spTgt spid="45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63"/>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1"/>
                                          </p:stCondLst>
                                        </p:cTn>
                                        <p:tgtEl>
                                          <p:spTgt spid="46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66"/>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1"/>
                                          </p:stCondLst>
                                        </p:cTn>
                                        <p:tgtEl>
                                          <p:spTgt spid="463"/>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69"/>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1"/>
                                          </p:stCondLst>
                                        </p:cTn>
                                        <p:tgtEl>
                                          <p:spTgt spid="466"/>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72"/>
                                        </p:tgtEl>
                                        <p:attrNameLst>
                                          <p:attrName>style.visibility</p:attrName>
                                        </p:attrNameLst>
                                      </p:cBhvr>
                                      <p:to>
                                        <p:strVal val="visible"/>
                                      </p:to>
                                    </p:set>
                                  </p:childTnLst>
                                </p:cTn>
                              </p:par>
                              <p:par>
                                <p:cTn id="40" presetID="1" presetClass="exit" presetSubtype="0" fill="hold" nodeType="withEffect">
                                  <p:stCondLst>
                                    <p:cond delay="0"/>
                                  </p:stCondLst>
                                  <p:childTnLst>
                                    <p:set>
                                      <p:cBhvr>
                                        <p:cTn id="41" dur="1" fill="hold">
                                          <p:stCondLst>
                                            <p:cond delay="1"/>
                                          </p:stCondLst>
                                        </p:cTn>
                                        <p:tgtEl>
                                          <p:spTgt spid="46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75"/>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1"/>
                                          </p:stCondLst>
                                        </p:cTn>
                                        <p:tgtEl>
                                          <p:spTgt spid="47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nodeType="clickEffect">
                                  <p:stCondLst>
                                    <p:cond delay="0"/>
                                  </p:stCondLst>
                                  <p:childTnLst>
                                    <p:set>
                                      <p:cBhvr>
                                        <p:cTn id="51" dur="1" fill="hold">
                                          <p:stCondLst>
                                            <p:cond delay="0"/>
                                          </p:stCondLst>
                                        </p:cTn>
                                        <p:tgtEl>
                                          <p:spTgt spid="455"/>
                                        </p:tgtEl>
                                        <p:attrNameLst>
                                          <p:attrName>style.visibility</p:attrName>
                                        </p:attrNameLst>
                                      </p:cBhvr>
                                      <p:to>
                                        <p:strVal val="visible"/>
                                      </p:to>
                                    </p:set>
                                    <p:anim calcmode="lin" valueType="num">
                                      <p:cBhvr additive="base">
                                        <p:cTn id="52" dur="500"/>
                                        <p:tgtEl>
                                          <p:spTgt spid="455"/>
                                        </p:tgtEl>
                                        <p:attrNameLst>
                                          <p:attrName>ppt_w</p:attrName>
                                        </p:attrNameLst>
                                      </p:cBhvr>
                                      <p:tavLst>
                                        <p:tav tm="0">
                                          <p:val>
                                            <p:strVal val="0"/>
                                          </p:val>
                                        </p:tav>
                                        <p:tav tm="100000">
                                          <p:val>
                                            <p:strVal val="#ppt_w"/>
                                          </p:val>
                                        </p:tav>
                                      </p:tavLst>
                                    </p:anim>
                                    <p:anim calcmode="lin" valueType="num">
                                      <p:cBhvr additive="base">
                                        <p:cTn id="53" dur="500"/>
                                        <p:tgtEl>
                                          <p:spTgt spid="455"/>
                                        </p:tgtEl>
                                        <p:attrNameLst>
                                          <p:attrName>ppt_h</p:attrName>
                                        </p:attrNameLst>
                                      </p:cBhvr>
                                      <p:tavLst>
                                        <p:tav tm="0">
                                          <p:val>
                                            <p:str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1"/>
                                          </p:stCondLst>
                                        </p:cTn>
                                        <p:tgtEl>
                                          <p:spTgt spid="475"/>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44"/>
                                        </p:tgtEl>
                                        <p:attrNameLst>
                                          <p:attrName>style.visibility</p:attrName>
                                        </p:attrNameLst>
                                      </p:cBhvr>
                                      <p:to>
                                        <p:strVal val="visible"/>
                                      </p:to>
                                    </p:set>
                                    <p:animEffect transition="in" filter="fade">
                                      <p:cBhvr>
                                        <p:cTn id="62" dur="500"/>
                                        <p:tgtEl>
                                          <p:spTgt spid="444"/>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8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04"/>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1"/>
                                          </p:stCondLst>
                                        </p:cTn>
                                        <p:tgtEl>
                                          <p:spTgt spid="486"/>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92"/>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1"/>
                                          </p:stCondLst>
                                        </p:cTn>
                                        <p:tgtEl>
                                          <p:spTgt spid="50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95"/>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1"/>
                                          </p:stCondLst>
                                        </p:cTn>
                                        <p:tgtEl>
                                          <p:spTgt spid="492"/>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98"/>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1"/>
                                          </p:stCondLst>
                                        </p:cTn>
                                        <p:tgtEl>
                                          <p:spTgt spid="495"/>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01"/>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1"/>
                                          </p:stCondLst>
                                        </p:cTn>
                                        <p:tgtEl>
                                          <p:spTgt spid="498"/>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89"/>
                                        </p:tgtEl>
                                        <p:attrNameLst>
                                          <p:attrName>style.visibility</p:attrName>
                                        </p:attrNameLst>
                                      </p:cBhvr>
                                      <p:to>
                                        <p:strVal val="visible"/>
                                      </p:to>
                                    </p:set>
                                  </p:childTnLst>
                                </p:cTn>
                              </p:par>
                              <p:par>
                                <p:cTn id="101" presetID="1" presetClass="exit" presetSubtype="0" fill="hold" nodeType="withEffect">
                                  <p:stCondLst>
                                    <p:cond delay="0"/>
                                  </p:stCondLst>
                                  <p:childTnLst>
                                    <p:set>
                                      <p:cBhvr>
                                        <p:cTn id="102" dur="1" fill="hold">
                                          <p:stCondLst>
                                            <p:cond delay="1"/>
                                          </p:stCondLst>
                                        </p:cTn>
                                        <p:tgtEl>
                                          <p:spTgt spid="50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23" presetClass="entr" presetSubtype="16" fill="hold" nodeType="clickEffect">
                                  <p:stCondLst>
                                    <p:cond delay="0"/>
                                  </p:stCondLst>
                                  <p:childTnLst>
                                    <p:set>
                                      <p:cBhvr>
                                        <p:cTn id="106" dur="1" fill="hold">
                                          <p:stCondLst>
                                            <p:cond delay="0"/>
                                          </p:stCondLst>
                                        </p:cTn>
                                        <p:tgtEl>
                                          <p:spTgt spid="456"/>
                                        </p:tgtEl>
                                        <p:attrNameLst>
                                          <p:attrName>style.visibility</p:attrName>
                                        </p:attrNameLst>
                                      </p:cBhvr>
                                      <p:to>
                                        <p:strVal val="visible"/>
                                      </p:to>
                                    </p:set>
                                    <p:anim calcmode="lin" valueType="num">
                                      <p:cBhvr additive="base">
                                        <p:cTn id="107" dur="500"/>
                                        <p:tgtEl>
                                          <p:spTgt spid="456"/>
                                        </p:tgtEl>
                                        <p:attrNameLst>
                                          <p:attrName>ppt_w</p:attrName>
                                        </p:attrNameLst>
                                      </p:cBhvr>
                                      <p:tavLst>
                                        <p:tav tm="0">
                                          <p:val>
                                            <p:strVal val="0"/>
                                          </p:val>
                                        </p:tav>
                                        <p:tav tm="100000">
                                          <p:val>
                                            <p:strVal val="#ppt_w"/>
                                          </p:val>
                                        </p:tav>
                                      </p:tavLst>
                                    </p:anim>
                                    <p:anim calcmode="lin" valueType="num">
                                      <p:cBhvr additive="base">
                                        <p:cTn id="108" dur="500"/>
                                        <p:tgtEl>
                                          <p:spTgt spid="456"/>
                                        </p:tgtEl>
                                        <p:attrNameLst>
                                          <p:attrName>ppt_h</p:attrName>
                                        </p:attrNameLst>
                                      </p:cBhvr>
                                      <p:tavLst>
                                        <p:tav tm="0">
                                          <p:val>
                                            <p:str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1"/>
                                          </p:stCondLst>
                                        </p:cTn>
                                        <p:tgtEl>
                                          <p:spTgt spid="4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grpSp>
        <p:nvGrpSpPr>
          <p:cNvPr id="520" name="Google Shape;520;p11"/>
          <p:cNvGrpSpPr/>
          <p:nvPr/>
        </p:nvGrpSpPr>
        <p:grpSpPr>
          <a:xfrm>
            <a:off x="915612" y="1615715"/>
            <a:ext cx="1928196" cy="3757501"/>
            <a:chOff x="811937" y="1479881"/>
            <a:chExt cx="1928196" cy="3757501"/>
          </a:xfrm>
        </p:grpSpPr>
        <p:sp>
          <p:nvSpPr>
            <p:cNvPr id="521" name="Google Shape;521;p11"/>
            <p:cNvSpPr/>
            <p:nvPr/>
          </p:nvSpPr>
          <p:spPr>
            <a:xfrm>
              <a:off x="827584" y="2181935"/>
              <a:ext cx="1872207" cy="3055447"/>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1"/>
            <p:cNvSpPr txBox="1"/>
            <p:nvPr/>
          </p:nvSpPr>
          <p:spPr>
            <a:xfrm>
              <a:off x="811937" y="1479881"/>
              <a:ext cx="1928196"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595959"/>
                  </a:solidFill>
                  <a:latin typeface="Arial"/>
                  <a:ea typeface="Arial"/>
                  <a:cs typeface="Arial"/>
                  <a:sym typeface="Arial"/>
                </a:rPr>
                <a:t>CLASE</a:t>
              </a:r>
              <a:endParaRPr sz="1900" b="1">
                <a:solidFill>
                  <a:srgbClr val="0A0AFE"/>
                </a:solidFill>
                <a:latin typeface="Arial"/>
                <a:ea typeface="Arial"/>
                <a:cs typeface="Arial"/>
                <a:sym typeface="Arial"/>
              </a:endParaRPr>
            </a:p>
            <a:p>
              <a:pPr marL="0" marR="0" lvl="0" indent="0" algn="ctr" rtl="0">
                <a:spcBef>
                  <a:spcPts val="0"/>
                </a:spcBef>
                <a:spcAft>
                  <a:spcPts val="0"/>
                </a:spcAft>
                <a:buNone/>
              </a:pPr>
              <a:r>
                <a:rPr lang="es-ES" sz="1900" b="1">
                  <a:solidFill>
                    <a:srgbClr val="0A0AFE"/>
                  </a:solidFill>
                  <a:latin typeface="Arial"/>
                  <a:ea typeface="Arial"/>
                  <a:cs typeface="Arial"/>
                  <a:sym typeface="Arial"/>
                </a:rPr>
                <a:t>ListaFiesta</a:t>
              </a:r>
              <a:endParaRPr sz="1900" b="1">
                <a:solidFill>
                  <a:schemeClr val="dk1"/>
                </a:solidFill>
                <a:latin typeface="Arial"/>
                <a:ea typeface="Arial"/>
                <a:cs typeface="Arial"/>
                <a:sym typeface="Arial"/>
              </a:endParaRPr>
            </a:p>
          </p:txBody>
        </p:sp>
      </p:grpSp>
      <p:sp>
        <p:nvSpPr>
          <p:cNvPr id="523" name="Google Shape;523;p11"/>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Relleno progresivo de Array</a:t>
            </a:r>
            <a:endParaRPr/>
          </a:p>
        </p:txBody>
      </p:sp>
      <p:grpSp>
        <p:nvGrpSpPr>
          <p:cNvPr id="524" name="Google Shape;524;p11"/>
          <p:cNvGrpSpPr/>
          <p:nvPr/>
        </p:nvGrpSpPr>
        <p:grpSpPr>
          <a:xfrm>
            <a:off x="1262911" y="2859730"/>
            <a:ext cx="1198736" cy="2119308"/>
            <a:chOff x="5376788" y="1868492"/>
            <a:chExt cx="672604" cy="2119308"/>
          </a:xfrm>
        </p:grpSpPr>
        <p:sp>
          <p:nvSpPr>
            <p:cNvPr id="525" name="Google Shape;525;p11"/>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26" name="Google Shape;526;p11"/>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27" name="Google Shape;527;p11"/>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28" name="Google Shape;528;p11"/>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29" name="Google Shape;529;p11"/>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30" name="Google Shape;530;p11"/>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31" name="Google Shape;531;p11"/>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32" name="Google Shape;532;p11"/>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533" name="Google Shape;533;p11"/>
          <p:cNvSpPr txBox="1"/>
          <p:nvPr/>
        </p:nvSpPr>
        <p:spPr>
          <a:xfrm>
            <a:off x="1219291" y="2569516"/>
            <a:ext cx="129614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lista</a:t>
            </a:r>
            <a:endParaRPr sz="1600" b="1">
              <a:solidFill>
                <a:srgbClr val="FF0000"/>
              </a:solidFill>
              <a:latin typeface="Arial"/>
              <a:ea typeface="Arial"/>
              <a:cs typeface="Arial"/>
              <a:sym typeface="Arial"/>
            </a:endParaRPr>
          </a:p>
        </p:txBody>
      </p:sp>
      <p:sp>
        <p:nvSpPr>
          <p:cNvPr id="534" name="Google Shape;534;p11"/>
          <p:cNvSpPr/>
          <p:nvPr/>
        </p:nvSpPr>
        <p:spPr>
          <a:xfrm>
            <a:off x="3328014" y="836712"/>
            <a:ext cx="2808312" cy="5612370"/>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b="1">
                <a:solidFill>
                  <a:schemeClr val="dk1"/>
                </a:solidFill>
                <a:latin typeface="Arial"/>
                <a:ea typeface="Arial"/>
                <a:cs typeface="Arial"/>
                <a:sym typeface="Arial"/>
              </a:rPr>
              <a:t>public class ListaFiesta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b="1">
                <a:solidFill>
                  <a:schemeClr val="dk1"/>
                </a:solidFill>
                <a:latin typeface="Arial"/>
                <a:ea typeface="Arial"/>
                <a:cs typeface="Arial"/>
                <a:sym typeface="Arial"/>
              </a:rPr>
              <a:t>}</a:t>
            </a:r>
            <a:endParaRPr/>
          </a:p>
        </p:txBody>
      </p:sp>
      <p:sp>
        <p:nvSpPr>
          <p:cNvPr id="535" name="Google Shape;535;p11"/>
          <p:cNvSpPr/>
          <p:nvPr/>
        </p:nvSpPr>
        <p:spPr>
          <a:xfrm>
            <a:off x="3676237" y="1196752"/>
            <a:ext cx="3456384"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String[</a:t>
            </a:r>
            <a:r>
              <a:rPr lang="es-ES" sz="400">
                <a:solidFill>
                  <a:schemeClr val="dk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5B5BFF"/>
                </a:solidFill>
                <a:latin typeface="Arial"/>
                <a:ea typeface="Arial"/>
                <a:cs typeface="Arial"/>
                <a:sym typeface="Arial"/>
              </a:rPr>
              <a:t>lista</a:t>
            </a:r>
            <a:r>
              <a:rPr lang="es-ES" sz="1600">
                <a:solidFill>
                  <a:srgbClr val="5B5BFF"/>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536" name="Google Shape;536;p11"/>
          <p:cNvSpPr txBox="1"/>
          <p:nvPr/>
        </p:nvSpPr>
        <p:spPr>
          <a:xfrm>
            <a:off x="1396178" y="2916762"/>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Ana</a:t>
            </a:r>
            <a:endParaRPr/>
          </a:p>
        </p:txBody>
      </p:sp>
      <p:sp>
        <p:nvSpPr>
          <p:cNvPr id="537" name="Google Shape;537;p11"/>
          <p:cNvSpPr txBox="1"/>
          <p:nvPr/>
        </p:nvSpPr>
        <p:spPr>
          <a:xfrm>
            <a:off x="1396178" y="3204794"/>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Luis</a:t>
            </a:r>
            <a:endParaRPr/>
          </a:p>
        </p:txBody>
      </p:sp>
      <p:sp>
        <p:nvSpPr>
          <p:cNvPr id="538" name="Google Shape;538;p11"/>
          <p:cNvSpPr txBox="1"/>
          <p:nvPr/>
        </p:nvSpPr>
        <p:spPr>
          <a:xfrm>
            <a:off x="1396178" y="3488634"/>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Enrique</a:t>
            </a:r>
            <a:endParaRPr/>
          </a:p>
        </p:txBody>
      </p:sp>
      <p:sp>
        <p:nvSpPr>
          <p:cNvPr id="539" name="Google Shape;539;p11"/>
          <p:cNvSpPr txBox="1"/>
          <p:nvPr/>
        </p:nvSpPr>
        <p:spPr>
          <a:xfrm>
            <a:off x="1396178" y="3780858"/>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Alfredo</a:t>
            </a:r>
            <a:endParaRPr/>
          </a:p>
        </p:txBody>
      </p:sp>
      <p:sp>
        <p:nvSpPr>
          <p:cNvPr id="540" name="Google Shape;540;p11"/>
          <p:cNvSpPr txBox="1"/>
          <p:nvPr/>
        </p:nvSpPr>
        <p:spPr>
          <a:xfrm>
            <a:off x="1396178" y="4068890"/>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Rocío</a:t>
            </a:r>
            <a:endParaRPr/>
          </a:p>
        </p:txBody>
      </p:sp>
      <p:sp>
        <p:nvSpPr>
          <p:cNvPr id="541" name="Google Shape;541;p11"/>
          <p:cNvSpPr txBox="1"/>
          <p:nvPr/>
        </p:nvSpPr>
        <p:spPr>
          <a:xfrm>
            <a:off x="1396178" y="4352730"/>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Teresa</a:t>
            </a:r>
            <a:endParaRPr/>
          </a:p>
        </p:txBody>
      </p:sp>
      <p:sp>
        <p:nvSpPr>
          <p:cNvPr id="542" name="Google Shape;542;p11"/>
          <p:cNvSpPr txBox="1"/>
          <p:nvPr/>
        </p:nvSpPr>
        <p:spPr>
          <a:xfrm>
            <a:off x="1396178" y="4640762"/>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Roberto</a:t>
            </a:r>
            <a:endParaRPr/>
          </a:p>
        </p:txBody>
      </p:sp>
      <p:sp>
        <p:nvSpPr>
          <p:cNvPr id="543" name="Google Shape;543;p11"/>
          <p:cNvSpPr/>
          <p:nvPr/>
        </p:nvSpPr>
        <p:spPr>
          <a:xfrm>
            <a:off x="3662790" y="2924944"/>
            <a:ext cx="4541485" cy="2997615"/>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boolean </a:t>
            </a:r>
            <a:r>
              <a:rPr lang="es-ES" sz="1600">
                <a:solidFill>
                  <a:srgbClr val="FF0000"/>
                </a:solidFill>
                <a:latin typeface="Arial"/>
                <a:ea typeface="Arial"/>
                <a:cs typeface="Arial"/>
                <a:sym typeface="Arial"/>
              </a:rPr>
              <a:t>registrar (</a:t>
            </a:r>
            <a:r>
              <a:rPr lang="es-ES" sz="1600">
                <a:solidFill>
                  <a:schemeClr val="dk1"/>
                </a:solidFill>
                <a:latin typeface="Arial"/>
                <a:ea typeface="Arial"/>
                <a:cs typeface="Arial"/>
                <a:sym typeface="Arial"/>
              </a:rPr>
              <a:t>String</a:t>
            </a:r>
            <a:r>
              <a:rPr lang="es-ES" sz="1600">
                <a:solidFill>
                  <a:srgbClr val="00B050"/>
                </a:solidFill>
                <a:latin typeface="Arial"/>
                <a:ea typeface="Arial"/>
                <a:cs typeface="Arial"/>
                <a:sym typeface="Arial"/>
              </a:rPr>
              <a:t> invitado</a:t>
            </a:r>
            <a:r>
              <a:rPr lang="es-ES" sz="16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544" name="Google Shape;544;p11"/>
          <p:cNvSpPr/>
          <p:nvPr/>
        </p:nvSpPr>
        <p:spPr>
          <a:xfrm>
            <a:off x="3669184" y="1843904"/>
            <a:ext cx="3135064" cy="963918"/>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a:t>
            </a:r>
            <a:r>
              <a:rPr lang="es-ES" sz="1600">
                <a:solidFill>
                  <a:srgbClr val="5B5BFF"/>
                </a:solidFill>
                <a:latin typeface="Arial"/>
                <a:ea typeface="Arial"/>
                <a:cs typeface="Arial"/>
                <a:sym typeface="Arial"/>
              </a:rPr>
              <a:t> </a:t>
            </a:r>
            <a:r>
              <a:rPr lang="es-ES" sz="1600">
                <a:solidFill>
                  <a:srgbClr val="FF0000"/>
                </a:solidFill>
                <a:latin typeface="Arial"/>
                <a:ea typeface="Arial"/>
                <a:cs typeface="Arial"/>
                <a:sym typeface="Arial"/>
              </a:rPr>
              <a:t>ListaFiesta( </a:t>
            </a:r>
            <a:r>
              <a:rPr lang="es-ES" sz="1600">
                <a:solidFill>
                  <a:schemeClr val="dk1"/>
                </a:solidFill>
                <a:latin typeface="Arial"/>
                <a:ea typeface="Arial"/>
                <a:cs typeface="Arial"/>
                <a:sym typeface="Arial"/>
              </a:rPr>
              <a:t>int</a:t>
            </a:r>
            <a:r>
              <a:rPr lang="es-ES" sz="1600">
                <a:solidFill>
                  <a:srgbClr val="00B050"/>
                </a:solidFill>
                <a:latin typeface="Arial"/>
                <a:ea typeface="Arial"/>
                <a:cs typeface="Arial"/>
                <a:sym typeface="Arial"/>
              </a:rPr>
              <a:t> tam</a:t>
            </a:r>
            <a:r>
              <a:rPr lang="es-ES" sz="1600">
                <a:solidFill>
                  <a:srgbClr val="FF0000"/>
                </a:solidFill>
                <a:latin typeface="Arial"/>
                <a:ea typeface="Arial"/>
                <a:cs typeface="Arial"/>
                <a:sym typeface="Arial"/>
              </a:rPr>
              <a:t> ) {</a:t>
            </a:r>
            <a:endParaRPr/>
          </a:p>
          <a:p>
            <a:pPr marL="0" marR="0" lvl="0" indent="0" algn="l" rtl="0">
              <a:lnSpc>
                <a:spcPct val="118000"/>
              </a:lnSpc>
              <a:spcBef>
                <a:spcPts val="0"/>
              </a:spcBef>
              <a:spcAft>
                <a:spcPts val="0"/>
              </a:spcAft>
              <a:buNone/>
            </a:pPr>
            <a:r>
              <a:rPr lang="es-ES" sz="1600" b="1">
                <a:solidFill>
                  <a:srgbClr val="5B5BFF"/>
                </a:solidFill>
                <a:latin typeface="Arial"/>
                <a:ea typeface="Arial"/>
                <a:cs typeface="Arial"/>
                <a:sym typeface="Arial"/>
              </a:rPr>
              <a:t>      lista</a:t>
            </a:r>
            <a:r>
              <a:rPr lang="es-ES" sz="1600">
                <a:solidFill>
                  <a:srgbClr val="5B5BFF"/>
                </a:solidFill>
                <a:latin typeface="Arial"/>
                <a:ea typeface="Arial"/>
                <a:cs typeface="Arial"/>
                <a:sym typeface="Arial"/>
              </a:rPr>
              <a:t> </a:t>
            </a:r>
            <a:r>
              <a:rPr lang="es-ES" sz="1600">
                <a:solidFill>
                  <a:schemeClr val="dk1"/>
                </a:solidFill>
                <a:latin typeface="Arial"/>
                <a:ea typeface="Arial"/>
                <a:cs typeface="Arial"/>
                <a:sym typeface="Arial"/>
              </a:rPr>
              <a:t>= new String[</a:t>
            </a:r>
            <a:r>
              <a:rPr lang="es-ES" sz="1600">
                <a:solidFill>
                  <a:srgbClr val="00B050"/>
                </a:solidFill>
                <a:latin typeface="Arial"/>
                <a:ea typeface="Arial"/>
                <a:cs typeface="Arial"/>
                <a:sym typeface="Arial"/>
              </a:rPr>
              <a:t>tam </a:t>
            </a:r>
            <a:r>
              <a:rPr lang="es-ES" sz="1600">
                <a:solidFill>
                  <a:schemeClr val="dk1"/>
                </a:solidFill>
                <a:latin typeface="Arial"/>
                <a:ea typeface="Arial"/>
                <a:cs typeface="Arial"/>
                <a:sym typeface="Arial"/>
              </a:rPr>
              <a:t>] ;</a:t>
            </a: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grpSp>
        <p:nvGrpSpPr>
          <p:cNvPr id="545" name="Google Shape;545;p11"/>
          <p:cNvGrpSpPr/>
          <p:nvPr/>
        </p:nvGrpSpPr>
        <p:grpSpPr>
          <a:xfrm>
            <a:off x="251520" y="2844754"/>
            <a:ext cx="998016" cy="426848"/>
            <a:chOff x="153899" y="2950205"/>
            <a:chExt cx="998016" cy="426848"/>
          </a:xfrm>
        </p:grpSpPr>
        <p:sp>
          <p:nvSpPr>
            <p:cNvPr id="546" name="Google Shape;546;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47" name="Google Shape;547;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sp>
        <p:nvSpPr>
          <p:cNvPr id="548" name="Google Shape;548;p11"/>
          <p:cNvSpPr/>
          <p:nvPr/>
        </p:nvSpPr>
        <p:spPr>
          <a:xfrm>
            <a:off x="4538432" y="3525601"/>
            <a:ext cx="2913888" cy="3660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p:txBody>
      </p:sp>
      <p:sp>
        <p:nvSpPr>
          <p:cNvPr id="549" name="Google Shape;549;p11"/>
          <p:cNvSpPr/>
          <p:nvPr/>
        </p:nvSpPr>
        <p:spPr>
          <a:xfrm>
            <a:off x="3681010" y="1448515"/>
            <a:ext cx="3456384" cy="3660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int </a:t>
            </a:r>
            <a:r>
              <a:rPr lang="es-ES" sz="1600">
                <a:solidFill>
                  <a:srgbClr val="5B5BFF"/>
                </a:solidFill>
                <a:latin typeface="Arial"/>
                <a:ea typeface="Arial"/>
                <a:cs typeface="Arial"/>
                <a:sym typeface="Arial"/>
              </a:rPr>
              <a:t>siguiente</a:t>
            </a:r>
            <a:r>
              <a:rPr lang="es-ES" sz="1600" b="1">
                <a:solidFill>
                  <a:srgbClr val="5B5BFF"/>
                </a:solidFill>
                <a:latin typeface="Arial"/>
                <a:ea typeface="Arial"/>
                <a:cs typeface="Arial"/>
                <a:sym typeface="Arial"/>
              </a:rPr>
              <a:t> </a:t>
            </a:r>
            <a:r>
              <a:rPr lang="es-ES" sz="1600" b="1">
                <a:solidFill>
                  <a:schemeClr val="dk1"/>
                </a:solidFill>
                <a:latin typeface="Arial"/>
                <a:ea typeface="Arial"/>
                <a:cs typeface="Arial"/>
                <a:sym typeface="Arial"/>
              </a:rPr>
              <a:t>= </a:t>
            </a:r>
            <a:r>
              <a:rPr lang="es-ES" sz="1600" b="1">
                <a:solidFill>
                  <a:srgbClr val="00B050"/>
                </a:solidFill>
                <a:latin typeface="Arial"/>
                <a:ea typeface="Arial"/>
                <a:cs typeface="Arial"/>
                <a:sym typeface="Arial"/>
              </a:rPr>
              <a:t>0 </a:t>
            </a:r>
            <a:r>
              <a:rPr lang="es-ES" sz="1600">
                <a:solidFill>
                  <a:schemeClr val="dk1"/>
                </a:solidFill>
                <a:latin typeface="Arial"/>
                <a:ea typeface="Arial"/>
                <a:cs typeface="Arial"/>
                <a:sym typeface="Arial"/>
              </a:rPr>
              <a:t>;</a:t>
            </a:r>
            <a:endParaRPr/>
          </a:p>
        </p:txBody>
      </p:sp>
      <p:sp>
        <p:nvSpPr>
          <p:cNvPr id="550" name="Google Shape;550;p11"/>
          <p:cNvSpPr/>
          <p:nvPr/>
        </p:nvSpPr>
        <p:spPr>
          <a:xfrm>
            <a:off x="4009382" y="3388705"/>
            <a:ext cx="3442937" cy="2126031"/>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if(</a:t>
            </a:r>
            <a:r>
              <a:rPr lang="es-ES" sz="1600">
                <a:solidFill>
                  <a:schemeClr val="accent1"/>
                </a:solidFill>
                <a:latin typeface="Arial"/>
                <a:ea typeface="Arial"/>
                <a:cs typeface="Arial"/>
                <a:sym typeface="Arial"/>
              </a:rPr>
              <a:t>siguiente</a:t>
            </a:r>
            <a:r>
              <a:rPr lang="es-ES" sz="1600">
                <a:solidFill>
                  <a:schemeClr val="dk1"/>
                </a:solidFill>
                <a:latin typeface="Arial"/>
                <a:ea typeface="Arial"/>
                <a:cs typeface="Arial"/>
                <a:sym typeface="Arial"/>
              </a:rPr>
              <a:t> &gt;= </a:t>
            </a:r>
            <a:r>
              <a:rPr lang="es-ES" sz="1600" b="1">
                <a:solidFill>
                  <a:srgbClr val="5B5BFF"/>
                </a:solidFill>
                <a:latin typeface="Arial"/>
                <a:ea typeface="Arial"/>
                <a:cs typeface="Arial"/>
                <a:sym typeface="Arial"/>
              </a:rPr>
              <a:t>lista</a:t>
            </a:r>
            <a:r>
              <a:rPr lang="es-ES" sz="1600">
                <a:solidFill>
                  <a:schemeClr val="dk1"/>
                </a:solidFill>
                <a:latin typeface="Arial"/>
                <a:ea typeface="Arial"/>
                <a:cs typeface="Arial"/>
                <a:sym typeface="Arial"/>
              </a:rPr>
              <a:t>.</a:t>
            </a:r>
            <a:r>
              <a:rPr lang="es-ES" sz="1600">
                <a:solidFill>
                  <a:srgbClr val="00B050"/>
                </a:solidFill>
                <a:latin typeface="Arial"/>
                <a:ea typeface="Arial"/>
                <a:cs typeface="Arial"/>
                <a:sym typeface="Arial"/>
              </a:rPr>
              <a:t>length</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return </a:t>
            </a:r>
            <a:r>
              <a:rPr lang="es-ES" sz="1600">
                <a:solidFill>
                  <a:srgbClr val="00B050"/>
                </a:solidFill>
                <a:latin typeface="Arial"/>
                <a:ea typeface="Arial"/>
                <a:cs typeface="Arial"/>
                <a:sym typeface="Arial"/>
              </a:rPr>
              <a:t>false</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else {</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r>
              <a:rPr lang="es-ES" sz="1600" b="1">
                <a:solidFill>
                  <a:srgbClr val="5B5BFF"/>
                </a:solidFill>
                <a:latin typeface="Arial"/>
                <a:ea typeface="Arial"/>
                <a:cs typeface="Arial"/>
                <a:sym typeface="Arial"/>
              </a:rPr>
              <a:t>lista</a:t>
            </a:r>
            <a:r>
              <a:rPr lang="es-ES" sz="1600">
                <a:solidFill>
                  <a:schemeClr val="dk1"/>
                </a:solidFill>
                <a:latin typeface="Arial"/>
                <a:ea typeface="Arial"/>
                <a:cs typeface="Arial"/>
                <a:sym typeface="Arial"/>
              </a:rPr>
              <a:t>[</a:t>
            </a:r>
            <a:r>
              <a:rPr lang="es-ES" sz="1600">
                <a:solidFill>
                  <a:schemeClr val="accent1"/>
                </a:solidFill>
                <a:latin typeface="Arial"/>
                <a:ea typeface="Arial"/>
                <a:cs typeface="Arial"/>
                <a:sym typeface="Arial"/>
              </a:rPr>
              <a:t>siguiente</a:t>
            </a:r>
            <a:r>
              <a:rPr lang="es-ES" sz="1600">
                <a:solidFill>
                  <a:schemeClr val="dk1"/>
                </a:solidFill>
                <a:latin typeface="Arial"/>
                <a:ea typeface="Arial"/>
                <a:cs typeface="Arial"/>
                <a:sym typeface="Arial"/>
              </a:rPr>
              <a:t>] = </a:t>
            </a:r>
            <a:r>
              <a:rPr lang="es-ES" sz="1600">
                <a:solidFill>
                  <a:srgbClr val="00B050"/>
                </a:solidFill>
                <a:latin typeface="Arial"/>
                <a:ea typeface="Arial"/>
                <a:cs typeface="Arial"/>
                <a:sym typeface="Arial"/>
              </a:rPr>
              <a:t>invitado</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a:t>
            </a:r>
            <a:r>
              <a:rPr lang="es-ES" sz="1600">
                <a:solidFill>
                  <a:schemeClr val="accent1"/>
                </a:solidFill>
                <a:latin typeface="Arial"/>
                <a:ea typeface="Arial"/>
                <a:cs typeface="Arial"/>
                <a:sym typeface="Arial"/>
              </a:rPr>
              <a:t>siguiente</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       return </a:t>
            </a:r>
            <a:r>
              <a:rPr lang="es-ES" sz="1600">
                <a:solidFill>
                  <a:srgbClr val="00B050"/>
                </a:solidFill>
                <a:latin typeface="Arial"/>
                <a:ea typeface="Arial"/>
                <a:cs typeface="Arial"/>
                <a:sym typeface="Arial"/>
              </a:rPr>
              <a:t>true</a:t>
            </a:r>
            <a:r>
              <a:rPr lang="es-ES" sz="16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a:t>
            </a:r>
            <a:endParaRPr/>
          </a:p>
        </p:txBody>
      </p:sp>
      <p:grpSp>
        <p:nvGrpSpPr>
          <p:cNvPr id="551" name="Google Shape;551;p11"/>
          <p:cNvGrpSpPr/>
          <p:nvPr/>
        </p:nvGrpSpPr>
        <p:grpSpPr>
          <a:xfrm>
            <a:off x="251520" y="3131412"/>
            <a:ext cx="998016" cy="426848"/>
            <a:chOff x="153899" y="2950205"/>
            <a:chExt cx="998016" cy="426848"/>
          </a:xfrm>
        </p:grpSpPr>
        <p:sp>
          <p:nvSpPr>
            <p:cNvPr id="552" name="Google Shape;552;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53" name="Google Shape;553;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554" name="Google Shape;554;p11"/>
          <p:cNvGrpSpPr/>
          <p:nvPr/>
        </p:nvGrpSpPr>
        <p:grpSpPr>
          <a:xfrm>
            <a:off x="251520" y="3418070"/>
            <a:ext cx="998016" cy="426848"/>
            <a:chOff x="153899" y="2950205"/>
            <a:chExt cx="998016" cy="426848"/>
          </a:xfrm>
        </p:grpSpPr>
        <p:sp>
          <p:nvSpPr>
            <p:cNvPr id="555" name="Google Shape;555;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56" name="Google Shape;556;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557" name="Google Shape;557;p11"/>
          <p:cNvGrpSpPr/>
          <p:nvPr/>
        </p:nvGrpSpPr>
        <p:grpSpPr>
          <a:xfrm>
            <a:off x="251520" y="3704728"/>
            <a:ext cx="998016" cy="426848"/>
            <a:chOff x="153899" y="2950205"/>
            <a:chExt cx="998016" cy="426848"/>
          </a:xfrm>
        </p:grpSpPr>
        <p:sp>
          <p:nvSpPr>
            <p:cNvPr id="558" name="Google Shape;558;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59" name="Google Shape;559;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560" name="Google Shape;560;p11"/>
          <p:cNvGrpSpPr/>
          <p:nvPr/>
        </p:nvGrpSpPr>
        <p:grpSpPr>
          <a:xfrm>
            <a:off x="251520" y="3991386"/>
            <a:ext cx="998016" cy="426848"/>
            <a:chOff x="153899" y="2950205"/>
            <a:chExt cx="998016" cy="426848"/>
          </a:xfrm>
        </p:grpSpPr>
        <p:sp>
          <p:nvSpPr>
            <p:cNvPr id="561" name="Google Shape;561;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62" name="Google Shape;562;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563" name="Google Shape;563;p11"/>
          <p:cNvGrpSpPr/>
          <p:nvPr/>
        </p:nvGrpSpPr>
        <p:grpSpPr>
          <a:xfrm>
            <a:off x="251520" y="4278044"/>
            <a:ext cx="998016" cy="426848"/>
            <a:chOff x="153899" y="2950205"/>
            <a:chExt cx="998016" cy="426848"/>
          </a:xfrm>
        </p:grpSpPr>
        <p:sp>
          <p:nvSpPr>
            <p:cNvPr id="564" name="Google Shape;564;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65" name="Google Shape;565;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566" name="Google Shape;566;p11"/>
          <p:cNvGrpSpPr/>
          <p:nvPr/>
        </p:nvGrpSpPr>
        <p:grpSpPr>
          <a:xfrm>
            <a:off x="251520" y="4564699"/>
            <a:ext cx="998016" cy="426848"/>
            <a:chOff x="153899" y="2950205"/>
            <a:chExt cx="998016" cy="426848"/>
          </a:xfrm>
        </p:grpSpPr>
        <p:sp>
          <p:nvSpPr>
            <p:cNvPr id="567" name="Google Shape;567;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68" name="Google Shape;568;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569" name="Google Shape;569;p11"/>
          <p:cNvGrpSpPr/>
          <p:nvPr/>
        </p:nvGrpSpPr>
        <p:grpSpPr>
          <a:xfrm>
            <a:off x="251520" y="4861405"/>
            <a:ext cx="998016" cy="426848"/>
            <a:chOff x="153899" y="2950205"/>
            <a:chExt cx="998016" cy="426848"/>
          </a:xfrm>
        </p:grpSpPr>
        <p:sp>
          <p:nvSpPr>
            <p:cNvPr id="570" name="Google Shape;570;p11"/>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71" name="Google Shape;571;p11"/>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4"/>
                                        </p:tgtEl>
                                        <p:attrNameLst>
                                          <p:attrName>style.visibility</p:attrName>
                                        </p:attrNameLst>
                                      </p:cBhvr>
                                      <p:to>
                                        <p:strVal val="visible"/>
                                      </p:to>
                                    </p:set>
                                    <p:animEffect transition="in" filter="fade">
                                      <p:cBhvr>
                                        <p:cTn id="7" dur="500"/>
                                        <p:tgtEl>
                                          <p:spTgt spid="53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35"/>
                                        </p:tgtEl>
                                        <p:attrNameLst>
                                          <p:attrName>style.visibility</p:attrName>
                                        </p:attrNameLst>
                                      </p:cBhvr>
                                      <p:to>
                                        <p:strVal val="visible"/>
                                      </p:to>
                                    </p:set>
                                    <p:anim calcmode="lin" valueType="num">
                                      <p:cBhvr additive="base">
                                        <p:cTn id="12" dur="500"/>
                                        <p:tgtEl>
                                          <p:spTgt spid="535"/>
                                        </p:tgtEl>
                                        <p:attrNameLst>
                                          <p:attrName>ppt_w</p:attrName>
                                        </p:attrNameLst>
                                      </p:cBhvr>
                                      <p:tavLst>
                                        <p:tav tm="0">
                                          <p:val>
                                            <p:strVal val="0"/>
                                          </p:val>
                                        </p:tav>
                                        <p:tav tm="100000">
                                          <p:val>
                                            <p:strVal val="#ppt_w"/>
                                          </p:val>
                                        </p:tav>
                                      </p:tavLst>
                                    </p:anim>
                                    <p:anim calcmode="lin" valueType="num">
                                      <p:cBhvr additive="base">
                                        <p:cTn id="13" dur="500"/>
                                        <p:tgtEl>
                                          <p:spTgt spid="535"/>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44"/>
                                        </p:tgtEl>
                                        <p:attrNameLst>
                                          <p:attrName>style.visibility</p:attrName>
                                        </p:attrNameLst>
                                      </p:cBhvr>
                                      <p:to>
                                        <p:strVal val="visible"/>
                                      </p:to>
                                    </p:set>
                                    <p:anim calcmode="lin" valueType="num">
                                      <p:cBhvr additive="base">
                                        <p:cTn id="18" dur="500"/>
                                        <p:tgtEl>
                                          <p:spTgt spid="544"/>
                                        </p:tgtEl>
                                        <p:attrNameLst>
                                          <p:attrName>ppt_w</p:attrName>
                                        </p:attrNameLst>
                                      </p:cBhvr>
                                      <p:tavLst>
                                        <p:tav tm="0">
                                          <p:val>
                                            <p:strVal val="0"/>
                                          </p:val>
                                        </p:tav>
                                        <p:tav tm="100000">
                                          <p:val>
                                            <p:strVal val="#ppt_w"/>
                                          </p:val>
                                        </p:tav>
                                      </p:tavLst>
                                    </p:anim>
                                    <p:anim calcmode="lin" valueType="num">
                                      <p:cBhvr additive="base">
                                        <p:cTn id="19" dur="500"/>
                                        <p:tgtEl>
                                          <p:spTgt spid="544"/>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543"/>
                                        </p:tgtEl>
                                        <p:attrNameLst>
                                          <p:attrName>style.visibility</p:attrName>
                                        </p:attrNameLst>
                                      </p:cBhvr>
                                      <p:to>
                                        <p:strVal val="visible"/>
                                      </p:to>
                                    </p:set>
                                    <p:anim calcmode="lin" valueType="num">
                                      <p:cBhvr additive="base">
                                        <p:cTn id="24" dur="500"/>
                                        <p:tgtEl>
                                          <p:spTgt spid="543"/>
                                        </p:tgtEl>
                                        <p:attrNameLst>
                                          <p:attrName>ppt_w</p:attrName>
                                        </p:attrNameLst>
                                      </p:cBhvr>
                                      <p:tavLst>
                                        <p:tav tm="0">
                                          <p:val>
                                            <p:strVal val="0"/>
                                          </p:val>
                                        </p:tav>
                                        <p:tav tm="100000">
                                          <p:val>
                                            <p:strVal val="#ppt_w"/>
                                          </p:val>
                                        </p:tav>
                                      </p:tavLst>
                                    </p:anim>
                                    <p:anim calcmode="lin" valueType="num">
                                      <p:cBhvr additive="base">
                                        <p:cTn id="25" dur="500"/>
                                        <p:tgtEl>
                                          <p:spTgt spid="543"/>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545"/>
                                        </p:tgtEl>
                                        <p:attrNameLst>
                                          <p:attrName>style.visibility</p:attrName>
                                        </p:attrNameLst>
                                      </p:cBhvr>
                                      <p:to>
                                        <p:strVal val="visible"/>
                                      </p:to>
                                    </p:set>
                                    <p:anim calcmode="lin" valueType="num">
                                      <p:cBhvr additive="base">
                                        <p:cTn id="30" dur="500"/>
                                        <p:tgtEl>
                                          <p:spTgt spid="545"/>
                                        </p:tgtEl>
                                        <p:attrNameLst>
                                          <p:attrName>ppt_x</p:attrName>
                                        </p:attrNameLst>
                                      </p:cBhvr>
                                      <p:tavLst>
                                        <p:tav tm="0">
                                          <p:val>
                                            <p:strVal val="#ppt_x-1"/>
                                          </p:val>
                                        </p:tav>
                                        <p:tav tm="100000">
                                          <p:val>
                                            <p:strVal val="#ppt_x"/>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549"/>
                                        </p:tgtEl>
                                        <p:attrNameLst>
                                          <p:attrName>style.visibility</p:attrName>
                                        </p:attrNameLst>
                                      </p:cBhvr>
                                      <p:to>
                                        <p:strVal val="visible"/>
                                      </p:to>
                                    </p:set>
                                    <p:anim calcmode="lin" valueType="num">
                                      <p:cBhvr additive="base">
                                        <p:cTn id="35" dur="500"/>
                                        <p:tgtEl>
                                          <p:spTgt spid="549"/>
                                        </p:tgtEl>
                                        <p:attrNameLst>
                                          <p:attrName>ppt_w</p:attrName>
                                        </p:attrNameLst>
                                      </p:cBhvr>
                                      <p:tavLst>
                                        <p:tav tm="0">
                                          <p:val>
                                            <p:strVal val="0"/>
                                          </p:val>
                                        </p:tav>
                                        <p:tav tm="100000">
                                          <p:val>
                                            <p:strVal val="#ppt_w"/>
                                          </p:val>
                                        </p:tav>
                                      </p:tavLst>
                                    </p:anim>
                                    <p:anim calcmode="lin" valueType="num">
                                      <p:cBhvr additive="base">
                                        <p:cTn id="36" dur="500"/>
                                        <p:tgtEl>
                                          <p:spTgt spid="549"/>
                                        </p:tgtEl>
                                        <p:attrNameLst>
                                          <p:attrName>ppt_h</p:attrName>
                                        </p:attrNameLst>
                                      </p:cBhvr>
                                      <p:tavLst>
                                        <p:tav tm="0">
                                          <p:val>
                                            <p:str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550">
                                            <p:txEl>
                                              <p:pRg st="0" end="0"/>
                                            </p:txEl>
                                          </p:spTgt>
                                        </p:tgtEl>
                                        <p:attrNameLst>
                                          <p:attrName>style.visibility</p:attrName>
                                        </p:attrNameLst>
                                      </p:cBhvr>
                                      <p:to>
                                        <p:strVal val="visible"/>
                                      </p:to>
                                    </p:set>
                                    <p:anim calcmode="lin" valueType="num">
                                      <p:cBhvr additive="base">
                                        <p:cTn id="41" dur="500"/>
                                        <p:tgtEl>
                                          <p:spTgt spid="550">
                                            <p:txEl>
                                              <p:pRg st="0" end="0"/>
                                            </p:txEl>
                                          </p:spTgt>
                                        </p:tgtEl>
                                        <p:attrNameLst>
                                          <p:attrName>ppt_w</p:attrName>
                                        </p:attrNameLst>
                                      </p:cBhvr>
                                      <p:tavLst>
                                        <p:tav tm="0">
                                          <p:val>
                                            <p:strVal val="0"/>
                                          </p:val>
                                        </p:tav>
                                        <p:tav tm="100000">
                                          <p:val>
                                            <p:strVal val="#ppt_w"/>
                                          </p:val>
                                        </p:tav>
                                      </p:tavLst>
                                    </p:anim>
                                    <p:anim calcmode="lin" valueType="num">
                                      <p:cBhvr additive="base">
                                        <p:cTn id="42" dur="500"/>
                                        <p:tgtEl>
                                          <p:spTgt spid="550">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550">
                                            <p:txEl>
                                              <p:pRg st="1" end="1"/>
                                            </p:txEl>
                                          </p:spTgt>
                                        </p:tgtEl>
                                        <p:attrNameLst>
                                          <p:attrName>style.visibility</p:attrName>
                                        </p:attrNameLst>
                                      </p:cBhvr>
                                      <p:to>
                                        <p:strVal val="visible"/>
                                      </p:to>
                                    </p:set>
                                    <p:anim calcmode="lin" valueType="num">
                                      <p:cBhvr additive="base">
                                        <p:cTn id="47" dur="500"/>
                                        <p:tgtEl>
                                          <p:spTgt spid="550">
                                            <p:txEl>
                                              <p:pRg st="1" end="1"/>
                                            </p:txEl>
                                          </p:spTgt>
                                        </p:tgtEl>
                                        <p:attrNameLst>
                                          <p:attrName>ppt_w</p:attrName>
                                        </p:attrNameLst>
                                      </p:cBhvr>
                                      <p:tavLst>
                                        <p:tav tm="0">
                                          <p:val>
                                            <p:strVal val="0"/>
                                          </p:val>
                                        </p:tav>
                                        <p:tav tm="100000">
                                          <p:val>
                                            <p:strVal val="#ppt_w"/>
                                          </p:val>
                                        </p:tav>
                                      </p:tavLst>
                                    </p:anim>
                                    <p:anim calcmode="lin" valueType="num">
                                      <p:cBhvr additive="base">
                                        <p:cTn id="48" dur="500"/>
                                        <p:tgtEl>
                                          <p:spTgt spid="550">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nodeType="clickEffect">
                                  <p:stCondLst>
                                    <p:cond delay="0"/>
                                  </p:stCondLst>
                                  <p:childTnLst>
                                    <p:set>
                                      <p:cBhvr>
                                        <p:cTn id="52" dur="1" fill="hold">
                                          <p:stCondLst>
                                            <p:cond delay="0"/>
                                          </p:stCondLst>
                                        </p:cTn>
                                        <p:tgtEl>
                                          <p:spTgt spid="550">
                                            <p:txEl>
                                              <p:pRg st="2" end="2"/>
                                            </p:txEl>
                                          </p:spTgt>
                                        </p:tgtEl>
                                        <p:attrNameLst>
                                          <p:attrName>style.visibility</p:attrName>
                                        </p:attrNameLst>
                                      </p:cBhvr>
                                      <p:to>
                                        <p:strVal val="visible"/>
                                      </p:to>
                                    </p:set>
                                    <p:anim calcmode="lin" valueType="num">
                                      <p:cBhvr additive="base">
                                        <p:cTn id="53" dur="500"/>
                                        <p:tgtEl>
                                          <p:spTgt spid="550">
                                            <p:txEl>
                                              <p:pRg st="2" end="2"/>
                                            </p:txEl>
                                          </p:spTgt>
                                        </p:tgtEl>
                                        <p:attrNameLst>
                                          <p:attrName>ppt_w</p:attrName>
                                        </p:attrNameLst>
                                      </p:cBhvr>
                                      <p:tavLst>
                                        <p:tav tm="0">
                                          <p:val>
                                            <p:strVal val="0"/>
                                          </p:val>
                                        </p:tav>
                                        <p:tav tm="100000">
                                          <p:val>
                                            <p:strVal val="#ppt_w"/>
                                          </p:val>
                                        </p:tav>
                                      </p:tavLst>
                                    </p:anim>
                                    <p:anim calcmode="lin" valueType="num">
                                      <p:cBhvr additive="base">
                                        <p:cTn id="54" dur="500"/>
                                        <p:tgtEl>
                                          <p:spTgt spid="550">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nodeType="clickEffect">
                                  <p:stCondLst>
                                    <p:cond delay="0"/>
                                  </p:stCondLst>
                                  <p:childTnLst>
                                    <p:set>
                                      <p:cBhvr>
                                        <p:cTn id="58" dur="1" fill="hold">
                                          <p:stCondLst>
                                            <p:cond delay="0"/>
                                          </p:stCondLst>
                                        </p:cTn>
                                        <p:tgtEl>
                                          <p:spTgt spid="550">
                                            <p:txEl>
                                              <p:pRg st="3" end="3"/>
                                            </p:txEl>
                                          </p:spTgt>
                                        </p:tgtEl>
                                        <p:attrNameLst>
                                          <p:attrName>style.visibility</p:attrName>
                                        </p:attrNameLst>
                                      </p:cBhvr>
                                      <p:to>
                                        <p:strVal val="visible"/>
                                      </p:to>
                                    </p:set>
                                    <p:anim calcmode="lin" valueType="num">
                                      <p:cBhvr additive="base">
                                        <p:cTn id="59" dur="500"/>
                                        <p:tgtEl>
                                          <p:spTgt spid="550">
                                            <p:txEl>
                                              <p:pRg st="3" end="3"/>
                                            </p:txEl>
                                          </p:spTgt>
                                        </p:tgtEl>
                                        <p:attrNameLst>
                                          <p:attrName>ppt_w</p:attrName>
                                        </p:attrNameLst>
                                      </p:cBhvr>
                                      <p:tavLst>
                                        <p:tav tm="0">
                                          <p:val>
                                            <p:strVal val="0"/>
                                          </p:val>
                                        </p:tav>
                                        <p:tav tm="100000">
                                          <p:val>
                                            <p:strVal val="#ppt_w"/>
                                          </p:val>
                                        </p:tav>
                                      </p:tavLst>
                                    </p:anim>
                                    <p:anim calcmode="lin" valueType="num">
                                      <p:cBhvr additive="base">
                                        <p:cTn id="60" dur="500"/>
                                        <p:tgtEl>
                                          <p:spTgt spid="550">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nodeType="clickEffect">
                                  <p:stCondLst>
                                    <p:cond delay="0"/>
                                  </p:stCondLst>
                                  <p:childTnLst>
                                    <p:set>
                                      <p:cBhvr>
                                        <p:cTn id="64" dur="1" fill="hold">
                                          <p:stCondLst>
                                            <p:cond delay="0"/>
                                          </p:stCondLst>
                                        </p:cTn>
                                        <p:tgtEl>
                                          <p:spTgt spid="550">
                                            <p:txEl>
                                              <p:pRg st="4" end="4"/>
                                            </p:txEl>
                                          </p:spTgt>
                                        </p:tgtEl>
                                        <p:attrNameLst>
                                          <p:attrName>style.visibility</p:attrName>
                                        </p:attrNameLst>
                                      </p:cBhvr>
                                      <p:to>
                                        <p:strVal val="visible"/>
                                      </p:to>
                                    </p:set>
                                    <p:anim calcmode="lin" valueType="num">
                                      <p:cBhvr additive="base">
                                        <p:cTn id="65" dur="500"/>
                                        <p:tgtEl>
                                          <p:spTgt spid="550">
                                            <p:txEl>
                                              <p:pRg st="4" end="4"/>
                                            </p:txEl>
                                          </p:spTgt>
                                        </p:tgtEl>
                                        <p:attrNameLst>
                                          <p:attrName>ppt_w</p:attrName>
                                        </p:attrNameLst>
                                      </p:cBhvr>
                                      <p:tavLst>
                                        <p:tav tm="0">
                                          <p:val>
                                            <p:strVal val="0"/>
                                          </p:val>
                                        </p:tav>
                                        <p:tav tm="100000">
                                          <p:val>
                                            <p:strVal val="#ppt_w"/>
                                          </p:val>
                                        </p:tav>
                                      </p:tavLst>
                                    </p:anim>
                                    <p:anim calcmode="lin" valueType="num">
                                      <p:cBhvr additive="base">
                                        <p:cTn id="66" dur="500"/>
                                        <p:tgtEl>
                                          <p:spTgt spid="550">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nodeType="clickEffect">
                                  <p:stCondLst>
                                    <p:cond delay="0"/>
                                  </p:stCondLst>
                                  <p:childTnLst>
                                    <p:set>
                                      <p:cBhvr>
                                        <p:cTn id="70" dur="1" fill="hold">
                                          <p:stCondLst>
                                            <p:cond delay="0"/>
                                          </p:stCondLst>
                                        </p:cTn>
                                        <p:tgtEl>
                                          <p:spTgt spid="550">
                                            <p:txEl>
                                              <p:pRg st="5" end="5"/>
                                            </p:txEl>
                                          </p:spTgt>
                                        </p:tgtEl>
                                        <p:attrNameLst>
                                          <p:attrName>style.visibility</p:attrName>
                                        </p:attrNameLst>
                                      </p:cBhvr>
                                      <p:to>
                                        <p:strVal val="visible"/>
                                      </p:to>
                                    </p:set>
                                    <p:anim calcmode="lin" valueType="num">
                                      <p:cBhvr additive="base">
                                        <p:cTn id="71" dur="500"/>
                                        <p:tgtEl>
                                          <p:spTgt spid="550">
                                            <p:txEl>
                                              <p:pRg st="5" end="5"/>
                                            </p:txEl>
                                          </p:spTgt>
                                        </p:tgtEl>
                                        <p:attrNameLst>
                                          <p:attrName>ppt_w</p:attrName>
                                        </p:attrNameLst>
                                      </p:cBhvr>
                                      <p:tavLst>
                                        <p:tav tm="0">
                                          <p:val>
                                            <p:strVal val="0"/>
                                          </p:val>
                                        </p:tav>
                                        <p:tav tm="100000">
                                          <p:val>
                                            <p:strVal val="#ppt_w"/>
                                          </p:val>
                                        </p:tav>
                                      </p:tavLst>
                                    </p:anim>
                                    <p:anim calcmode="lin" valueType="num">
                                      <p:cBhvr additive="base">
                                        <p:cTn id="72" dur="500"/>
                                        <p:tgtEl>
                                          <p:spTgt spid="550">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550">
                                            <p:txEl>
                                              <p:pRg st="6" end="6"/>
                                            </p:txEl>
                                          </p:spTgt>
                                        </p:tgtEl>
                                        <p:attrNameLst>
                                          <p:attrName>style.visibility</p:attrName>
                                        </p:attrNameLst>
                                      </p:cBhvr>
                                      <p:to>
                                        <p:strVal val="visible"/>
                                      </p:to>
                                    </p:set>
                                    <p:anim calcmode="lin" valueType="num">
                                      <p:cBhvr additive="base">
                                        <p:cTn id="77" dur="500"/>
                                        <p:tgtEl>
                                          <p:spTgt spid="550">
                                            <p:txEl>
                                              <p:pRg st="6" end="6"/>
                                            </p:txEl>
                                          </p:spTgt>
                                        </p:tgtEl>
                                        <p:attrNameLst>
                                          <p:attrName>ppt_w</p:attrName>
                                        </p:attrNameLst>
                                      </p:cBhvr>
                                      <p:tavLst>
                                        <p:tav tm="0">
                                          <p:val>
                                            <p:strVal val="0"/>
                                          </p:val>
                                        </p:tav>
                                        <p:tav tm="100000">
                                          <p:val>
                                            <p:strVal val="#ppt_w"/>
                                          </p:val>
                                        </p:tav>
                                      </p:tavLst>
                                    </p:anim>
                                    <p:anim calcmode="lin" valueType="num">
                                      <p:cBhvr additive="base">
                                        <p:cTn id="78" dur="500"/>
                                        <p:tgtEl>
                                          <p:spTgt spid="550">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536"/>
                                        </p:tgtEl>
                                        <p:attrNameLst>
                                          <p:attrName>style.visibility</p:attrName>
                                        </p:attrNameLst>
                                      </p:cBhvr>
                                      <p:to>
                                        <p:strVal val="visible"/>
                                      </p:to>
                                    </p:set>
                                    <p:anim calcmode="lin" valueType="num">
                                      <p:cBhvr additive="base">
                                        <p:cTn id="83" dur="500"/>
                                        <p:tgtEl>
                                          <p:spTgt spid="536"/>
                                        </p:tgtEl>
                                        <p:attrNameLst>
                                          <p:attrName>ppt_w</p:attrName>
                                        </p:attrNameLst>
                                      </p:cBhvr>
                                      <p:tavLst>
                                        <p:tav tm="0">
                                          <p:val>
                                            <p:strVal val="0"/>
                                          </p:val>
                                        </p:tav>
                                        <p:tav tm="100000">
                                          <p:val>
                                            <p:strVal val="#ppt_w"/>
                                          </p:val>
                                        </p:tav>
                                      </p:tavLst>
                                    </p:anim>
                                    <p:anim calcmode="lin" valueType="num">
                                      <p:cBhvr additive="base">
                                        <p:cTn id="84" dur="500"/>
                                        <p:tgtEl>
                                          <p:spTgt spid="536"/>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51"/>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1"/>
                                          </p:stCondLst>
                                        </p:cTn>
                                        <p:tgtEl>
                                          <p:spTgt spid="545"/>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537"/>
                                        </p:tgtEl>
                                        <p:attrNameLst>
                                          <p:attrName>style.visibility</p:attrName>
                                        </p:attrNameLst>
                                      </p:cBhvr>
                                      <p:to>
                                        <p:strVal val="visible"/>
                                      </p:to>
                                    </p:set>
                                    <p:anim calcmode="lin" valueType="num">
                                      <p:cBhvr additive="base">
                                        <p:cTn id="95" dur="500"/>
                                        <p:tgtEl>
                                          <p:spTgt spid="537"/>
                                        </p:tgtEl>
                                        <p:attrNameLst>
                                          <p:attrName>ppt_w</p:attrName>
                                        </p:attrNameLst>
                                      </p:cBhvr>
                                      <p:tavLst>
                                        <p:tav tm="0">
                                          <p:val>
                                            <p:strVal val="0"/>
                                          </p:val>
                                        </p:tav>
                                        <p:tav tm="100000">
                                          <p:val>
                                            <p:strVal val="#ppt_w"/>
                                          </p:val>
                                        </p:tav>
                                      </p:tavLst>
                                    </p:anim>
                                    <p:anim calcmode="lin" valueType="num">
                                      <p:cBhvr additive="base">
                                        <p:cTn id="96" dur="500"/>
                                        <p:tgtEl>
                                          <p:spTgt spid="537"/>
                                        </p:tgtEl>
                                        <p:attrNameLst>
                                          <p:attrName>ppt_h</p:attrName>
                                        </p:attrNameLst>
                                      </p:cBhvr>
                                      <p:tavLst>
                                        <p:tav tm="0">
                                          <p:val>
                                            <p:str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554"/>
                                        </p:tgtEl>
                                        <p:attrNameLst>
                                          <p:attrName>style.visibility</p:attrName>
                                        </p:attrNameLst>
                                      </p:cBhvr>
                                      <p:to>
                                        <p:strVal val="visible"/>
                                      </p:to>
                                    </p:set>
                                  </p:childTnLst>
                                </p:cTn>
                              </p:par>
                              <p:par>
                                <p:cTn id="101" presetID="1" presetClass="exit" presetSubtype="0" fill="hold" nodeType="withEffect">
                                  <p:stCondLst>
                                    <p:cond delay="0"/>
                                  </p:stCondLst>
                                  <p:childTnLst>
                                    <p:set>
                                      <p:cBhvr>
                                        <p:cTn id="102" dur="1" fill="hold">
                                          <p:stCondLst>
                                            <p:cond delay="1"/>
                                          </p:stCondLst>
                                        </p:cTn>
                                        <p:tgtEl>
                                          <p:spTgt spid="55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23" presetClass="entr" presetSubtype="16" fill="hold" nodeType="clickEffect">
                                  <p:stCondLst>
                                    <p:cond delay="0"/>
                                  </p:stCondLst>
                                  <p:childTnLst>
                                    <p:set>
                                      <p:cBhvr>
                                        <p:cTn id="106" dur="1" fill="hold">
                                          <p:stCondLst>
                                            <p:cond delay="0"/>
                                          </p:stCondLst>
                                        </p:cTn>
                                        <p:tgtEl>
                                          <p:spTgt spid="538"/>
                                        </p:tgtEl>
                                        <p:attrNameLst>
                                          <p:attrName>style.visibility</p:attrName>
                                        </p:attrNameLst>
                                      </p:cBhvr>
                                      <p:to>
                                        <p:strVal val="visible"/>
                                      </p:to>
                                    </p:set>
                                    <p:anim calcmode="lin" valueType="num">
                                      <p:cBhvr additive="base">
                                        <p:cTn id="107" dur="500"/>
                                        <p:tgtEl>
                                          <p:spTgt spid="538"/>
                                        </p:tgtEl>
                                        <p:attrNameLst>
                                          <p:attrName>ppt_w</p:attrName>
                                        </p:attrNameLst>
                                      </p:cBhvr>
                                      <p:tavLst>
                                        <p:tav tm="0">
                                          <p:val>
                                            <p:strVal val="0"/>
                                          </p:val>
                                        </p:tav>
                                        <p:tav tm="100000">
                                          <p:val>
                                            <p:strVal val="#ppt_w"/>
                                          </p:val>
                                        </p:tav>
                                      </p:tavLst>
                                    </p:anim>
                                    <p:anim calcmode="lin" valueType="num">
                                      <p:cBhvr additive="base">
                                        <p:cTn id="108" dur="500"/>
                                        <p:tgtEl>
                                          <p:spTgt spid="538"/>
                                        </p:tgtEl>
                                        <p:attrNameLst>
                                          <p:attrName>ppt_h</p:attrName>
                                        </p:attrNameLst>
                                      </p:cBhvr>
                                      <p:tavLst>
                                        <p:tav tm="0">
                                          <p:val>
                                            <p:str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557"/>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1"/>
                                          </p:stCondLst>
                                        </p:cTn>
                                        <p:tgtEl>
                                          <p:spTgt spid="554"/>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23" presetClass="entr" presetSubtype="16" fill="hold" nodeType="clickEffect">
                                  <p:stCondLst>
                                    <p:cond delay="0"/>
                                  </p:stCondLst>
                                  <p:childTnLst>
                                    <p:set>
                                      <p:cBhvr>
                                        <p:cTn id="118" dur="1" fill="hold">
                                          <p:stCondLst>
                                            <p:cond delay="0"/>
                                          </p:stCondLst>
                                        </p:cTn>
                                        <p:tgtEl>
                                          <p:spTgt spid="539"/>
                                        </p:tgtEl>
                                        <p:attrNameLst>
                                          <p:attrName>style.visibility</p:attrName>
                                        </p:attrNameLst>
                                      </p:cBhvr>
                                      <p:to>
                                        <p:strVal val="visible"/>
                                      </p:to>
                                    </p:set>
                                    <p:anim calcmode="lin" valueType="num">
                                      <p:cBhvr additive="base">
                                        <p:cTn id="119" dur="500"/>
                                        <p:tgtEl>
                                          <p:spTgt spid="539"/>
                                        </p:tgtEl>
                                        <p:attrNameLst>
                                          <p:attrName>ppt_w</p:attrName>
                                        </p:attrNameLst>
                                      </p:cBhvr>
                                      <p:tavLst>
                                        <p:tav tm="0">
                                          <p:val>
                                            <p:strVal val="0"/>
                                          </p:val>
                                        </p:tav>
                                        <p:tav tm="100000">
                                          <p:val>
                                            <p:strVal val="#ppt_w"/>
                                          </p:val>
                                        </p:tav>
                                      </p:tavLst>
                                    </p:anim>
                                    <p:anim calcmode="lin" valueType="num">
                                      <p:cBhvr additive="base">
                                        <p:cTn id="120" dur="500"/>
                                        <p:tgtEl>
                                          <p:spTgt spid="539"/>
                                        </p:tgtEl>
                                        <p:attrNameLst>
                                          <p:attrName>ppt_h</p:attrName>
                                        </p:attrNameLst>
                                      </p:cBhvr>
                                      <p:tavLst>
                                        <p:tav tm="0">
                                          <p:val>
                                            <p:strVal val="0"/>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560"/>
                                        </p:tgtEl>
                                        <p:attrNameLst>
                                          <p:attrName>style.visibility</p:attrName>
                                        </p:attrNameLst>
                                      </p:cBhvr>
                                      <p:to>
                                        <p:strVal val="visible"/>
                                      </p:to>
                                    </p:set>
                                  </p:childTnLst>
                                </p:cTn>
                              </p:par>
                              <p:par>
                                <p:cTn id="125" presetID="1" presetClass="exit" presetSubtype="0" fill="hold" nodeType="withEffect">
                                  <p:stCondLst>
                                    <p:cond delay="0"/>
                                  </p:stCondLst>
                                  <p:childTnLst>
                                    <p:set>
                                      <p:cBhvr>
                                        <p:cTn id="126" dur="1" fill="hold">
                                          <p:stCondLst>
                                            <p:cond delay="1"/>
                                          </p:stCondLst>
                                        </p:cTn>
                                        <p:tgtEl>
                                          <p:spTgt spid="557"/>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23" presetClass="entr" presetSubtype="16" fill="hold" nodeType="clickEffect">
                                  <p:stCondLst>
                                    <p:cond delay="0"/>
                                  </p:stCondLst>
                                  <p:childTnLst>
                                    <p:set>
                                      <p:cBhvr>
                                        <p:cTn id="130" dur="1" fill="hold">
                                          <p:stCondLst>
                                            <p:cond delay="0"/>
                                          </p:stCondLst>
                                        </p:cTn>
                                        <p:tgtEl>
                                          <p:spTgt spid="540"/>
                                        </p:tgtEl>
                                        <p:attrNameLst>
                                          <p:attrName>style.visibility</p:attrName>
                                        </p:attrNameLst>
                                      </p:cBhvr>
                                      <p:to>
                                        <p:strVal val="visible"/>
                                      </p:to>
                                    </p:set>
                                    <p:anim calcmode="lin" valueType="num">
                                      <p:cBhvr additive="base">
                                        <p:cTn id="131" dur="500"/>
                                        <p:tgtEl>
                                          <p:spTgt spid="540"/>
                                        </p:tgtEl>
                                        <p:attrNameLst>
                                          <p:attrName>ppt_w</p:attrName>
                                        </p:attrNameLst>
                                      </p:cBhvr>
                                      <p:tavLst>
                                        <p:tav tm="0">
                                          <p:val>
                                            <p:strVal val="0"/>
                                          </p:val>
                                        </p:tav>
                                        <p:tav tm="100000">
                                          <p:val>
                                            <p:strVal val="#ppt_w"/>
                                          </p:val>
                                        </p:tav>
                                      </p:tavLst>
                                    </p:anim>
                                    <p:anim calcmode="lin" valueType="num">
                                      <p:cBhvr additive="base">
                                        <p:cTn id="132" dur="500"/>
                                        <p:tgtEl>
                                          <p:spTgt spid="540"/>
                                        </p:tgtEl>
                                        <p:attrNameLst>
                                          <p:attrName>ppt_h</p:attrName>
                                        </p:attrNameLst>
                                      </p:cBhvr>
                                      <p:tavLst>
                                        <p:tav tm="0">
                                          <p:val>
                                            <p:strVal val="0"/>
                                          </p:val>
                                        </p:tav>
                                        <p:tav tm="100000">
                                          <p:val>
                                            <p:strVal val="#ppt_h"/>
                                          </p:val>
                                        </p:tav>
                                      </p:tavLst>
                                    </p:anim>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563"/>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1"/>
                                          </p:stCondLst>
                                        </p:cTn>
                                        <p:tgtEl>
                                          <p:spTgt spid="560"/>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nodeType="clickEffect">
                                  <p:stCondLst>
                                    <p:cond delay="0"/>
                                  </p:stCondLst>
                                  <p:childTnLst>
                                    <p:set>
                                      <p:cBhvr>
                                        <p:cTn id="142" dur="1" fill="hold">
                                          <p:stCondLst>
                                            <p:cond delay="0"/>
                                          </p:stCondLst>
                                        </p:cTn>
                                        <p:tgtEl>
                                          <p:spTgt spid="541"/>
                                        </p:tgtEl>
                                        <p:attrNameLst>
                                          <p:attrName>style.visibility</p:attrName>
                                        </p:attrNameLst>
                                      </p:cBhvr>
                                      <p:to>
                                        <p:strVal val="visible"/>
                                      </p:to>
                                    </p:set>
                                    <p:anim calcmode="lin" valueType="num">
                                      <p:cBhvr additive="base">
                                        <p:cTn id="143" dur="500"/>
                                        <p:tgtEl>
                                          <p:spTgt spid="541"/>
                                        </p:tgtEl>
                                        <p:attrNameLst>
                                          <p:attrName>ppt_w</p:attrName>
                                        </p:attrNameLst>
                                      </p:cBhvr>
                                      <p:tavLst>
                                        <p:tav tm="0">
                                          <p:val>
                                            <p:strVal val="0"/>
                                          </p:val>
                                        </p:tav>
                                        <p:tav tm="100000">
                                          <p:val>
                                            <p:strVal val="#ppt_w"/>
                                          </p:val>
                                        </p:tav>
                                      </p:tavLst>
                                    </p:anim>
                                    <p:anim calcmode="lin" valueType="num">
                                      <p:cBhvr additive="base">
                                        <p:cTn id="144" dur="500"/>
                                        <p:tgtEl>
                                          <p:spTgt spid="541"/>
                                        </p:tgtEl>
                                        <p:attrNameLst>
                                          <p:attrName>ppt_h</p:attrName>
                                        </p:attrNameLst>
                                      </p:cBhvr>
                                      <p:tavLst>
                                        <p:tav tm="0">
                                          <p:val>
                                            <p:str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566"/>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1"/>
                                          </p:stCondLst>
                                        </p:cTn>
                                        <p:tgtEl>
                                          <p:spTgt spid="563"/>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23" presetClass="entr" presetSubtype="16" fill="hold" nodeType="clickEffect">
                                  <p:stCondLst>
                                    <p:cond delay="0"/>
                                  </p:stCondLst>
                                  <p:childTnLst>
                                    <p:set>
                                      <p:cBhvr>
                                        <p:cTn id="154" dur="1" fill="hold">
                                          <p:stCondLst>
                                            <p:cond delay="0"/>
                                          </p:stCondLst>
                                        </p:cTn>
                                        <p:tgtEl>
                                          <p:spTgt spid="542"/>
                                        </p:tgtEl>
                                        <p:attrNameLst>
                                          <p:attrName>style.visibility</p:attrName>
                                        </p:attrNameLst>
                                      </p:cBhvr>
                                      <p:to>
                                        <p:strVal val="visible"/>
                                      </p:to>
                                    </p:set>
                                    <p:anim calcmode="lin" valueType="num">
                                      <p:cBhvr additive="base">
                                        <p:cTn id="155" dur="500"/>
                                        <p:tgtEl>
                                          <p:spTgt spid="542"/>
                                        </p:tgtEl>
                                        <p:attrNameLst>
                                          <p:attrName>ppt_w</p:attrName>
                                        </p:attrNameLst>
                                      </p:cBhvr>
                                      <p:tavLst>
                                        <p:tav tm="0">
                                          <p:val>
                                            <p:strVal val="0"/>
                                          </p:val>
                                        </p:tav>
                                        <p:tav tm="100000">
                                          <p:val>
                                            <p:strVal val="#ppt_w"/>
                                          </p:val>
                                        </p:tav>
                                      </p:tavLst>
                                    </p:anim>
                                    <p:anim calcmode="lin" valueType="num">
                                      <p:cBhvr additive="base">
                                        <p:cTn id="156" dur="500"/>
                                        <p:tgtEl>
                                          <p:spTgt spid="542"/>
                                        </p:tgtEl>
                                        <p:attrNameLst>
                                          <p:attrName>ppt_h</p:attrName>
                                        </p:attrNameLst>
                                      </p:cBhvr>
                                      <p:tavLst>
                                        <p:tav tm="0">
                                          <p:val>
                                            <p:strVal val="0"/>
                                          </p:val>
                                        </p:tav>
                                        <p:tav tm="100000">
                                          <p:val>
                                            <p:strVal val="#ppt_h"/>
                                          </p:val>
                                        </p:tav>
                                      </p:tavLst>
                                    </p:anim>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569"/>
                                        </p:tgtEl>
                                        <p:attrNameLst>
                                          <p:attrName>style.visibility</p:attrName>
                                        </p:attrNameLst>
                                      </p:cBhvr>
                                      <p:to>
                                        <p:strVal val="visible"/>
                                      </p:to>
                                    </p:set>
                                  </p:childTnLst>
                                </p:cTn>
                              </p:par>
                              <p:par>
                                <p:cTn id="161" presetID="1" presetClass="exit" presetSubtype="0" fill="hold" nodeType="withEffect">
                                  <p:stCondLst>
                                    <p:cond delay="0"/>
                                  </p:stCondLst>
                                  <p:childTnLst>
                                    <p:set>
                                      <p:cBhvr>
                                        <p:cTn id="162" dur="1" fill="hold">
                                          <p:stCondLst>
                                            <p:cond delay="1"/>
                                          </p:stCondLst>
                                        </p:cTn>
                                        <p:tgtEl>
                                          <p:spTgt spid="5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12"/>
          <p:cNvSpPr txBox="1">
            <a:spLocks noGrp="1"/>
          </p:cNvSpPr>
          <p:nvPr>
            <p:ph type="title"/>
          </p:nvPr>
        </p:nvSpPr>
        <p:spPr>
          <a:xfrm>
            <a:off x="715448" y="53975"/>
            <a:ext cx="77114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Enviar una matriz como Parámetro</a:t>
            </a:r>
            <a:endParaRPr/>
          </a:p>
        </p:txBody>
      </p:sp>
      <p:sp>
        <p:nvSpPr>
          <p:cNvPr id="577" name="Google Shape;577;p12"/>
          <p:cNvSpPr/>
          <p:nvPr/>
        </p:nvSpPr>
        <p:spPr>
          <a:xfrm>
            <a:off x="755576" y="2603694"/>
            <a:ext cx="5112568" cy="2438150"/>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78" name="Google Shape;578;p12"/>
          <p:cNvSpPr/>
          <p:nvPr/>
        </p:nvSpPr>
        <p:spPr>
          <a:xfrm>
            <a:off x="980728" y="2580778"/>
            <a:ext cx="4887416" cy="23582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int[ ] </a:t>
            </a:r>
            <a:r>
              <a:rPr lang="es-ES" sz="1800" b="1">
                <a:solidFill>
                  <a:schemeClr val="dk1"/>
                </a:solidFill>
                <a:latin typeface="Arial"/>
                <a:ea typeface="Arial"/>
                <a:cs typeface="Arial"/>
                <a:sym typeface="Arial"/>
              </a:rPr>
              <a:t>temp</a:t>
            </a:r>
            <a:r>
              <a:rPr lang="es-ES" sz="1800">
                <a:solidFill>
                  <a:schemeClr val="dk1"/>
                </a:solidFill>
                <a:latin typeface="Arial"/>
                <a:ea typeface="Arial"/>
                <a:cs typeface="Arial"/>
                <a:sym typeface="Arial"/>
              </a:rPr>
              <a:t>   = </a:t>
            </a:r>
            <a:r>
              <a:rPr lang="es-ES" sz="1800">
                <a:solidFill>
                  <a:srgbClr val="00B050"/>
                </a:solidFill>
                <a:latin typeface="Arial"/>
                <a:ea typeface="Arial"/>
                <a:cs typeface="Arial"/>
                <a:sym typeface="Arial"/>
              </a:rPr>
              <a:t>{ 23, 25, 27, 16, 24, 23, 20 }</a:t>
            </a:r>
            <a:r>
              <a:rPr lang="es-E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s-ES" sz="1800">
                <a:solidFill>
                  <a:srgbClr val="FF0000"/>
                </a:solidFill>
                <a:latin typeface="Arial"/>
                <a:ea typeface="Arial"/>
                <a:cs typeface="Arial"/>
                <a:sym typeface="Arial"/>
              </a:rPr>
              <a:t>incrementar(</a:t>
            </a:r>
            <a:r>
              <a:rPr lang="es-ES" sz="1800" b="1">
                <a:solidFill>
                  <a:schemeClr val="dk1"/>
                </a:solidFill>
                <a:latin typeface="Arial"/>
                <a:ea typeface="Arial"/>
                <a:cs typeface="Arial"/>
                <a:sym typeface="Arial"/>
              </a:rPr>
              <a:t>temp</a:t>
            </a:r>
            <a:r>
              <a:rPr lang="es-ES" sz="1800">
                <a:solidFill>
                  <a:srgbClr val="FF0000"/>
                </a:solidFill>
                <a:latin typeface="Arial"/>
                <a:ea typeface="Arial"/>
                <a:cs typeface="Arial"/>
                <a:sym typeface="Arial"/>
              </a:rPr>
              <a:t>)</a:t>
            </a: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void</a:t>
            </a:r>
            <a:r>
              <a:rPr lang="es-ES" sz="1800">
                <a:solidFill>
                  <a:schemeClr val="dk1"/>
                </a:solidFill>
                <a:latin typeface="Arial"/>
                <a:ea typeface="Arial"/>
                <a:cs typeface="Arial"/>
                <a:sym typeface="Arial"/>
              </a:rPr>
              <a:t> </a:t>
            </a:r>
            <a:r>
              <a:rPr lang="es-ES" sz="1800">
                <a:solidFill>
                  <a:srgbClr val="FF0000"/>
                </a:solidFill>
                <a:latin typeface="Arial"/>
                <a:ea typeface="Arial"/>
                <a:cs typeface="Arial"/>
                <a:sym typeface="Arial"/>
              </a:rPr>
              <a:t>incrementar(</a:t>
            </a:r>
            <a:r>
              <a:rPr lang="es-ES" sz="1800">
                <a:solidFill>
                  <a:srgbClr val="0A0AFE"/>
                </a:solidFill>
                <a:latin typeface="Arial"/>
                <a:ea typeface="Arial"/>
                <a:cs typeface="Arial"/>
                <a:sym typeface="Arial"/>
              </a:rPr>
              <a:t>int[]</a:t>
            </a:r>
            <a:r>
              <a:rPr lang="es-ES" sz="1800">
                <a:solidFill>
                  <a:schemeClr val="dk1"/>
                </a:solidFill>
                <a:latin typeface="Arial"/>
                <a:ea typeface="Arial"/>
                <a:cs typeface="Arial"/>
                <a:sym typeface="Arial"/>
              </a:rPr>
              <a:t> </a:t>
            </a:r>
            <a:r>
              <a:rPr lang="es-ES" sz="1800" b="1">
                <a:solidFill>
                  <a:schemeClr val="dk1"/>
                </a:solidFill>
                <a:latin typeface="Arial"/>
                <a:ea typeface="Arial"/>
                <a:cs typeface="Arial"/>
                <a:sym typeface="Arial"/>
              </a:rPr>
              <a:t>temp2</a:t>
            </a:r>
            <a:r>
              <a:rPr lang="es-ES" sz="1800">
                <a:solidFill>
                  <a:srgbClr val="FF0000"/>
                </a:solidFill>
                <a:latin typeface="Arial"/>
                <a:ea typeface="Arial"/>
                <a:cs typeface="Arial"/>
                <a:sym typeface="Arial"/>
              </a:rPr>
              <a:t>)</a:t>
            </a:r>
            <a:r>
              <a:rPr lang="es-ES" sz="18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r>
              <a:rPr lang="es-ES" sz="1800">
                <a:solidFill>
                  <a:schemeClr val="dk1"/>
                </a:solidFill>
                <a:latin typeface="Arial"/>
                <a:ea typeface="Arial"/>
                <a:cs typeface="Arial"/>
                <a:sym typeface="Arial"/>
              </a:rPr>
              <a:t>        for(int </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 0; </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 &lt; </a:t>
            </a:r>
            <a:r>
              <a:rPr lang="es-ES" sz="1800" b="1">
                <a:solidFill>
                  <a:schemeClr val="dk1"/>
                </a:solidFill>
                <a:latin typeface="Arial"/>
                <a:ea typeface="Arial"/>
                <a:cs typeface="Arial"/>
                <a:sym typeface="Arial"/>
              </a:rPr>
              <a:t>temp2</a:t>
            </a:r>
            <a:r>
              <a:rPr lang="es-ES" sz="1800">
                <a:solidFill>
                  <a:schemeClr val="dk1"/>
                </a:solidFill>
                <a:latin typeface="Arial"/>
                <a:ea typeface="Arial"/>
                <a:cs typeface="Arial"/>
                <a:sym typeface="Arial"/>
              </a:rPr>
              <a:t>.</a:t>
            </a:r>
            <a:r>
              <a:rPr lang="es-ES" sz="1800">
                <a:solidFill>
                  <a:srgbClr val="00B050"/>
                </a:solidFill>
                <a:latin typeface="Arial"/>
                <a:ea typeface="Arial"/>
                <a:cs typeface="Arial"/>
                <a:sym typeface="Arial"/>
              </a:rPr>
              <a:t>length </a:t>
            </a:r>
            <a:r>
              <a:rPr lang="es-ES" sz="1800">
                <a:solidFill>
                  <a:schemeClr val="dk1"/>
                </a:solidFill>
                <a:latin typeface="Arial"/>
                <a:ea typeface="Arial"/>
                <a:cs typeface="Arial"/>
                <a:sym typeface="Arial"/>
              </a:rPr>
              <a:t>;</a:t>
            </a:r>
            <a:r>
              <a:rPr lang="es-ES" sz="1800">
                <a:solidFill>
                  <a:srgbClr val="E8890A"/>
                </a:solidFill>
                <a:latin typeface="Arial"/>
                <a:ea typeface="Arial"/>
                <a:cs typeface="Arial"/>
                <a:sym typeface="Arial"/>
              </a:rPr>
              <a:t> i</a:t>
            </a:r>
            <a:r>
              <a:rPr lang="es-E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	</a:t>
            </a:r>
            <a:r>
              <a:rPr lang="es-ES" sz="1800" b="1">
                <a:solidFill>
                  <a:schemeClr val="dk1"/>
                </a:solidFill>
                <a:latin typeface="Arial"/>
                <a:ea typeface="Arial"/>
                <a:cs typeface="Arial"/>
                <a:sym typeface="Arial"/>
              </a:rPr>
              <a:t>temp2</a:t>
            </a:r>
            <a:r>
              <a:rPr lang="es-ES" sz="1800">
                <a:solidFill>
                  <a:schemeClr val="dk1"/>
                </a:solidFill>
                <a:latin typeface="Arial"/>
                <a:ea typeface="Arial"/>
                <a:cs typeface="Arial"/>
                <a:sym typeface="Arial"/>
              </a:rPr>
              <a:t>[</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s-ES" sz="1800">
                <a:solidFill>
                  <a:schemeClr val="dk1"/>
                </a:solidFill>
                <a:latin typeface="Arial"/>
                <a:ea typeface="Arial"/>
                <a:cs typeface="Arial"/>
                <a:sym typeface="Arial"/>
              </a:rPr>
              <a:t>}</a:t>
            </a:r>
            <a:endParaRPr/>
          </a:p>
        </p:txBody>
      </p:sp>
      <p:sp>
        <p:nvSpPr>
          <p:cNvPr id="579" name="Google Shape;579;p12"/>
          <p:cNvSpPr txBox="1"/>
          <p:nvPr/>
        </p:nvSpPr>
        <p:spPr>
          <a:xfrm>
            <a:off x="72008" y="1484784"/>
            <a:ext cx="90364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Los arrays pueden ser enviados como parámetros de métodos.</a:t>
            </a:r>
            <a:endParaRPr sz="1600" b="1">
              <a:solidFill>
                <a:srgbClr val="FF0000"/>
              </a:solidFill>
              <a:latin typeface="Arial"/>
              <a:ea typeface="Arial"/>
              <a:cs typeface="Arial"/>
              <a:sym typeface="Arial"/>
            </a:endParaRPr>
          </a:p>
        </p:txBody>
      </p:sp>
      <p:cxnSp>
        <p:nvCxnSpPr>
          <p:cNvPr id="580" name="Google Shape;580;p12"/>
          <p:cNvCxnSpPr/>
          <p:nvPr/>
        </p:nvCxnSpPr>
        <p:spPr>
          <a:xfrm rot="10800000" flipH="1">
            <a:off x="4211960" y="3873842"/>
            <a:ext cx="3168352" cy="1"/>
          </a:xfrm>
          <a:prstGeom prst="straightConnector1">
            <a:avLst/>
          </a:prstGeom>
          <a:noFill/>
          <a:ln w="38100" cap="flat" cmpd="sng">
            <a:solidFill>
              <a:schemeClr val="accent2"/>
            </a:solidFill>
            <a:prstDash val="solid"/>
            <a:round/>
            <a:headEnd type="none" w="sm" len="sm"/>
            <a:tailEnd type="stealth" w="med" len="med"/>
          </a:ln>
          <a:effectLst>
            <a:outerShdw blurRad="40000" dist="23000" dir="5400000" rotWithShape="0">
              <a:srgbClr val="000000">
                <a:alpha val="34901"/>
              </a:srgbClr>
            </a:outerShdw>
          </a:effectLst>
        </p:spPr>
      </p:cxnSp>
      <p:cxnSp>
        <p:nvCxnSpPr>
          <p:cNvPr id="581" name="Google Shape;581;p12"/>
          <p:cNvCxnSpPr/>
          <p:nvPr/>
        </p:nvCxnSpPr>
        <p:spPr>
          <a:xfrm>
            <a:off x="5544168" y="3021458"/>
            <a:ext cx="1836144" cy="0"/>
          </a:xfrm>
          <a:prstGeom prst="straightConnector1">
            <a:avLst/>
          </a:prstGeom>
          <a:noFill/>
          <a:ln w="38100" cap="flat" cmpd="sng">
            <a:solidFill>
              <a:schemeClr val="accent2"/>
            </a:solidFill>
            <a:prstDash val="solid"/>
            <a:round/>
            <a:headEnd type="none" w="sm" len="sm"/>
            <a:tailEnd type="stealth" w="med" len="med"/>
          </a:ln>
          <a:effectLst>
            <a:outerShdw blurRad="40000" dist="23000" dir="5400000" rotWithShape="0">
              <a:srgbClr val="000000">
                <a:alpha val="34901"/>
              </a:srgbClr>
            </a:outerShdw>
          </a:effectLst>
        </p:spPr>
      </p:cxnSp>
      <p:cxnSp>
        <p:nvCxnSpPr>
          <p:cNvPr id="582" name="Google Shape;582;p12"/>
          <p:cNvCxnSpPr/>
          <p:nvPr/>
        </p:nvCxnSpPr>
        <p:spPr>
          <a:xfrm>
            <a:off x="2699792" y="3459147"/>
            <a:ext cx="724644" cy="300736"/>
          </a:xfrm>
          <a:prstGeom prst="straightConnector1">
            <a:avLst/>
          </a:prstGeom>
          <a:solidFill>
            <a:schemeClr val="accent1"/>
          </a:solidFill>
          <a:ln w="28575" cap="flat" cmpd="sng">
            <a:solidFill>
              <a:srgbClr val="FF0000"/>
            </a:solidFill>
            <a:prstDash val="solid"/>
            <a:round/>
            <a:headEnd type="none" w="sm" len="sm"/>
            <a:tailEnd type="stealth" w="med" len="med"/>
          </a:ln>
        </p:spPr>
      </p:cxnSp>
      <p:grpSp>
        <p:nvGrpSpPr>
          <p:cNvPr id="583" name="Google Shape;583;p12"/>
          <p:cNvGrpSpPr/>
          <p:nvPr/>
        </p:nvGrpSpPr>
        <p:grpSpPr>
          <a:xfrm>
            <a:off x="7524328" y="2711062"/>
            <a:ext cx="672604" cy="2119308"/>
            <a:chOff x="5376788" y="1868492"/>
            <a:chExt cx="672604" cy="2119308"/>
          </a:xfrm>
        </p:grpSpPr>
        <p:sp>
          <p:nvSpPr>
            <p:cNvPr id="584" name="Google Shape;584;p12"/>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85" name="Google Shape;585;p12"/>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86" name="Google Shape;586;p12"/>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87" name="Google Shape;587;p12"/>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88" name="Google Shape;588;p12"/>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89" name="Google Shape;589;p12"/>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90" name="Google Shape;590;p12"/>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591" name="Google Shape;591;p12"/>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592" name="Google Shape;592;p12"/>
          <p:cNvGrpSpPr/>
          <p:nvPr/>
        </p:nvGrpSpPr>
        <p:grpSpPr>
          <a:xfrm>
            <a:off x="7648798" y="2762853"/>
            <a:ext cx="423664" cy="2062554"/>
            <a:chOff x="8287108" y="3568794"/>
            <a:chExt cx="423664" cy="2062554"/>
          </a:xfrm>
        </p:grpSpPr>
        <p:sp>
          <p:nvSpPr>
            <p:cNvPr id="593" name="Google Shape;593;p12"/>
            <p:cNvSpPr txBox="1"/>
            <p:nvPr/>
          </p:nvSpPr>
          <p:spPr>
            <a:xfrm>
              <a:off x="8287108" y="3568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594" name="Google Shape;594;p12"/>
            <p:cNvSpPr txBox="1"/>
            <p:nvPr/>
          </p:nvSpPr>
          <p:spPr>
            <a:xfrm>
              <a:off x="8287108" y="38568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595" name="Google Shape;595;p12"/>
            <p:cNvSpPr txBox="1"/>
            <p:nvPr/>
          </p:nvSpPr>
          <p:spPr>
            <a:xfrm>
              <a:off x="8287108" y="414066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596" name="Google Shape;596;p12"/>
            <p:cNvSpPr txBox="1"/>
            <p:nvPr/>
          </p:nvSpPr>
          <p:spPr>
            <a:xfrm>
              <a:off x="8287108" y="443289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sp>
          <p:nvSpPr>
            <p:cNvPr id="597" name="Google Shape;597;p12"/>
            <p:cNvSpPr txBox="1"/>
            <p:nvPr/>
          </p:nvSpPr>
          <p:spPr>
            <a:xfrm>
              <a:off x="8287108" y="472092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598" name="Google Shape;598;p12"/>
            <p:cNvSpPr txBox="1"/>
            <p:nvPr/>
          </p:nvSpPr>
          <p:spPr>
            <a:xfrm>
              <a:off x="8287108" y="500476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599" name="Google Shape;599;p12"/>
            <p:cNvSpPr txBox="1"/>
            <p:nvPr/>
          </p:nvSpPr>
          <p:spPr>
            <a:xfrm>
              <a:off x="8287108" y="5292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grpSp>
      <p:grpSp>
        <p:nvGrpSpPr>
          <p:cNvPr id="600" name="Google Shape;600;p12"/>
          <p:cNvGrpSpPr/>
          <p:nvPr/>
        </p:nvGrpSpPr>
        <p:grpSpPr>
          <a:xfrm>
            <a:off x="8196935" y="2791508"/>
            <a:ext cx="423664" cy="2062554"/>
            <a:chOff x="8287108" y="3568794"/>
            <a:chExt cx="423664" cy="2062554"/>
          </a:xfrm>
        </p:grpSpPr>
        <p:sp>
          <p:nvSpPr>
            <p:cNvPr id="601" name="Google Shape;601;p12"/>
            <p:cNvSpPr txBox="1"/>
            <p:nvPr/>
          </p:nvSpPr>
          <p:spPr>
            <a:xfrm>
              <a:off x="8287108" y="3568794"/>
              <a:ext cx="4236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602" name="Google Shape;602;p12"/>
            <p:cNvSpPr txBox="1"/>
            <p:nvPr/>
          </p:nvSpPr>
          <p:spPr>
            <a:xfrm>
              <a:off x="8287108" y="38568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26</a:t>
              </a:r>
              <a:endParaRPr/>
            </a:p>
          </p:txBody>
        </p:sp>
        <p:sp>
          <p:nvSpPr>
            <p:cNvPr id="603" name="Google Shape;603;p12"/>
            <p:cNvSpPr txBox="1"/>
            <p:nvPr/>
          </p:nvSpPr>
          <p:spPr>
            <a:xfrm>
              <a:off x="8287108" y="414066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28</a:t>
              </a:r>
              <a:endParaRPr/>
            </a:p>
          </p:txBody>
        </p:sp>
        <p:sp>
          <p:nvSpPr>
            <p:cNvPr id="604" name="Google Shape;604;p12"/>
            <p:cNvSpPr txBox="1"/>
            <p:nvPr/>
          </p:nvSpPr>
          <p:spPr>
            <a:xfrm>
              <a:off x="8287108" y="443289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17</a:t>
              </a:r>
              <a:endParaRPr/>
            </a:p>
          </p:txBody>
        </p:sp>
        <p:sp>
          <p:nvSpPr>
            <p:cNvPr id="605" name="Google Shape;605;p12"/>
            <p:cNvSpPr txBox="1"/>
            <p:nvPr/>
          </p:nvSpPr>
          <p:spPr>
            <a:xfrm>
              <a:off x="8287108" y="472092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606" name="Google Shape;606;p12"/>
            <p:cNvSpPr txBox="1"/>
            <p:nvPr/>
          </p:nvSpPr>
          <p:spPr>
            <a:xfrm>
              <a:off x="8287108" y="500476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607" name="Google Shape;607;p12"/>
            <p:cNvSpPr txBox="1"/>
            <p:nvPr/>
          </p:nvSpPr>
          <p:spPr>
            <a:xfrm>
              <a:off x="8287108" y="5292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21</a:t>
              </a:r>
              <a:endParaRPr/>
            </a:p>
          </p:txBody>
        </p:sp>
      </p:grpSp>
      <p:sp>
        <p:nvSpPr>
          <p:cNvPr id="608" name="Google Shape;608;p12"/>
          <p:cNvSpPr txBox="1"/>
          <p:nvPr/>
        </p:nvSpPr>
        <p:spPr>
          <a:xfrm>
            <a:off x="2972358" y="620688"/>
            <a:ext cx="28418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(Modificándola)</a:t>
            </a:r>
            <a:endParaRPr sz="1600" b="1">
              <a:solidFill>
                <a:srgbClr val="FF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anim calcmode="lin" valueType="num">
                                      <p:cBhvr additive="base">
                                        <p:cTn id="7" dur="500"/>
                                        <p:tgtEl>
                                          <p:spTgt spid="579"/>
                                        </p:tgtEl>
                                        <p:attrNameLst>
                                          <p:attrName>ppt_w</p:attrName>
                                        </p:attrNameLst>
                                      </p:cBhvr>
                                      <p:tavLst>
                                        <p:tav tm="0">
                                          <p:val>
                                            <p:strVal val="0"/>
                                          </p:val>
                                        </p:tav>
                                        <p:tav tm="100000">
                                          <p:val>
                                            <p:strVal val="#ppt_w"/>
                                          </p:val>
                                        </p:tav>
                                      </p:tavLst>
                                    </p:anim>
                                    <p:anim calcmode="lin" valueType="num">
                                      <p:cBhvr additive="base">
                                        <p:cTn id="8" dur="500"/>
                                        <p:tgtEl>
                                          <p:spTgt spid="57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77"/>
                                        </p:tgtEl>
                                        <p:attrNameLst>
                                          <p:attrName>style.visibility</p:attrName>
                                        </p:attrNameLst>
                                      </p:cBhvr>
                                      <p:to>
                                        <p:strVal val="visible"/>
                                      </p:to>
                                    </p:set>
                                    <p:animEffect transition="in" filter="fade">
                                      <p:cBhvr>
                                        <p:cTn id="13" dur="500"/>
                                        <p:tgtEl>
                                          <p:spTgt spid="57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78">
                                            <p:txEl>
                                              <p:pRg st="0" end="0"/>
                                            </p:txEl>
                                          </p:spTgt>
                                        </p:tgtEl>
                                        <p:attrNameLst>
                                          <p:attrName>style.visibility</p:attrName>
                                        </p:attrNameLst>
                                      </p:cBhvr>
                                      <p:to>
                                        <p:strVal val="visible"/>
                                      </p:to>
                                    </p:set>
                                    <p:anim calcmode="lin" valueType="num">
                                      <p:cBhvr additive="base">
                                        <p:cTn id="18" dur="500"/>
                                        <p:tgtEl>
                                          <p:spTgt spid="578">
                                            <p:txEl>
                                              <p:pRg st="0" end="0"/>
                                            </p:txEl>
                                          </p:spTgt>
                                        </p:tgtEl>
                                        <p:attrNameLst>
                                          <p:attrName>ppt_w</p:attrName>
                                        </p:attrNameLst>
                                      </p:cBhvr>
                                      <p:tavLst>
                                        <p:tav tm="0">
                                          <p:val>
                                            <p:strVal val="0"/>
                                          </p:val>
                                        </p:tav>
                                        <p:tav tm="100000">
                                          <p:val>
                                            <p:strVal val="#ppt_w"/>
                                          </p:val>
                                        </p:tav>
                                      </p:tavLst>
                                    </p:anim>
                                    <p:anim calcmode="lin" valueType="num">
                                      <p:cBhvr additive="base">
                                        <p:cTn id="19" dur="500"/>
                                        <p:tgtEl>
                                          <p:spTgt spid="578">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578">
                                            <p:txEl>
                                              <p:pRg st="1" end="1"/>
                                            </p:txEl>
                                          </p:spTgt>
                                        </p:tgtEl>
                                        <p:attrNameLst>
                                          <p:attrName>style.visibility</p:attrName>
                                        </p:attrNameLst>
                                      </p:cBhvr>
                                      <p:to>
                                        <p:strVal val="visible"/>
                                      </p:to>
                                    </p:set>
                                    <p:anim calcmode="lin" valueType="num">
                                      <p:cBhvr additive="base">
                                        <p:cTn id="24" dur="500"/>
                                        <p:tgtEl>
                                          <p:spTgt spid="578">
                                            <p:txEl>
                                              <p:pRg st="1" end="1"/>
                                            </p:txEl>
                                          </p:spTgt>
                                        </p:tgtEl>
                                        <p:attrNameLst>
                                          <p:attrName>ppt_w</p:attrName>
                                        </p:attrNameLst>
                                      </p:cBhvr>
                                      <p:tavLst>
                                        <p:tav tm="0">
                                          <p:val>
                                            <p:strVal val="0"/>
                                          </p:val>
                                        </p:tav>
                                        <p:tav tm="100000">
                                          <p:val>
                                            <p:strVal val="#ppt_w"/>
                                          </p:val>
                                        </p:tav>
                                      </p:tavLst>
                                    </p:anim>
                                    <p:anim calcmode="lin" valueType="num">
                                      <p:cBhvr additive="base">
                                        <p:cTn id="25" dur="500"/>
                                        <p:tgtEl>
                                          <p:spTgt spid="578">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578">
                                            <p:txEl>
                                              <p:pRg st="2" end="2"/>
                                            </p:txEl>
                                          </p:spTgt>
                                        </p:tgtEl>
                                        <p:attrNameLst>
                                          <p:attrName>style.visibility</p:attrName>
                                        </p:attrNameLst>
                                      </p:cBhvr>
                                      <p:to>
                                        <p:strVal val="visible"/>
                                      </p:to>
                                    </p:set>
                                    <p:anim calcmode="lin" valueType="num">
                                      <p:cBhvr additive="base">
                                        <p:cTn id="30" dur="500"/>
                                        <p:tgtEl>
                                          <p:spTgt spid="578">
                                            <p:txEl>
                                              <p:pRg st="2" end="2"/>
                                            </p:txEl>
                                          </p:spTgt>
                                        </p:tgtEl>
                                        <p:attrNameLst>
                                          <p:attrName>ppt_w</p:attrName>
                                        </p:attrNameLst>
                                      </p:cBhvr>
                                      <p:tavLst>
                                        <p:tav tm="0">
                                          <p:val>
                                            <p:strVal val="0"/>
                                          </p:val>
                                        </p:tav>
                                        <p:tav tm="100000">
                                          <p:val>
                                            <p:strVal val="#ppt_w"/>
                                          </p:val>
                                        </p:tav>
                                      </p:tavLst>
                                    </p:anim>
                                    <p:anim calcmode="lin" valueType="num">
                                      <p:cBhvr additive="base">
                                        <p:cTn id="31" dur="500"/>
                                        <p:tgtEl>
                                          <p:spTgt spid="578">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578">
                                            <p:txEl>
                                              <p:pRg st="3" end="3"/>
                                            </p:txEl>
                                          </p:spTgt>
                                        </p:tgtEl>
                                        <p:attrNameLst>
                                          <p:attrName>style.visibility</p:attrName>
                                        </p:attrNameLst>
                                      </p:cBhvr>
                                      <p:to>
                                        <p:strVal val="visible"/>
                                      </p:to>
                                    </p:set>
                                    <p:anim calcmode="lin" valueType="num">
                                      <p:cBhvr additive="base">
                                        <p:cTn id="36" dur="500"/>
                                        <p:tgtEl>
                                          <p:spTgt spid="578">
                                            <p:txEl>
                                              <p:pRg st="3" end="3"/>
                                            </p:txEl>
                                          </p:spTgt>
                                        </p:tgtEl>
                                        <p:attrNameLst>
                                          <p:attrName>ppt_w</p:attrName>
                                        </p:attrNameLst>
                                      </p:cBhvr>
                                      <p:tavLst>
                                        <p:tav tm="0">
                                          <p:val>
                                            <p:strVal val="0"/>
                                          </p:val>
                                        </p:tav>
                                        <p:tav tm="100000">
                                          <p:val>
                                            <p:strVal val="#ppt_w"/>
                                          </p:val>
                                        </p:tav>
                                      </p:tavLst>
                                    </p:anim>
                                    <p:anim calcmode="lin" valueType="num">
                                      <p:cBhvr additive="base">
                                        <p:cTn id="37" dur="500"/>
                                        <p:tgtEl>
                                          <p:spTgt spid="578">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578">
                                            <p:txEl>
                                              <p:pRg st="4" end="4"/>
                                            </p:txEl>
                                          </p:spTgt>
                                        </p:tgtEl>
                                        <p:attrNameLst>
                                          <p:attrName>style.visibility</p:attrName>
                                        </p:attrNameLst>
                                      </p:cBhvr>
                                      <p:to>
                                        <p:strVal val="visible"/>
                                      </p:to>
                                    </p:set>
                                    <p:anim calcmode="lin" valueType="num">
                                      <p:cBhvr additive="base">
                                        <p:cTn id="42" dur="500"/>
                                        <p:tgtEl>
                                          <p:spTgt spid="578">
                                            <p:txEl>
                                              <p:pRg st="4" end="4"/>
                                            </p:txEl>
                                          </p:spTgt>
                                        </p:tgtEl>
                                        <p:attrNameLst>
                                          <p:attrName>ppt_w</p:attrName>
                                        </p:attrNameLst>
                                      </p:cBhvr>
                                      <p:tavLst>
                                        <p:tav tm="0">
                                          <p:val>
                                            <p:strVal val="0"/>
                                          </p:val>
                                        </p:tav>
                                        <p:tav tm="100000">
                                          <p:val>
                                            <p:strVal val="#ppt_w"/>
                                          </p:val>
                                        </p:tav>
                                      </p:tavLst>
                                    </p:anim>
                                    <p:anim calcmode="lin" valueType="num">
                                      <p:cBhvr additive="base">
                                        <p:cTn id="43" dur="500"/>
                                        <p:tgtEl>
                                          <p:spTgt spid="578">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578">
                                            <p:txEl>
                                              <p:pRg st="5" end="5"/>
                                            </p:txEl>
                                          </p:spTgt>
                                        </p:tgtEl>
                                        <p:attrNameLst>
                                          <p:attrName>style.visibility</p:attrName>
                                        </p:attrNameLst>
                                      </p:cBhvr>
                                      <p:to>
                                        <p:strVal val="visible"/>
                                      </p:to>
                                    </p:set>
                                    <p:anim calcmode="lin" valueType="num">
                                      <p:cBhvr additive="base">
                                        <p:cTn id="48" dur="500"/>
                                        <p:tgtEl>
                                          <p:spTgt spid="578">
                                            <p:txEl>
                                              <p:pRg st="5" end="5"/>
                                            </p:txEl>
                                          </p:spTgt>
                                        </p:tgtEl>
                                        <p:attrNameLst>
                                          <p:attrName>ppt_w</p:attrName>
                                        </p:attrNameLst>
                                      </p:cBhvr>
                                      <p:tavLst>
                                        <p:tav tm="0">
                                          <p:val>
                                            <p:strVal val="0"/>
                                          </p:val>
                                        </p:tav>
                                        <p:tav tm="100000">
                                          <p:val>
                                            <p:strVal val="#ppt_w"/>
                                          </p:val>
                                        </p:tav>
                                      </p:tavLst>
                                    </p:anim>
                                    <p:anim calcmode="lin" valueType="num">
                                      <p:cBhvr additive="base">
                                        <p:cTn id="49" dur="500"/>
                                        <p:tgtEl>
                                          <p:spTgt spid="578">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578">
                                            <p:txEl>
                                              <p:pRg st="6" end="6"/>
                                            </p:txEl>
                                          </p:spTgt>
                                        </p:tgtEl>
                                        <p:attrNameLst>
                                          <p:attrName>style.visibility</p:attrName>
                                        </p:attrNameLst>
                                      </p:cBhvr>
                                      <p:to>
                                        <p:strVal val="visible"/>
                                      </p:to>
                                    </p:set>
                                    <p:anim calcmode="lin" valueType="num">
                                      <p:cBhvr additive="base">
                                        <p:cTn id="54" dur="500"/>
                                        <p:tgtEl>
                                          <p:spTgt spid="578">
                                            <p:txEl>
                                              <p:pRg st="6" end="6"/>
                                            </p:txEl>
                                          </p:spTgt>
                                        </p:tgtEl>
                                        <p:attrNameLst>
                                          <p:attrName>ppt_w</p:attrName>
                                        </p:attrNameLst>
                                      </p:cBhvr>
                                      <p:tavLst>
                                        <p:tav tm="0">
                                          <p:val>
                                            <p:strVal val="0"/>
                                          </p:val>
                                        </p:tav>
                                        <p:tav tm="100000">
                                          <p:val>
                                            <p:strVal val="#ppt_w"/>
                                          </p:val>
                                        </p:tav>
                                      </p:tavLst>
                                    </p:anim>
                                    <p:anim calcmode="lin" valueType="num">
                                      <p:cBhvr additive="base">
                                        <p:cTn id="55" dur="500"/>
                                        <p:tgtEl>
                                          <p:spTgt spid="578">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nodeType="clickEffect">
                                  <p:stCondLst>
                                    <p:cond delay="0"/>
                                  </p:stCondLst>
                                  <p:childTnLst>
                                    <p:set>
                                      <p:cBhvr>
                                        <p:cTn id="59" dur="1" fill="hold">
                                          <p:stCondLst>
                                            <p:cond delay="0"/>
                                          </p:stCondLst>
                                        </p:cTn>
                                        <p:tgtEl>
                                          <p:spTgt spid="578">
                                            <p:txEl>
                                              <p:pRg st="7" end="7"/>
                                            </p:txEl>
                                          </p:spTgt>
                                        </p:tgtEl>
                                        <p:attrNameLst>
                                          <p:attrName>style.visibility</p:attrName>
                                        </p:attrNameLst>
                                      </p:cBhvr>
                                      <p:to>
                                        <p:strVal val="visible"/>
                                      </p:to>
                                    </p:set>
                                    <p:anim calcmode="lin" valueType="num">
                                      <p:cBhvr additive="base">
                                        <p:cTn id="60" dur="500"/>
                                        <p:tgtEl>
                                          <p:spTgt spid="578">
                                            <p:txEl>
                                              <p:pRg st="7" end="7"/>
                                            </p:txEl>
                                          </p:spTgt>
                                        </p:tgtEl>
                                        <p:attrNameLst>
                                          <p:attrName>ppt_w</p:attrName>
                                        </p:attrNameLst>
                                      </p:cBhvr>
                                      <p:tavLst>
                                        <p:tav tm="0">
                                          <p:val>
                                            <p:strVal val="0"/>
                                          </p:val>
                                        </p:tav>
                                        <p:tav tm="100000">
                                          <p:val>
                                            <p:strVal val="#ppt_w"/>
                                          </p:val>
                                        </p:tav>
                                      </p:tavLst>
                                    </p:anim>
                                    <p:anim calcmode="lin" valueType="num">
                                      <p:cBhvr additive="base">
                                        <p:cTn id="61" dur="500"/>
                                        <p:tgtEl>
                                          <p:spTgt spid="578">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81"/>
                                        </p:tgtEl>
                                        <p:attrNameLst>
                                          <p:attrName>style.visibility</p:attrName>
                                        </p:attrNameLst>
                                      </p:cBhvr>
                                      <p:to>
                                        <p:strVal val="visible"/>
                                      </p:to>
                                    </p:set>
                                    <p:animEffect transition="in" filter="fade">
                                      <p:cBhvr>
                                        <p:cTn id="66" dur="500"/>
                                        <p:tgtEl>
                                          <p:spTgt spid="581"/>
                                        </p:tgtEl>
                                      </p:cBhvr>
                                    </p:animEffect>
                                  </p:childTnLst>
                                </p:cTn>
                              </p:par>
                            </p:childTnLst>
                          </p:cTn>
                        </p:par>
                        <p:par>
                          <p:cTn id="67" fill="hold">
                            <p:stCondLst>
                              <p:cond delay="500"/>
                            </p:stCondLst>
                            <p:childTnLst>
                              <p:par>
                                <p:cTn id="68" presetID="1" presetClass="entr" presetSubtype="0" fill="hold" nodeType="afterEffect">
                                  <p:stCondLst>
                                    <p:cond delay="0"/>
                                  </p:stCondLst>
                                  <p:childTnLst>
                                    <p:set>
                                      <p:cBhvr>
                                        <p:cTn id="69" dur="1" fill="hold">
                                          <p:stCondLst>
                                            <p:cond delay="0"/>
                                          </p:stCondLst>
                                        </p:cTn>
                                        <p:tgtEl>
                                          <p:spTgt spid="583"/>
                                        </p:tgtEl>
                                        <p:attrNameLst>
                                          <p:attrName>style.visibility</p:attrName>
                                        </p:attrNameLst>
                                      </p:cBhvr>
                                      <p:to>
                                        <p:strVal val="visible"/>
                                      </p:to>
                                    </p:set>
                                  </p:childTnLst>
                                </p:cTn>
                              </p:par>
                              <p:par>
                                <p:cTn id="70" presetID="23" presetClass="entr" presetSubtype="16" fill="hold" nodeType="withEffect">
                                  <p:stCondLst>
                                    <p:cond delay="0"/>
                                  </p:stCondLst>
                                  <p:childTnLst>
                                    <p:set>
                                      <p:cBhvr>
                                        <p:cTn id="71" dur="1" fill="hold">
                                          <p:stCondLst>
                                            <p:cond delay="0"/>
                                          </p:stCondLst>
                                        </p:cTn>
                                        <p:tgtEl>
                                          <p:spTgt spid="592"/>
                                        </p:tgtEl>
                                        <p:attrNameLst>
                                          <p:attrName>style.visibility</p:attrName>
                                        </p:attrNameLst>
                                      </p:cBhvr>
                                      <p:to>
                                        <p:strVal val="visible"/>
                                      </p:to>
                                    </p:set>
                                    <p:anim calcmode="lin" valueType="num">
                                      <p:cBhvr additive="base">
                                        <p:cTn id="72" dur="500"/>
                                        <p:tgtEl>
                                          <p:spTgt spid="592"/>
                                        </p:tgtEl>
                                        <p:attrNameLst>
                                          <p:attrName>ppt_w</p:attrName>
                                        </p:attrNameLst>
                                      </p:cBhvr>
                                      <p:tavLst>
                                        <p:tav tm="0">
                                          <p:val>
                                            <p:strVal val="0"/>
                                          </p:val>
                                        </p:tav>
                                        <p:tav tm="100000">
                                          <p:val>
                                            <p:strVal val="#ppt_w"/>
                                          </p:val>
                                        </p:tav>
                                      </p:tavLst>
                                    </p:anim>
                                    <p:anim calcmode="lin" valueType="num">
                                      <p:cBhvr additive="base">
                                        <p:cTn id="73" dur="500"/>
                                        <p:tgtEl>
                                          <p:spTgt spid="592"/>
                                        </p:tgtEl>
                                        <p:attrNameLst>
                                          <p:attrName>ppt_h</p:attrName>
                                        </p:attrNameLst>
                                      </p:cBhvr>
                                      <p:tavLst>
                                        <p:tav tm="0">
                                          <p:val>
                                            <p:strVal val="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82"/>
                                        </p:tgtEl>
                                        <p:attrNameLst>
                                          <p:attrName>style.visibility</p:attrName>
                                        </p:attrNameLst>
                                      </p:cBhvr>
                                      <p:to>
                                        <p:strVal val="visible"/>
                                      </p:to>
                                    </p:set>
                                    <p:animEffect transition="in" filter="fade">
                                      <p:cBhvr>
                                        <p:cTn id="78" dur="500"/>
                                        <p:tgtEl>
                                          <p:spTgt spid="58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580"/>
                                        </p:tgtEl>
                                        <p:attrNameLst>
                                          <p:attrName>style.visibility</p:attrName>
                                        </p:attrNameLst>
                                      </p:cBhvr>
                                      <p:to>
                                        <p:strVal val="visible"/>
                                      </p:to>
                                    </p:set>
                                    <p:animEffect transition="in" filter="fade">
                                      <p:cBhvr>
                                        <p:cTn id="83" dur="500"/>
                                        <p:tgtEl>
                                          <p:spTgt spid="580"/>
                                        </p:tgtEl>
                                      </p:cBhvr>
                                    </p:animEffect>
                                  </p:childTnLst>
                                </p:cTn>
                              </p:par>
                            </p:childTnLst>
                          </p:cTn>
                        </p:par>
                      </p:childTnLst>
                    </p:cTn>
                  </p:par>
                  <p:par>
                    <p:cTn id="84" fill="hold">
                      <p:stCondLst>
                        <p:cond delay="indefinite"/>
                      </p:stCondLst>
                      <p:childTnLst>
                        <p:par>
                          <p:cTn id="85" fill="hold">
                            <p:stCondLst>
                              <p:cond delay="0"/>
                            </p:stCondLst>
                            <p:childTnLst>
                              <p:par>
                                <p:cTn id="86" presetID="23" presetClass="entr" presetSubtype="16" fill="hold" nodeType="clickEffect">
                                  <p:stCondLst>
                                    <p:cond delay="0"/>
                                  </p:stCondLst>
                                  <p:childTnLst>
                                    <p:set>
                                      <p:cBhvr>
                                        <p:cTn id="87" dur="1" fill="hold">
                                          <p:stCondLst>
                                            <p:cond delay="0"/>
                                          </p:stCondLst>
                                        </p:cTn>
                                        <p:tgtEl>
                                          <p:spTgt spid="600"/>
                                        </p:tgtEl>
                                        <p:attrNameLst>
                                          <p:attrName>style.visibility</p:attrName>
                                        </p:attrNameLst>
                                      </p:cBhvr>
                                      <p:to>
                                        <p:strVal val="visible"/>
                                      </p:to>
                                    </p:set>
                                    <p:anim calcmode="lin" valueType="num">
                                      <p:cBhvr additive="base">
                                        <p:cTn id="88" dur="500"/>
                                        <p:tgtEl>
                                          <p:spTgt spid="600"/>
                                        </p:tgtEl>
                                        <p:attrNameLst>
                                          <p:attrName>ppt_w</p:attrName>
                                        </p:attrNameLst>
                                      </p:cBhvr>
                                      <p:tavLst>
                                        <p:tav tm="0">
                                          <p:val>
                                            <p:strVal val="0"/>
                                          </p:val>
                                        </p:tav>
                                        <p:tav tm="100000">
                                          <p:val>
                                            <p:strVal val="#ppt_w"/>
                                          </p:val>
                                        </p:tav>
                                      </p:tavLst>
                                    </p:anim>
                                    <p:anim calcmode="lin" valueType="num">
                                      <p:cBhvr additive="base">
                                        <p:cTn id="89" dur="500"/>
                                        <p:tgtEl>
                                          <p:spTgt spid="600"/>
                                        </p:tgtEl>
                                        <p:attrNameLst>
                                          <p:attrName>ppt_h</p:attrName>
                                        </p:attrNameLst>
                                      </p:cBhvr>
                                      <p:tavLst>
                                        <p:tav tm="0">
                                          <p:val>
                                            <p:strVal val="0"/>
                                          </p:val>
                                        </p:tav>
                                        <p:tav tm="100000">
                                          <p:val>
                                            <p:strVal val="#ppt_h"/>
                                          </p:val>
                                        </p:tav>
                                      </p:tavLst>
                                    </p:anim>
                                  </p:childTnLst>
                                </p:cTn>
                              </p:par>
                              <p:par>
                                <p:cTn id="90" presetID="1" presetClass="exit" presetSubtype="0" fill="hold" nodeType="withEffect">
                                  <p:stCondLst>
                                    <p:cond delay="0"/>
                                  </p:stCondLst>
                                  <p:childTnLst>
                                    <p:set>
                                      <p:cBhvr>
                                        <p:cTn id="91" dur="1" fill="hold">
                                          <p:stCondLst>
                                            <p:cond delay="1"/>
                                          </p:stCondLst>
                                        </p:cTn>
                                        <p:tgtEl>
                                          <p:spTgt spid="5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3"/>
          <p:cNvSpPr/>
          <p:nvPr/>
        </p:nvSpPr>
        <p:spPr>
          <a:xfrm>
            <a:off x="755576" y="2301604"/>
            <a:ext cx="5112568" cy="3314753"/>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15" name="Google Shape;615;p13"/>
          <p:cNvSpPr/>
          <p:nvPr/>
        </p:nvSpPr>
        <p:spPr>
          <a:xfrm>
            <a:off x="971600" y="3374594"/>
            <a:ext cx="4449462" cy="2112409"/>
          </a:xfrm>
          <a:prstGeom prst="rect">
            <a:avLst/>
          </a:prstGeom>
          <a:solidFill>
            <a:srgbClr val="FFFF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616" name="Google Shape;616;p13"/>
          <p:cNvGrpSpPr/>
          <p:nvPr/>
        </p:nvGrpSpPr>
        <p:grpSpPr>
          <a:xfrm>
            <a:off x="5421062" y="3789040"/>
            <a:ext cx="2463306" cy="2119308"/>
            <a:chOff x="5421062" y="3789040"/>
            <a:chExt cx="2463306" cy="2119308"/>
          </a:xfrm>
        </p:grpSpPr>
        <p:grpSp>
          <p:nvGrpSpPr>
            <p:cNvPr id="617" name="Google Shape;617;p13"/>
            <p:cNvGrpSpPr/>
            <p:nvPr/>
          </p:nvGrpSpPr>
          <p:grpSpPr>
            <a:xfrm>
              <a:off x="7211764" y="3789040"/>
              <a:ext cx="672604" cy="2119308"/>
              <a:chOff x="5376788" y="1868492"/>
              <a:chExt cx="672604" cy="2119308"/>
            </a:xfrm>
          </p:grpSpPr>
          <p:sp>
            <p:nvSpPr>
              <p:cNvPr id="618" name="Google Shape;618;p13"/>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19" name="Google Shape;619;p13"/>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20" name="Google Shape;620;p13"/>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21" name="Google Shape;621;p13"/>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22" name="Google Shape;622;p13"/>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23" name="Google Shape;623;p13"/>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24" name="Google Shape;624;p13"/>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25" name="Google Shape;625;p13"/>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cxnSp>
          <p:nvCxnSpPr>
            <p:cNvPr id="626" name="Google Shape;626;p13"/>
            <p:cNvCxnSpPr/>
            <p:nvPr/>
          </p:nvCxnSpPr>
          <p:spPr>
            <a:xfrm rot="10800000" flipH="1">
              <a:off x="5421062" y="3976926"/>
              <a:ext cx="1527202" cy="4194"/>
            </a:xfrm>
            <a:prstGeom prst="straightConnector1">
              <a:avLst/>
            </a:prstGeom>
            <a:noFill/>
            <a:ln w="38100" cap="flat" cmpd="sng">
              <a:solidFill>
                <a:schemeClr val="accent2"/>
              </a:solidFill>
              <a:prstDash val="solid"/>
              <a:round/>
              <a:headEnd type="none" w="sm" len="sm"/>
              <a:tailEnd type="stealth" w="med" len="med"/>
            </a:ln>
            <a:effectLst>
              <a:outerShdw blurRad="40000" dist="23000" dir="5400000" rotWithShape="0">
                <a:srgbClr val="000000">
                  <a:alpha val="34901"/>
                </a:srgbClr>
              </a:outerShdw>
            </a:effectLst>
          </p:spPr>
        </p:cxnSp>
      </p:grpSp>
      <p:sp>
        <p:nvSpPr>
          <p:cNvPr id="627" name="Google Shape;627;p13"/>
          <p:cNvSpPr txBox="1">
            <a:spLocks noGrp="1"/>
          </p:cNvSpPr>
          <p:nvPr>
            <p:ph type="title"/>
          </p:nvPr>
        </p:nvSpPr>
        <p:spPr>
          <a:xfrm>
            <a:off x="715448" y="53975"/>
            <a:ext cx="77114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Enviar una matriz como Parámetro</a:t>
            </a:r>
            <a:endParaRPr/>
          </a:p>
        </p:txBody>
      </p:sp>
      <p:sp>
        <p:nvSpPr>
          <p:cNvPr id="628" name="Google Shape;628;p13"/>
          <p:cNvSpPr/>
          <p:nvPr/>
        </p:nvSpPr>
        <p:spPr>
          <a:xfrm>
            <a:off x="980728" y="2278689"/>
            <a:ext cx="4887416" cy="3208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int[ ] </a:t>
            </a:r>
            <a:r>
              <a:rPr lang="es-ES" sz="1800" b="1">
                <a:solidFill>
                  <a:schemeClr val="dk1"/>
                </a:solidFill>
                <a:latin typeface="Arial"/>
                <a:ea typeface="Arial"/>
                <a:cs typeface="Arial"/>
                <a:sym typeface="Arial"/>
              </a:rPr>
              <a:t>temp</a:t>
            </a:r>
            <a:r>
              <a:rPr lang="es-ES" sz="1800">
                <a:solidFill>
                  <a:schemeClr val="dk1"/>
                </a:solidFill>
                <a:latin typeface="Arial"/>
                <a:ea typeface="Arial"/>
                <a:cs typeface="Arial"/>
                <a:sym typeface="Arial"/>
              </a:rPr>
              <a:t>   = </a:t>
            </a:r>
            <a:r>
              <a:rPr lang="es-ES" sz="1800">
                <a:solidFill>
                  <a:srgbClr val="00B050"/>
                </a:solidFill>
                <a:latin typeface="Arial"/>
                <a:ea typeface="Arial"/>
                <a:cs typeface="Arial"/>
                <a:sym typeface="Arial"/>
              </a:rPr>
              <a:t>{ 23, 25, 27, 16, 24, 23, 20 }</a:t>
            </a:r>
            <a:r>
              <a:rPr lang="es-E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s-ES" sz="1800">
                <a:solidFill>
                  <a:srgbClr val="FF0000"/>
                </a:solidFill>
                <a:latin typeface="Arial"/>
                <a:ea typeface="Arial"/>
                <a:cs typeface="Arial"/>
                <a:sym typeface="Arial"/>
              </a:rPr>
              <a:t>                        incrementar(</a:t>
            </a:r>
            <a:r>
              <a:rPr lang="es-ES" sz="1800" b="1">
                <a:solidFill>
                  <a:schemeClr val="dk1"/>
                </a:solidFill>
                <a:latin typeface="Arial"/>
                <a:ea typeface="Arial"/>
                <a:cs typeface="Arial"/>
                <a:sym typeface="Arial"/>
              </a:rPr>
              <a:t>temp</a:t>
            </a:r>
            <a:r>
              <a:rPr lang="es-ES" sz="1800">
                <a:solidFill>
                  <a:srgbClr val="FF0000"/>
                </a:solidFill>
                <a:latin typeface="Arial"/>
                <a:ea typeface="Arial"/>
                <a:cs typeface="Arial"/>
                <a:sym typeface="Arial"/>
              </a:rPr>
              <a:t>)</a:t>
            </a: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        </a:t>
            </a:r>
            <a:r>
              <a:rPr lang="es-ES" sz="1800">
                <a:solidFill>
                  <a:srgbClr val="FF0000"/>
                </a:solidFill>
                <a:latin typeface="Arial"/>
                <a:ea typeface="Arial"/>
                <a:cs typeface="Arial"/>
                <a:sym typeface="Arial"/>
              </a:rPr>
              <a:t>incrementar(</a:t>
            </a:r>
            <a:r>
              <a:rPr lang="es-ES" sz="1800">
                <a:solidFill>
                  <a:srgbClr val="0A0AFE"/>
                </a:solidFill>
                <a:latin typeface="Arial"/>
                <a:ea typeface="Arial"/>
                <a:cs typeface="Arial"/>
                <a:sym typeface="Arial"/>
              </a:rPr>
              <a:t>int[]</a:t>
            </a:r>
            <a:r>
              <a:rPr lang="es-ES" sz="1800">
                <a:solidFill>
                  <a:schemeClr val="dk1"/>
                </a:solidFill>
                <a:latin typeface="Arial"/>
                <a:ea typeface="Arial"/>
                <a:cs typeface="Arial"/>
                <a:sym typeface="Arial"/>
              </a:rPr>
              <a:t> </a:t>
            </a:r>
            <a:r>
              <a:rPr lang="es-ES" sz="1800" b="1">
                <a:solidFill>
                  <a:schemeClr val="dk1"/>
                </a:solidFill>
                <a:latin typeface="Arial"/>
                <a:ea typeface="Arial"/>
                <a:cs typeface="Arial"/>
                <a:sym typeface="Arial"/>
              </a:rPr>
              <a:t>temp</a:t>
            </a:r>
            <a:r>
              <a:rPr lang="es-ES" sz="1800">
                <a:solidFill>
                  <a:srgbClr val="FF0000"/>
                </a:solidFill>
                <a:latin typeface="Arial"/>
                <a:ea typeface="Arial"/>
                <a:cs typeface="Arial"/>
                <a:sym typeface="Arial"/>
              </a:rPr>
              <a:t>)</a:t>
            </a:r>
            <a:r>
              <a:rPr lang="es-ES" sz="1800">
                <a:solidFill>
                  <a:schemeClr val="dk1"/>
                </a:solidFill>
                <a:latin typeface="Arial"/>
                <a:ea typeface="Arial"/>
                <a:cs typeface="Arial"/>
                <a:sym typeface="Arial"/>
              </a:rPr>
              <a:t> {</a:t>
            </a:r>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800">
                <a:solidFill>
                  <a:schemeClr val="dk1"/>
                </a:solidFill>
                <a:latin typeface="Arial"/>
                <a:ea typeface="Arial"/>
                <a:cs typeface="Arial"/>
                <a:sym typeface="Arial"/>
              </a:rPr>
              <a:t>        </a:t>
            </a:r>
            <a:r>
              <a:rPr lang="es-ES" sz="1800">
                <a:solidFill>
                  <a:schemeClr val="accent1"/>
                </a:solidFill>
                <a:latin typeface="Arial"/>
                <a:ea typeface="Arial"/>
                <a:cs typeface="Arial"/>
                <a:sym typeface="Arial"/>
              </a:rPr>
              <a:t>int[] </a:t>
            </a:r>
            <a:r>
              <a:rPr lang="es-ES" sz="1800" b="1">
                <a:solidFill>
                  <a:schemeClr val="dk1"/>
                </a:solidFill>
                <a:latin typeface="Arial"/>
                <a:ea typeface="Arial"/>
                <a:cs typeface="Arial"/>
                <a:sym typeface="Arial"/>
              </a:rPr>
              <a:t>copia = new </a:t>
            </a:r>
            <a:r>
              <a:rPr lang="es-ES" sz="1800">
                <a:solidFill>
                  <a:schemeClr val="accent1"/>
                </a:solidFill>
                <a:latin typeface="Arial"/>
                <a:ea typeface="Arial"/>
                <a:cs typeface="Arial"/>
                <a:sym typeface="Arial"/>
              </a:rPr>
              <a:t>int[</a:t>
            </a:r>
            <a:r>
              <a:rPr lang="es-ES" sz="1800" b="1">
                <a:solidFill>
                  <a:schemeClr val="dk1"/>
                </a:solidFill>
                <a:latin typeface="Arial"/>
                <a:ea typeface="Arial"/>
                <a:cs typeface="Arial"/>
                <a:sym typeface="Arial"/>
              </a:rPr>
              <a:t>temp</a:t>
            </a:r>
            <a:r>
              <a:rPr lang="es-ES" sz="1800">
                <a:solidFill>
                  <a:schemeClr val="dk1"/>
                </a:solidFill>
                <a:latin typeface="Arial"/>
                <a:ea typeface="Arial"/>
                <a:cs typeface="Arial"/>
                <a:sym typeface="Arial"/>
              </a:rPr>
              <a:t>.</a:t>
            </a:r>
            <a:r>
              <a:rPr lang="es-ES" sz="1800">
                <a:solidFill>
                  <a:srgbClr val="00B050"/>
                </a:solidFill>
                <a:latin typeface="Arial"/>
                <a:ea typeface="Arial"/>
                <a:cs typeface="Arial"/>
                <a:sym typeface="Arial"/>
              </a:rPr>
              <a:t>length </a:t>
            </a:r>
            <a:r>
              <a:rPr lang="es-ES" sz="1800">
                <a:solidFill>
                  <a:schemeClr val="accent1"/>
                </a:solidFill>
                <a:latin typeface="Arial"/>
                <a:ea typeface="Arial"/>
                <a:cs typeface="Arial"/>
                <a:sym typeface="Arial"/>
              </a:rPr>
              <a:t>] </a:t>
            </a:r>
            <a:r>
              <a:rPr lang="es-ES" sz="1800">
                <a:solidFill>
                  <a:schemeClr val="dk1"/>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800">
                <a:solidFill>
                  <a:schemeClr val="dk1"/>
                </a:solidFill>
                <a:latin typeface="Arial"/>
                <a:ea typeface="Arial"/>
                <a:cs typeface="Arial"/>
                <a:sym typeface="Arial"/>
              </a:rPr>
              <a:t>        for(int </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 0; </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 &lt; </a:t>
            </a:r>
            <a:r>
              <a:rPr lang="es-ES" sz="1800" b="1">
                <a:solidFill>
                  <a:schemeClr val="dk1"/>
                </a:solidFill>
                <a:latin typeface="Arial"/>
                <a:ea typeface="Arial"/>
                <a:cs typeface="Arial"/>
                <a:sym typeface="Arial"/>
              </a:rPr>
              <a:t>temp</a:t>
            </a:r>
            <a:r>
              <a:rPr lang="es-ES" sz="1800">
                <a:solidFill>
                  <a:schemeClr val="dk1"/>
                </a:solidFill>
                <a:latin typeface="Arial"/>
                <a:ea typeface="Arial"/>
                <a:cs typeface="Arial"/>
                <a:sym typeface="Arial"/>
              </a:rPr>
              <a:t>.</a:t>
            </a:r>
            <a:r>
              <a:rPr lang="es-ES" sz="1800">
                <a:solidFill>
                  <a:srgbClr val="00B050"/>
                </a:solidFill>
                <a:latin typeface="Arial"/>
                <a:ea typeface="Arial"/>
                <a:cs typeface="Arial"/>
                <a:sym typeface="Arial"/>
              </a:rPr>
              <a:t>length </a:t>
            </a:r>
            <a:r>
              <a:rPr lang="es-ES" sz="1800">
                <a:solidFill>
                  <a:schemeClr val="dk1"/>
                </a:solidFill>
                <a:latin typeface="Arial"/>
                <a:ea typeface="Arial"/>
                <a:cs typeface="Arial"/>
                <a:sym typeface="Arial"/>
              </a:rPr>
              <a:t>;</a:t>
            </a:r>
            <a:r>
              <a:rPr lang="es-ES" sz="1800">
                <a:solidFill>
                  <a:srgbClr val="E8890A"/>
                </a:solidFill>
                <a:latin typeface="Arial"/>
                <a:ea typeface="Arial"/>
                <a:cs typeface="Arial"/>
                <a:sym typeface="Arial"/>
              </a:rPr>
              <a:t> i</a:t>
            </a:r>
            <a:r>
              <a:rPr lang="es-E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	</a:t>
            </a:r>
            <a:r>
              <a:rPr lang="es-ES" sz="1800" b="1">
                <a:solidFill>
                  <a:schemeClr val="dk1"/>
                </a:solidFill>
                <a:latin typeface="Arial"/>
                <a:ea typeface="Arial"/>
                <a:cs typeface="Arial"/>
                <a:sym typeface="Arial"/>
              </a:rPr>
              <a:t> copia</a:t>
            </a:r>
            <a:r>
              <a:rPr lang="es-ES" sz="1800">
                <a:solidFill>
                  <a:schemeClr val="dk1"/>
                </a:solidFill>
                <a:latin typeface="Arial"/>
                <a:ea typeface="Arial"/>
                <a:cs typeface="Arial"/>
                <a:sym typeface="Arial"/>
              </a:rPr>
              <a:t>[</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 = </a:t>
            </a:r>
            <a:r>
              <a:rPr lang="es-ES" sz="1800" b="1">
                <a:solidFill>
                  <a:schemeClr val="dk1"/>
                </a:solidFill>
                <a:latin typeface="Arial"/>
                <a:ea typeface="Arial"/>
                <a:cs typeface="Arial"/>
                <a:sym typeface="Arial"/>
              </a:rPr>
              <a:t>temp</a:t>
            </a:r>
            <a:r>
              <a:rPr lang="es-ES" sz="1800">
                <a:solidFill>
                  <a:schemeClr val="dk1"/>
                </a:solidFill>
                <a:latin typeface="Arial"/>
                <a:ea typeface="Arial"/>
                <a:cs typeface="Arial"/>
                <a:sym typeface="Arial"/>
              </a:rPr>
              <a:t>[</a:t>
            </a:r>
            <a:r>
              <a:rPr lang="es-ES" sz="1800">
                <a:solidFill>
                  <a:srgbClr val="E8890A"/>
                </a:solidFill>
                <a:latin typeface="Arial"/>
                <a:ea typeface="Arial"/>
                <a:cs typeface="Arial"/>
                <a:sym typeface="Arial"/>
              </a:rPr>
              <a:t>i</a:t>
            </a:r>
            <a:r>
              <a:rPr lang="es-ES" sz="1800">
                <a:solidFill>
                  <a:schemeClr val="dk1"/>
                </a:solidFill>
                <a:latin typeface="Arial"/>
                <a:ea typeface="Arial"/>
                <a:cs typeface="Arial"/>
                <a:sym typeface="Arial"/>
              </a:rPr>
              <a:t>]+1;</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        return </a:t>
            </a:r>
            <a:r>
              <a:rPr lang="es-ES" sz="1800" b="1">
                <a:solidFill>
                  <a:schemeClr val="dk1"/>
                </a:solidFill>
                <a:latin typeface="Arial"/>
                <a:ea typeface="Arial"/>
                <a:cs typeface="Arial"/>
                <a:sym typeface="Arial"/>
              </a:rPr>
              <a:t>copia</a:t>
            </a:r>
            <a:r>
              <a:rPr lang="es-ES" sz="1800">
                <a:solidFill>
                  <a:schemeClr val="dk1"/>
                </a:solidFill>
                <a:latin typeface="Arial"/>
                <a:ea typeface="Arial"/>
                <a:cs typeface="Arial"/>
                <a:sym typeface="Arial"/>
              </a:rPr>
              <a:t>;</a:t>
            </a:r>
            <a:endParaRPr sz="800">
              <a:solidFill>
                <a:schemeClr val="dk1"/>
              </a:solidFill>
              <a:latin typeface="Arial"/>
              <a:ea typeface="Arial"/>
              <a:cs typeface="Arial"/>
              <a:sym typeface="Arial"/>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a:p>
            <a:pPr marL="0" marR="0" lvl="0" indent="0" algn="l" rtl="0">
              <a:spcBef>
                <a:spcPts val="0"/>
              </a:spcBef>
              <a:spcAft>
                <a:spcPts val="0"/>
              </a:spcAft>
              <a:buNone/>
            </a:pPr>
            <a:r>
              <a:rPr lang="es-ES" sz="1800">
                <a:solidFill>
                  <a:schemeClr val="dk1"/>
                </a:solidFill>
                <a:latin typeface="Arial"/>
                <a:ea typeface="Arial"/>
                <a:cs typeface="Arial"/>
                <a:sym typeface="Arial"/>
              </a:rPr>
              <a:t>}</a:t>
            </a:r>
            <a:endParaRPr/>
          </a:p>
        </p:txBody>
      </p:sp>
      <p:sp>
        <p:nvSpPr>
          <p:cNvPr id="629" name="Google Shape;629;p13"/>
          <p:cNvSpPr txBox="1"/>
          <p:nvPr/>
        </p:nvSpPr>
        <p:spPr>
          <a:xfrm>
            <a:off x="72008" y="1340768"/>
            <a:ext cx="903649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Si queremos realizar una operación sobre un array</a:t>
            </a:r>
            <a:endParaRPr sz="1600" b="1">
              <a:solidFill>
                <a:schemeClr val="dk1"/>
              </a:solidFill>
              <a:latin typeface="Arial"/>
              <a:ea typeface="Arial"/>
              <a:cs typeface="Arial"/>
              <a:sym typeface="Arial"/>
            </a:endParaRPr>
          </a:p>
          <a:p>
            <a:pPr marL="0" marR="0" lvl="0" indent="0" algn="ctr" rtl="0">
              <a:spcBef>
                <a:spcPts val="0"/>
              </a:spcBef>
              <a:spcAft>
                <a:spcPts val="0"/>
              </a:spcAft>
              <a:buNone/>
            </a:pPr>
            <a:r>
              <a:rPr lang="es-ES" sz="1600" b="1">
                <a:solidFill>
                  <a:schemeClr val="dk1"/>
                </a:solidFill>
                <a:latin typeface="Arial"/>
                <a:ea typeface="Arial"/>
                <a:cs typeface="Arial"/>
                <a:sym typeface="Arial"/>
              </a:rPr>
              <a:t>pero que el resultado sea almacenado en un nuevo array.</a:t>
            </a:r>
            <a:endParaRPr sz="1600" b="1">
              <a:solidFill>
                <a:srgbClr val="FF0000"/>
              </a:solidFill>
              <a:latin typeface="Arial"/>
              <a:ea typeface="Arial"/>
              <a:cs typeface="Arial"/>
              <a:sym typeface="Arial"/>
            </a:endParaRPr>
          </a:p>
        </p:txBody>
      </p:sp>
      <p:cxnSp>
        <p:nvCxnSpPr>
          <p:cNvPr id="630" name="Google Shape;630;p13"/>
          <p:cNvCxnSpPr/>
          <p:nvPr/>
        </p:nvCxnSpPr>
        <p:spPr>
          <a:xfrm rot="10800000" flipH="1">
            <a:off x="4211960" y="3559260"/>
            <a:ext cx="3622476" cy="1"/>
          </a:xfrm>
          <a:prstGeom prst="straightConnector1">
            <a:avLst/>
          </a:prstGeom>
          <a:noFill/>
          <a:ln w="38100" cap="flat" cmpd="sng">
            <a:solidFill>
              <a:schemeClr val="accent2"/>
            </a:solidFill>
            <a:prstDash val="solid"/>
            <a:round/>
            <a:headEnd type="none" w="sm" len="sm"/>
            <a:tailEnd type="stealth" w="med" len="med"/>
          </a:ln>
          <a:effectLst>
            <a:outerShdw blurRad="40000" dist="23000" dir="5400000" rotWithShape="0">
              <a:srgbClr val="000000">
                <a:alpha val="34901"/>
              </a:srgbClr>
            </a:outerShdw>
          </a:effectLst>
        </p:spPr>
      </p:cxnSp>
      <p:cxnSp>
        <p:nvCxnSpPr>
          <p:cNvPr id="631" name="Google Shape;631;p13"/>
          <p:cNvCxnSpPr/>
          <p:nvPr/>
        </p:nvCxnSpPr>
        <p:spPr>
          <a:xfrm flipH="1">
            <a:off x="3563888" y="3107494"/>
            <a:ext cx="504056" cy="354205"/>
          </a:xfrm>
          <a:prstGeom prst="straightConnector1">
            <a:avLst/>
          </a:prstGeom>
          <a:solidFill>
            <a:schemeClr val="accent1"/>
          </a:solidFill>
          <a:ln w="28575" cap="flat" cmpd="sng">
            <a:solidFill>
              <a:srgbClr val="FF0000"/>
            </a:solidFill>
            <a:prstDash val="solid"/>
            <a:round/>
            <a:headEnd type="none" w="sm" len="sm"/>
            <a:tailEnd type="stealth" w="med" len="med"/>
          </a:ln>
        </p:spPr>
      </p:cxnSp>
      <p:cxnSp>
        <p:nvCxnSpPr>
          <p:cNvPr id="632" name="Google Shape;632;p13"/>
          <p:cNvCxnSpPr/>
          <p:nvPr/>
        </p:nvCxnSpPr>
        <p:spPr>
          <a:xfrm rot="10800000" flipH="1">
            <a:off x="5531124" y="2749769"/>
            <a:ext cx="2353244" cy="1"/>
          </a:xfrm>
          <a:prstGeom prst="straightConnector1">
            <a:avLst/>
          </a:prstGeom>
          <a:noFill/>
          <a:ln w="38100" cap="flat" cmpd="sng">
            <a:solidFill>
              <a:schemeClr val="accent2"/>
            </a:solidFill>
            <a:prstDash val="solid"/>
            <a:round/>
            <a:headEnd type="none" w="sm" len="sm"/>
            <a:tailEnd type="stealth" w="med" len="med"/>
          </a:ln>
          <a:effectLst>
            <a:outerShdw blurRad="40000" dist="23000" dir="5400000" rotWithShape="0">
              <a:srgbClr val="000000">
                <a:alpha val="34901"/>
              </a:srgbClr>
            </a:outerShdw>
          </a:effectLst>
        </p:spPr>
      </p:cxnSp>
      <p:grpSp>
        <p:nvGrpSpPr>
          <p:cNvPr id="633" name="Google Shape;633;p13"/>
          <p:cNvGrpSpPr/>
          <p:nvPr/>
        </p:nvGrpSpPr>
        <p:grpSpPr>
          <a:xfrm>
            <a:off x="8110462" y="2204864"/>
            <a:ext cx="672604" cy="2119308"/>
            <a:chOff x="5376788" y="1868492"/>
            <a:chExt cx="672604" cy="2119308"/>
          </a:xfrm>
        </p:grpSpPr>
        <p:sp>
          <p:nvSpPr>
            <p:cNvPr id="634" name="Google Shape;634;p13"/>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35" name="Google Shape;635;p13"/>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36" name="Google Shape;636;p13"/>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37" name="Google Shape;637;p13"/>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38" name="Google Shape;638;p13"/>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39" name="Google Shape;639;p13"/>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40" name="Google Shape;640;p13"/>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41" name="Google Shape;641;p13"/>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642" name="Google Shape;642;p13"/>
          <p:cNvGrpSpPr/>
          <p:nvPr/>
        </p:nvGrpSpPr>
        <p:grpSpPr>
          <a:xfrm>
            <a:off x="8233269" y="2256239"/>
            <a:ext cx="423664" cy="2062554"/>
            <a:chOff x="8287108" y="3568794"/>
            <a:chExt cx="423664" cy="2062554"/>
          </a:xfrm>
        </p:grpSpPr>
        <p:sp>
          <p:nvSpPr>
            <p:cNvPr id="643" name="Google Shape;643;p13"/>
            <p:cNvSpPr txBox="1"/>
            <p:nvPr/>
          </p:nvSpPr>
          <p:spPr>
            <a:xfrm>
              <a:off x="8287108" y="3568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644" name="Google Shape;644;p13"/>
            <p:cNvSpPr txBox="1"/>
            <p:nvPr/>
          </p:nvSpPr>
          <p:spPr>
            <a:xfrm>
              <a:off x="8287108" y="38568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645" name="Google Shape;645;p13"/>
            <p:cNvSpPr txBox="1"/>
            <p:nvPr/>
          </p:nvSpPr>
          <p:spPr>
            <a:xfrm>
              <a:off x="8287108" y="414066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646" name="Google Shape;646;p13"/>
            <p:cNvSpPr txBox="1"/>
            <p:nvPr/>
          </p:nvSpPr>
          <p:spPr>
            <a:xfrm>
              <a:off x="8287108" y="443289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sp>
          <p:nvSpPr>
            <p:cNvPr id="647" name="Google Shape;647;p13"/>
            <p:cNvSpPr txBox="1"/>
            <p:nvPr/>
          </p:nvSpPr>
          <p:spPr>
            <a:xfrm>
              <a:off x="8287108" y="472092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648" name="Google Shape;648;p13"/>
            <p:cNvSpPr txBox="1"/>
            <p:nvPr/>
          </p:nvSpPr>
          <p:spPr>
            <a:xfrm>
              <a:off x="8287108" y="500476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649" name="Google Shape;649;p13"/>
            <p:cNvSpPr txBox="1"/>
            <p:nvPr/>
          </p:nvSpPr>
          <p:spPr>
            <a:xfrm>
              <a:off x="8287108" y="5292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grpSp>
      <p:sp>
        <p:nvSpPr>
          <p:cNvPr id="650" name="Google Shape;650;p13"/>
          <p:cNvSpPr txBox="1"/>
          <p:nvPr/>
        </p:nvSpPr>
        <p:spPr>
          <a:xfrm>
            <a:off x="7334572" y="384026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651" name="Google Shape;651;p13"/>
          <p:cNvSpPr txBox="1"/>
          <p:nvPr/>
        </p:nvSpPr>
        <p:spPr>
          <a:xfrm>
            <a:off x="7334572" y="41283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26</a:t>
            </a:r>
            <a:endParaRPr/>
          </a:p>
        </p:txBody>
      </p:sp>
      <p:sp>
        <p:nvSpPr>
          <p:cNvPr id="652" name="Google Shape;652;p13"/>
          <p:cNvSpPr txBox="1"/>
          <p:nvPr/>
        </p:nvSpPr>
        <p:spPr>
          <a:xfrm>
            <a:off x="7334572" y="44121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28</a:t>
            </a:r>
            <a:endParaRPr/>
          </a:p>
        </p:txBody>
      </p:sp>
      <p:sp>
        <p:nvSpPr>
          <p:cNvPr id="653" name="Google Shape;653;p13"/>
          <p:cNvSpPr txBox="1"/>
          <p:nvPr/>
        </p:nvSpPr>
        <p:spPr>
          <a:xfrm>
            <a:off x="7334572" y="470436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17</a:t>
            </a:r>
            <a:endParaRPr/>
          </a:p>
        </p:txBody>
      </p:sp>
      <p:sp>
        <p:nvSpPr>
          <p:cNvPr id="654" name="Google Shape;654;p13"/>
          <p:cNvSpPr txBox="1"/>
          <p:nvPr/>
        </p:nvSpPr>
        <p:spPr>
          <a:xfrm>
            <a:off x="7334572" y="49923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655" name="Google Shape;655;p13"/>
          <p:cNvSpPr txBox="1"/>
          <p:nvPr/>
        </p:nvSpPr>
        <p:spPr>
          <a:xfrm>
            <a:off x="7334572" y="527623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656" name="Google Shape;656;p13"/>
          <p:cNvSpPr txBox="1"/>
          <p:nvPr/>
        </p:nvSpPr>
        <p:spPr>
          <a:xfrm>
            <a:off x="7334572" y="556426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21</a:t>
            </a:r>
            <a:endParaRPr/>
          </a:p>
        </p:txBody>
      </p:sp>
      <p:sp>
        <p:nvSpPr>
          <p:cNvPr id="657" name="Google Shape;657;p13"/>
          <p:cNvSpPr txBox="1"/>
          <p:nvPr/>
        </p:nvSpPr>
        <p:spPr>
          <a:xfrm>
            <a:off x="3059832" y="642174"/>
            <a:ext cx="28418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(Sin modificarla)</a:t>
            </a:r>
            <a:endParaRPr sz="1600" b="1">
              <a:solidFill>
                <a:srgbClr val="FF0000"/>
              </a:solidFill>
              <a:latin typeface="Arial"/>
              <a:ea typeface="Arial"/>
              <a:cs typeface="Arial"/>
              <a:sym typeface="Arial"/>
            </a:endParaRPr>
          </a:p>
        </p:txBody>
      </p:sp>
      <p:sp>
        <p:nvSpPr>
          <p:cNvPr id="658" name="Google Shape;658;p13"/>
          <p:cNvSpPr txBox="1"/>
          <p:nvPr/>
        </p:nvSpPr>
        <p:spPr>
          <a:xfrm>
            <a:off x="971600" y="2817621"/>
            <a:ext cx="156324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accent1"/>
                </a:solidFill>
                <a:latin typeface="Arial"/>
                <a:ea typeface="Arial"/>
                <a:cs typeface="Arial"/>
                <a:sym typeface="Arial"/>
              </a:rPr>
              <a:t>int[ ] </a:t>
            </a:r>
            <a:r>
              <a:rPr lang="es-ES" sz="1800" b="1">
                <a:solidFill>
                  <a:schemeClr val="dk1"/>
                </a:solidFill>
                <a:latin typeface="Arial"/>
                <a:ea typeface="Arial"/>
                <a:cs typeface="Arial"/>
                <a:sym typeface="Arial"/>
              </a:rPr>
              <a:t>temp2 =</a:t>
            </a:r>
            <a:endParaRPr sz="1800">
              <a:solidFill>
                <a:schemeClr val="dk1"/>
              </a:solidFill>
              <a:latin typeface="Arial"/>
              <a:ea typeface="Arial"/>
              <a:cs typeface="Arial"/>
              <a:sym typeface="Arial"/>
            </a:endParaRPr>
          </a:p>
        </p:txBody>
      </p:sp>
      <p:sp>
        <p:nvSpPr>
          <p:cNvPr id="659" name="Google Shape;659;p13"/>
          <p:cNvSpPr txBox="1"/>
          <p:nvPr/>
        </p:nvSpPr>
        <p:spPr>
          <a:xfrm>
            <a:off x="971600" y="3374594"/>
            <a:ext cx="62068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accent1"/>
                </a:solidFill>
                <a:latin typeface="Arial"/>
                <a:ea typeface="Arial"/>
                <a:cs typeface="Arial"/>
                <a:sym typeface="Arial"/>
              </a:rPr>
              <a:t>int[ ]</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29"/>
                                        </p:tgtEl>
                                        <p:attrNameLst>
                                          <p:attrName>style.visibility</p:attrName>
                                        </p:attrNameLst>
                                      </p:cBhvr>
                                      <p:to>
                                        <p:strVal val="visible"/>
                                      </p:to>
                                    </p:set>
                                    <p:anim calcmode="lin" valueType="num">
                                      <p:cBhvr additive="base">
                                        <p:cTn id="7" dur="500"/>
                                        <p:tgtEl>
                                          <p:spTgt spid="629"/>
                                        </p:tgtEl>
                                        <p:attrNameLst>
                                          <p:attrName>ppt_w</p:attrName>
                                        </p:attrNameLst>
                                      </p:cBhvr>
                                      <p:tavLst>
                                        <p:tav tm="0">
                                          <p:val>
                                            <p:strVal val="0"/>
                                          </p:val>
                                        </p:tav>
                                        <p:tav tm="100000">
                                          <p:val>
                                            <p:strVal val="#ppt_w"/>
                                          </p:val>
                                        </p:tav>
                                      </p:tavLst>
                                    </p:anim>
                                    <p:anim calcmode="lin" valueType="num">
                                      <p:cBhvr additive="base">
                                        <p:cTn id="8" dur="500"/>
                                        <p:tgtEl>
                                          <p:spTgt spid="62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14"/>
                                        </p:tgtEl>
                                        <p:attrNameLst>
                                          <p:attrName>style.visibility</p:attrName>
                                        </p:attrNameLst>
                                      </p:cBhvr>
                                      <p:to>
                                        <p:strVal val="visible"/>
                                      </p:to>
                                    </p:set>
                                    <p:animEffect transition="in" filter="fade">
                                      <p:cBhvr>
                                        <p:cTn id="13" dur="500"/>
                                        <p:tgtEl>
                                          <p:spTgt spid="614"/>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628">
                                            <p:txEl>
                                              <p:pRg st="0" end="0"/>
                                            </p:txEl>
                                          </p:spTgt>
                                        </p:tgtEl>
                                        <p:attrNameLst>
                                          <p:attrName>style.visibility</p:attrName>
                                        </p:attrNameLst>
                                      </p:cBhvr>
                                      <p:to>
                                        <p:strVal val="visible"/>
                                      </p:to>
                                    </p:set>
                                    <p:anim calcmode="lin" valueType="num">
                                      <p:cBhvr additive="base">
                                        <p:cTn id="18" dur="500"/>
                                        <p:tgtEl>
                                          <p:spTgt spid="628">
                                            <p:txEl>
                                              <p:pRg st="0" end="0"/>
                                            </p:txEl>
                                          </p:spTgt>
                                        </p:tgtEl>
                                        <p:attrNameLst>
                                          <p:attrName>ppt_w</p:attrName>
                                        </p:attrNameLst>
                                      </p:cBhvr>
                                      <p:tavLst>
                                        <p:tav tm="0">
                                          <p:val>
                                            <p:strVal val="0"/>
                                          </p:val>
                                        </p:tav>
                                        <p:tav tm="100000">
                                          <p:val>
                                            <p:strVal val="#ppt_w"/>
                                          </p:val>
                                        </p:tav>
                                      </p:tavLst>
                                    </p:anim>
                                    <p:anim calcmode="lin" valueType="num">
                                      <p:cBhvr additive="base">
                                        <p:cTn id="19" dur="500"/>
                                        <p:tgtEl>
                                          <p:spTgt spid="628">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628">
                                            <p:txEl>
                                              <p:pRg st="1" end="1"/>
                                            </p:txEl>
                                          </p:spTgt>
                                        </p:tgtEl>
                                        <p:attrNameLst>
                                          <p:attrName>style.visibility</p:attrName>
                                        </p:attrNameLst>
                                      </p:cBhvr>
                                      <p:to>
                                        <p:strVal val="visible"/>
                                      </p:to>
                                    </p:set>
                                    <p:anim calcmode="lin" valueType="num">
                                      <p:cBhvr additive="base">
                                        <p:cTn id="24" dur="500"/>
                                        <p:tgtEl>
                                          <p:spTgt spid="628">
                                            <p:txEl>
                                              <p:pRg st="1" end="1"/>
                                            </p:txEl>
                                          </p:spTgt>
                                        </p:tgtEl>
                                        <p:attrNameLst>
                                          <p:attrName>ppt_w</p:attrName>
                                        </p:attrNameLst>
                                      </p:cBhvr>
                                      <p:tavLst>
                                        <p:tav tm="0">
                                          <p:val>
                                            <p:strVal val="0"/>
                                          </p:val>
                                        </p:tav>
                                        <p:tav tm="100000">
                                          <p:val>
                                            <p:strVal val="#ppt_w"/>
                                          </p:val>
                                        </p:tav>
                                      </p:tavLst>
                                    </p:anim>
                                    <p:anim calcmode="lin" valueType="num">
                                      <p:cBhvr additive="base">
                                        <p:cTn id="25" dur="500"/>
                                        <p:tgtEl>
                                          <p:spTgt spid="628">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628">
                                            <p:txEl>
                                              <p:pRg st="2" end="2"/>
                                            </p:txEl>
                                          </p:spTgt>
                                        </p:tgtEl>
                                        <p:attrNameLst>
                                          <p:attrName>style.visibility</p:attrName>
                                        </p:attrNameLst>
                                      </p:cBhvr>
                                      <p:to>
                                        <p:strVal val="visible"/>
                                      </p:to>
                                    </p:set>
                                    <p:anim calcmode="lin" valueType="num">
                                      <p:cBhvr additive="base">
                                        <p:cTn id="30" dur="500"/>
                                        <p:tgtEl>
                                          <p:spTgt spid="628">
                                            <p:txEl>
                                              <p:pRg st="2" end="2"/>
                                            </p:txEl>
                                          </p:spTgt>
                                        </p:tgtEl>
                                        <p:attrNameLst>
                                          <p:attrName>ppt_w</p:attrName>
                                        </p:attrNameLst>
                                      </p:cBhvr>
                                      <p:tavLst>
                                        <p:tav tm="0">
                                          <p:val>
                                            <p:strVal val="0"/>
                                          </p:val>
                                        </p:tav>
                                        <p:tav tm="100000">
                                          <p:val>
                                            <p:strVal val="#ppt_w"/>
                                          </p:val>
                                        </p:tav>
                                      </p:tavLst>
                                    </p:anim>
                                    <p:anim calcmode="lin" valueType="num">
                                      <p:cBhvr additive="base">
                                        <p:cTn id="31" dur="500"/>
                                        <p:tgtEl>
                                          <p:spTgt spid="628">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628">
                                            <p:txEl>
                                              <p:pRg st="3" end="3"/>
                                            </p:txEl>
                                          </p:spTgt>
                                        </p:tgtEl>
                                        <p:attrNameLst>
                                          <p:attrName>style.visibility</p:attrName>
                                        </p:attrNameLst>
                                      </p:cBhvr>
                                      <p:to>
                                        <p:strVal val="visible"/>
                                      </p:to>
                                    </p:set>
                                    <p:anim calcmode="lin" valueType="num">
                                      <p:cBhvr additive="base">
                                        <p:cTn id="36" dur="500"/>
                                        <p:tgtEl>
                                          <p:spTgt spid="628">
                                            <p:txEl>
                                              <p:pRg st="3" end="3"/>
                                            </p:txEl>
                                          </p:spTgt>
                                        </p:tgtEl>
                                        <p:attrNameLst>
                                          <p:attrName>ppt_w</p:attrName>
                                        </p:attrNameLst>
                                      </p:cBhvr>
                                      <p:tavLst>
                                        <p:tav tm="0">
                                          <p:val>
                                            <p:strVal val="0"/>
                                          </p:val>
                                        </p:tav>
                                        <p:tav tm="100000">
                                          <p:val>
                                            <p:strVal val="#ppt_w"/>
                                          </p:val>
                                        </p:tav>
                                      </p:tavLst>
                                    </p:anim>
                                    <p:anim calcmode="lin" valueType="num">
                                      <p:cBhvr additive="base">
                                        <p:cTn id="37" dur="500"/>
                                        <p:tgtEl>
                                          <p:spTgt spid="628">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628">
                                            <p:txEl>
                                              <p:pRg st="4" end="4"/>
                                            </p:txEl>
                                          </p:spTgt>
                                        </p:tgtEl>
                                        <p:attrNameLst>
                                          <p:attrName>style.visibility</p:attrName>
                                        </p:attrNameLst>
                                      </p:cBhvr>
                                      <p:to>
                                        <p:strVal val="visible"/>
                                      </p:to>
                                    </p:set>
                                    <p:anim calcmode="lin" valueType="num">
                                      <p:cBhvr additive="base">
                                        <p:cTn id="42" dur="500"/>
                                        <p:tgtEl>
                                          <p:spTgt spid="628">
                                            <p:txEl>
                                              <p:pRg st="4" end="4"/>
                                            </p:txEl>
                                          </p:spTgt>
                                        </p:tgtEl>
                                        <p:attrNameLst>
                                          <p:attrName>ppt_w</p:attrName>
                                        </p:attrNameLst>
                                      </p:cBhvr>
                                      <p:tavLst>
                                        <p:tav tm="0">
                                          <p:val>
                                            <p:strVal val="0"/>
                                          </p:val>
                                        </p:tav>
                                        <p:tav tm="100000">
                                          <p:val>
                                            <p:strVal val="#ppt_w"/>
                                          </p:val>
                                        </p:tav>
                                      </p:tavLst>
                                    </p:anim>
                                    <p:anim calcmode="lin" valueType="num">
                                      <p:cBhvr additive="base">
                                        <p:cTn id="43" dur="500"/>
                                        <p:tgtEl>
                                          <p:spTgt spid="628">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628">
                                            <p:txEl>
                                              <p:pRg st="5" end="5"/>
                                            </p:txEl>
                                          </p:spTgt>
                                        </p:tgtEl>
                                        <p:attrNameLst>
                                          <p:attrName>style.visibility</p:attrName>
                                        </p:attrNameLst>
                                      </p:cBhvr>
                                      <p:to>
                                        <p:strVal val="visible"/>
                                      </p:to>
                                    </p:set>
                                    <p:anim calcmode="lin" valueType="num">
                                      <p:cBhvr additive="base">
                                        <p:cTn id="48" dur="500"/>
                                        <p:tgtEl>
                                          <p:spTgt spid="628">
                                            <p:txEl>
                                              <p:pRg st="5" end="5"/>
                                            </p:txEl>
                                          </p:spTgt>
                                        </p:tgtEl>
                                        <p:attrNameLst>
                                          <p:attrName>ppt_w</p:attrName>
                                        </p:attrNameLst>
                                      </p:cBhvr>
                                      <p:tavLst>
                                        <p:tav tm="0">
                                          <p:val>
                                            <p:strVal val="0"/>
                                          </p:val>
                                        </p:tav>
                                        <p:tav tm="100000">
                                          <p:val>
                                            <p:strVal val="#ppt_w"/>
                                          </p:val>
                                        </p:tav>
                                      </p:tavLst>
                                    </p:anim>
                                    <p:anim calcmode="lin" valueType="num">
                                      <p:cBhvr additive="base">
                                        <p:cTn id="49" dur="500"/>
                                        <p:tgtEl>
                                          <p:spTgt spid="628">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628">
                                            <p:txEl>
                                              <p:pRg st="6" end="6"/>
                                            </p:txEl>
                                          </p:spTgt>
                                        </p:tgtEl>
                                        <p:attrNameLst>
                                          <p:attrName>style.visibility</p:attrName>
                                        </p:attrNameLst>
                                      </p:cBhvr>
                                      <p:to>
                                        <p:strVal val="visible"/>
                                      </p:to>
                                    </p:set>
                                    <p:anim calcmode="lin" valueType="num">
                                      <p:cBhvr additive="base">
                                        <p:cTn id="54" dur="500"/>
                                        <p:tgtEl>
                                          <p:spTgt spid="628">
                                            <p:txEl>
                                              <p:pRg st="6" end="6"/>
                                            </p:txEl>
                                          </p:spTgt>
                                        </p:tgtEl>
                                        <p:attrNameLst>
                                          <p:attrName>ppt_w</p:attrName>
                                        </p:attrNameLst>
                                      </p:cBhvr>
                                      <p:tavLst>
                                        <p:tav tm="0">
                                          <p:val>
                                            <p:strVal val="0"/>
                                          </p:val>
                                        </p:tav>
                                        <p:tav tm="100000">
                                          <p:val>
                                            <p:strVal val="#ppt_w"/>
                                          </p:val>
                                        </p:tav>
                                      </p:tavLst>
                                    </p:anim>
                                    <p:anim calcmode="lin" valueType="num">
                                      <p:cBhvr additive="base">
                                        <p:cTn id="55" dur="500"/>
                                        <p:tgtEl>
                                          <p:spTgt spid="628">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nodeType="clickEffect">
                                  <p:stCondLst>
                                    <p:cond delay="0"/>
                                  </p:stCondLst>
                                  <p:childTnLst>
                                    <p:set>
                                      <p:cBhvr>
                                        <p:cTn id="59" dur="1" fill="hold">
                                          <p:stCondLst>
                                            <p:cond delay="0"/>
                                          </p:stCondLst>
                                        </p:cTn>
                                        <p:tgtEl>
                                          <p:spTgt spid="628">
                                            <p:txEl>
                                              <p:pRg st="7" end="7"/>
                                            </p:txEl>
                                          </p:spTgt>
                                        </p:tgtEl>
                                        <p:attrNameLst>
                                          <p:attrName>style.visibility</p:attrName>
                                        </p:attrNameLst>
                                      </p:cBhvr>
                                      <p:to>
                                        <p:strVal val="visible"/>
                                      </p:to>
                                    </p:set>
                                    <p:anim calcmode="lin" valueType="num">
                                      <p:cBhvr additive="base">
                                        <p:cTn id="60" dur="500"/>
                                        <p:tgtEl>
                                          <p:spTgt spid="628">
                                            <p:txEl>
                                              <p:pRg st="7" end="7"/>
                                            </p:txEl>
                                          </p:spTgt>
                                        </p:tgtEl>
                                        <p:attrNameLst>
                                          <p:attrName>ppt_w</p:attrName>
                                        </p:attrNameLst>
                                      </p:cBhvr>
                                      <p:tavLst>
                                        <p:tav tm="0">
                                          <p:val>
                                            <p:strVal val="0"/>
                                          </p:val>
                                        </p:tav>
                                        <p:tav tm="100000">
                                          <p:val>
                                            <p:strVal val="#ppt_w"/>
                                          </p:val>
                                        </p:tav>
                                      </p:tavLst>
                                    </p:anim>
                                    <p:anim calcmode="lin" valueType="num">
                                      <p:cBhvr additive="base">
                                        <p:cTn id="61" dur="500"/>
                                        <p:tgtEl>
                                          <p:spTgt spid="628">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3" presetClass="entr" presetSubtype="16" fill="hold" nodeType="clickEffect">
                                  <p:stCondLst>
                                    <p:cond delay="0"/>
                                  </p:stCondLst>
                                  <p:childTnLst>
                                    <p:set>
                                      <p:cBhvr>
                                        <p:cTn id="65" dur="1" fill="hold">
                                          <p:stCondLst>
                                            <p:cond delay="0"/>
                                          </p:stCondLst>
                                        </p:cTn>
                                        <p:tgtEl>
                                          <p:spTgt spid="628">
                                            <p:txEl>
                                              <p:pRg st="8" end="8"/>
                                            </p:txEl>
                                          </p:spTgt>
                                        </p:tgtEl>
                                        <p:attrNameLst>
                                          <p:attrName>style.visibility</p:attrName>
                                        </p:attrNameLst>
                                      </p:cBhvr>
                                      <p:to>
                                        <p:strVal val="visible"/>
                                      </p:to>
                                    </p:set>
                                    <p:anim calcmode="lin" valueType="num">
                                      <p:cBhvr additive="base">
                                        <p:cTn id="66" dur="500"/>
                                        <p:tgtEl>
                                          <p:spTgt spid="628">
                                            <p:txEl>
                                              <p:pRg st="8" end="8"/>
                                            </p:txEl>
                                          </p:spTgt>
                                        </p:tgtEl>
                                        <p:attrNameLst>
                                          <p:attrName>ppt_w</p:attrName>
                                        </p:attrNameLst>
                                      </p:cBhvr>
                                      <p:tavLst>
                                        <p:tav tm="0">
                                          <p:val>
                                            <p:strVal val="0"/>
                                          </p:val>
                                        </p:tav>
                                        <p:tav tm="100000">
                                          <p:val>
                                            <p:strVal val="#ppt_w"/>
                                          </p:val>
                                        </p:tav>
                                      </p:tavLst>
                                    </p:anim>
                                    <p:anim calcmode="lin" valueType="num">
                                      <p:cBhvr additive="base">
                                        <p:cTn id="67" dur="500"/>
                                        <p:tgtEl>
                                          <p:spTgt spid="628">
                                            <p:txEl>
                                              <p:pRg st="8" end="8"/>
                                            </p:txEl>
                                          </p:spTgt>
                                        </p:tgtEl>
                                        <p:attrNameLst>
                                          <p:attrName>ppt_h</p:attrName>
                                        </p:attrNameLst>
                                      </p:cBhvr>
                                      <p:tavLst>
                                        <p:tav tm="0">
                                          <p:val>
                                            <p:str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nodeType="clickEffect">
                                  <p:stCondLst>
                                    <p:cond delay="0"/>
                                  </p:stCondLst>
                                  <p:childTnLst>
                                    <p:set>
                                      <p:cBhvr>
                                        <p:cTn id="71" dur="1" fill="hold">
                                          <p:stCondLst>
                                            <p:cond delay="0"/>
                                          </p:stCondLst>
                                        </p:cTn>
                                        <p:tgtEl>
                                          <p:spTgt spid="628">
                                            <p:txEl>
                                              <p:pRg st="9" end="9"/>
                                            </p:txEl>
                                          </p:spTgt>
                                        </p:tgtEl>
                                        <p:attrNameLst>
                                          <p:attrName>style.visibility</p:attrName>
                                        </p:attrNameLst>
                                      </p:cBhvr>
                                      <p:to>
                                        <p:strVal val="visible"/>
                                      </p:to>
                                    </p:set>
                                    <p:anim calcmode="lin" valueType="num">
                                      <p:cBhvr additive="base">
                                        <p:cTn id="72" dur="500"/>
                                        <p:tgtEl>
                                          <p:spTgt spid="628">
                                            <p:txEl>
                                              <p:pRg st="9" end="9"/>
                                            </p:txEl>
                                          </p:spTgt>
                                        </p:tgtEl>
                                        <p:attrNameLst>
                                          <p:attrName>ppt_w</p:attrName>
                                        </p:attrNameLst>
                                      </p:cBhvr>
                                      <p:tavLst>
                                        <p:tav tm="0">
                                          <p:val>
                                            <p:strVal val="0"/>
                                          </p:val>
                                        </p:tav>
                                        <p:tav tm="100000">
                                          <p:val>
                                            <p:strVal val="#ppt_w"/>
                                          </p:val>
                                        </p:tav>
                                      </p:tavLst>
                                    </p:anim>
                                    <p:anim calcmode="lin" valueType="num">
                                      <p:cBhvr additive="base">
                                        <p:cTn id="73" dur="500"/>
                                        <p:tgtEl>
                                          <p:spTgt spid="628">
                                            <p:txEl>
                                              <p:pRg st="9" end="9"/>
                                            </p:txEl>
                                          </p:spTgt>
                                        </p:tgtEl>
                                        <p:attrNameLst>
                                          <p:attrName>ppt_h</p:attrName>
                                        </p:attrNameLst>
                                      </p:cBhvr>
                                      <p:tavLst>
                                        <p:tav tm="0">
                                          <p:val>
                                            <p:strVal val="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23" presetClass="entr" presetSubtype="16" fill="hold" nodeType="clickEffect">
                                  <p:stCondLst>
                                    <p:cond delay="0"/>
                                  </p:stCondLst>
                                  <p:childTnLst>
                                    <p:set>
                                      <p:cBhvr>
                                        <p:cTn id="77" dur="1" fill="hold">
                                          <p:stCondLst>
                                            <p:cond delay="0"/>
                                          </p:stCondLst>
                                        </p:cTn>
                                        <p:tgtEl>
                                          <p:spTgt spid="628">
                                            <p:txEl>
                                              <p:pRg st="10" end="10"/>
                                            </p:txEl>
                                          </p:spTgt>
                                        </p:tgtEl>
                                        <p:attrNameLst>
                                          <p:attrName>style.visibility</p:attrName>
                                        </p:attrNameLst>
                                      </p:cBhvr>
                                      <p:to>
                                        <p:strVal val="visible"/>
                                      </p:to>
                                    </p:set>
                                    <p:anim calcmode="lin" valueType="num">
                                      <p:cBhvr additive="base">
                                        <p:cTn id="78" dur="500"/>
                                        <p:tgtEl>
                                          <p:spTgt spid="628">
                                            <p:txEl>
                                              <p:pRg st="10" end="10"/>
                                            </p:txEl>
                                          </p:spTgt>
                                        </p:tgtEl>
                                        <p:attrNameLst>
                                          <p:attrName>ppt_w</p:attrName>
                                        </p:attrNameLst>
                                      </p:cBhvr>
                                      <p:tavLst>
                                        <p:tav tm="0">
                                          <p:val>
                                            <p:strVal val="0"/>
                                          </p:val>
                                        </p:tav>
                                        <p:tav tm="100000">
                                          <p:val>
                                            <p:strVal val="#ppt_w"/>
                                          </p:val>
                                        </p:tav>
                                      </p:tavLst>
                                    </p:anim>
                                    <p:anim calcmode="lin" valueType="num">
                                      <p:cBhvr additive="base">
                                        <p:cTn id="79" dur="500"/>
                                        <p:tgtEl>
                                          <p:spTgt spid="628">
                                            <p:txEl>
                                              <p:pRg st="10" end="10"/>
                                            </p:txEl>
                                          </p:spTgt>
                                        </p:tgtEl>
                                        <p:attrNameLst>
                                          <p:attrName>ppt_h</p:attrName>
                                        </p:attrNameLst>
                                      </p:cBhvr>
                                      <p:tavLst>
                                        <p:tav tm="0">
                                          <p:val>
                                            <p:str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3" presetClass="entr" presetSubtype="16" fill="hold" nodeType="clickEffect">
                                  <p:stCondLst>
                                    <p:cond delay="0"/>
                                  </p:stCondLst>
                                  <p:childTnLst>
                                    <p:set>
                                      <p:cBhvr>
                                        <p:cTn id="83" dur="1" fill="hold">
                                          <p:stCondLst>
                                            <p:cond delay="0"/>
                                          </p:stCondLst>
                                        </p:cTn>
                                        <p:tgtEl>
                                          <p:spTgt spid="628">
                                            <p:txEl>
                                              <p:pRg st="11" end="11"/>
                                            </p:txEl>
                                          </p:spTgt>
                                        </p:tgtEl>
                                        <p:attrNameLst>
                                          <p:attrName>style.visibility</p:attrName>
                                        </p:attrNameLst>
                                      </p:cBhvr>
                                      <p:to>
                                        <p:strVal val="visible"/>
                                      </p:to>
                                    </p:set>
                                    <p:anim calcmode="lin" valueType="num">
                                      <p:cBhvr additive="base">
                                        <p:cTn id="84" dur="500"/>
                                        <p:tgtEl>
                                          <p:spTgt spid="628">
                                            <p:txEl>
                                              <p:pRg st="11" end="11"/>
                                            </p:txEl>
                                          </p:spTgt>
                                        </p:tgtEl>
                                        <p:attrNameLst>
                                          <p:attrName>ppt_w</p:attrName>
                                        </p:attrNameLst>
                                      </p:cBhvr>
                                      <p:tavLst>
                                        <p:tav tm="0">
                                          <p:val>
                                            <p:strVal val="0"/>
                                          </p:val>
                                        </p:tav>
                                        <p:tav tm="100000">
                                          <p:val>
                                            <p:strVal val="#ppt_w"/>
                                          </p:val>
                                        </p:tav>
                                      </p:tavLst>
                                    </p:anim>
                                    <p:anim calcmode="lin" valueType="num">
                                      <p:cBhvr additive="base">
                                        <p:cTn id="85" dur="500"/>
                                        <p:tgtEl>
                                          <p:spTgt spid="628">
                                            <p:txEl>
                                              <p:pRg st="11" end="11"/>
                                            </p:txEl>
                                          </p:spTgt>
                                        </p:tgtEl>
                                        <p:attrNameLst>
                                          <p:attrName>ppt_h</p:attrName>
                                        </p:attrNameLst>
                                      </p:cBhvr>
                                      <p:tavLst>
                                        <p:tav tm="0">
                                          <p:val>
                                            <p:strVal val="0"/>
                                          </p:val>
                                        </p:tav>
                                        <p:tav tm="100000">
                                          <p:val>
                                            <p:strVal val="#ppt_h"/>
                                          </p:val>
                                        </p:tav>
                                      </p:tavLst>
                                    </p:anim>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632"/>
                                        </p:tgtEl>
                                        <p:attrNameLst>
                                          <p:attrName>style.visibility</p:attrName>
                                        </p:attrNameLst>
                                      </p:cBhvr>
                                      <p:to>
                                        <p:strVal val="visible"/>
                                      </p:to>
                                    </p:set>
                                    <p:animEffect transition="in" filter="fade">
                                      <p:cBhvr>
                                        <p:cTn id="89" dur="500"/>
                                        <p:tgtEl>
                                          <p:spTgt spid="632"/>
                                        </p:tgtEl>
                                      </p:cBhvr>
                                    </p:animEffect>
                                  </p:childTnLst>
                                </p:cTn>
                              </p:par>
                            </p:childTnLst>
                          </p:cTn>
                        </p:par>
                        <p:par>
                          <p:cTn id="90" fill="hold">
                            <p:stCondLst>
                              <p:cond delay="1000"/>
                            </p:stCondLst>
                            <p:childTnLst>
                              <p:par>
                                <p:cTn id="91" presetID="1" presetClass="entr" presetSubtype="0" fill="hold" nodeType="afterEffect">
                                  <p:stCondLst>
                                    <p:cond delay="0"/>
                                  </p:stCondLst>
                                  <p:childTnLst>
                                    <p:set>
                                      <p:cBhvr>
                                        <p:cTn id="92" dur="1" fill="hold">
                                          <p:stCondLst>
                                            <p:cond delay="0"/>
                                          </p:stCondLst>
                                        </p:cTn>
                                        <p:tgtEl>
                                          <p:spTgt spid="63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4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3" presetClass="entr" presetSubtype="16" fill="hold" nodeType="clickEffect">
                                  <p:stCondLst>
                                    <p:cond delay="0"/>
                                  </p:stCondLst>
                                  <p:childTnLst>
                                    <p:set>
                                      <p:cBhvr>
                                        <p:cTn id="98" dur="1" fill="hold">
                                          <p:stCondLst>
                                            <p:cond delay="0"/>
                                          </p:stCondLst>
                                        </p:cTn>
                                        <p:tgtEl>
                                          <p:spTgt spid="658"/>
                                        </p:tgtEl>
                                        <p:attrNameLst>
                                          <p:attrName>style.visibility</p:attrName>
                                        </p:attrNameLst>
                                      </p:cBhvr>
                                      <p:to>
                                        <p:strVal val="visible"/>
                                      </p:to>
                                    </p:set>
                                    <p:anim calcmode="lin" valueType="num">
                                      <p:cBhvr additive="base">
                                        <p:cTn id="99" dur="500"/>
                                        <p:tgtEl>
                                          <p:spTgt spid="658"/>
                                        </p:tgtEl>
                                        <p:attrNameLst>
                                          <p:attrName>ppt_w</p:attrName>
                                        </p:attrNameLst>
                                      </p:cBhvr>
                                      <p:tavLst>
                                        <p:tav tm="0">
                                          <p:val>
                                            <p:strVal val="0"/>
                                          </p:val>
                                        </p:tav>
                                        <p:tav tm="100000">
                                          <p:val>
                                            <p:strVal val="#ppt_w"/>
                                          </p:val>
                                        </p:tav>
                                      </p:tavLst>
                                    </p:anim>
                                    <p:anim calcmode="lin" valueType="num">
                                      <p:cBhvr additive="base">
                                        <p:cTn id="100" dur="500"/>
                                        <p:tgtEl>
                                          <p:spTgt spid="658"/>
                                        </p:tgtEl>
                                        <p:attrNameLst>
                                          <p:attrName>ppt_h</p:attrName>
                                        </p:attrNameLst>
                                      </p:cBhvr>
                                      <p:tavLst>
                                        <p:tav tm="0">
                                          <p:val>
                                            <p:strVal val="0"/>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1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631"/>
                                        </p:tgtEl>
                                        <p:attrNameLst>
                                          <p:attrName>style.visibility</p:attrName>
                                        </p:attrNameLst>
                                      </p:cBhvr>
                                      <p:to>
                                        <p:strVal val="visible"/>
                                      </p:to>
                                    </p:set>
                                    <p:animEffect transition="in" filter="fade">
                                      <p:cBhvr>
                                        <p:cTn id="109" dur="500"/>
                                        <p:tgtEl>
                                          <p:spTgt spid="631"/>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630"/>
                                        </p:tgtEl>
                                        <p:attrNameLst>
                                          <p:attrName>style.visibility</p:attrName>
                                        </p:attrNameLst>
                                      </p:cBhvr>
                                      <p:to>
                                        <p:strVal val="visible"/>
                                      </p:to>
                                    </p:set>
                                    <p:animEffect transition="in" filter="fade">
                                      <p:cBhvr>
                                        <p:cTn id="114" dur="500"/>
                                        <p:tgtEl>
                                          <p:spTgt spid="630"/>
                                        </p:tgtEl>
                                      </p:cBhvr>
                                    </p:animEffect>
                                  </p:childTnLst>
                                </p:cTn>
                              </p:par>
                            </p:childTnLst>
                          </p:cTn>
                        </p:par>
                        <p:par>
                          <p:cTn id="115" fill="hold">
                            <p:stCondLst>
                              <p:cond delay="500"/>
                            </p:stCondLst>
                            <p:childTnLst>
                              <p:par>
                                <p:cTn id="116" presetID="10" presetClass="entr" presetSubtype="0" fill="hold" nodeType="afterEffect">
                                  <p:stCondLst>
                                    <p:cond delay="0"/>
                                  </p:stCondLst>
                                  <p:childTnLst>
                                    <p:set>
                                      <p:cBhvr>
                                        <p:cTn id="117" dur="1" fill="hold">
                                          <p:stCondLst>
                                            <p:cond delay="0"/>
                                          </p:stCondLst>
                                        </p:cTn>
                                        <p:tgtEl>
                                          <p:spTgt spid="616"/>
                                        </p:tgtEl>
                                        <p:attrNameLst>
                                          <p:attrName>style.visibility</p:attrName>
                                        </p:attrNameLst>
                                      </p:cBhvr>
                                      <p:to>
                                        <p:strVal val="visible"/>
                                      </p:to>
                                    </p:set>
                                    <p:animEffect transition="in" filter="fade">
                                      <p:cBhvr>
                                        <p:cTn id="118" dur="500"/>
                                        <p:tgtEl>
                                          <p:spTgt spid="616"/>
                                        </p:tgtEl>
                                      </p:cBhvr>
                                    </p:animEffect>
                                  </p:childTnLst>
                                </p:cTn>
                              </p:par>
                            </p:childTnLst>
                          </p:cTn>
                        </p:par>
                      </p:childTnLst>
                    </p:cTn>
                  </p:par>
                  <p:par>
                    <p:cTn id="119" fill="hold">
                      <p:stCondLst>
                        <p:cond delay="indefinite"/>
                      </p:stCondLst>
                      <p:childTnLst>
                        <p:par>
                          <p:cTn id="120" fill="hold">
                            <p:stCondLst>
                              <p:cond delay="0"/>
                            </p:stCondLst>
                            <p:childTnLst>
                              <p:par>
                                <p:cTn id="121" presetID="23" presetClass="entr" presetSubtype="16" fill="hold" nodeType="clickEffect">
                                  <p:stCondLst>
                                    <p:cond delay="0"/>
                                  </p:stCondLst>
                                  <p:childTnLst>
                                    <p:set>
                                      <p:cBhvr>
                                        <p:cTn id="122" dur="1" fill="hold">
                                          <p:stCondLst>
                                            <p:cond delay="0"/>
                                          </p:stCondLst>
                                        </p:cTn>
                                        <p:tgtEl>
                                          <p:spTgt spid="650"/>
                                        </p:tgtEl>
                                        <p:attrNameLst>
                                          <p:attrName>style.visibility</p:attrName>
                                        </p:attrNameLst>
                                      </p:cBhvr>
                                      <p:to>
                                        <p:strVal val="visible"/>
                                      </p:to>
                                    </p:set>
                                    <p:anim calcmode="lin" valueType="num">
                                      <p:cBhvr additive="base">
                                        <p:cTn id="123" dur="500"/>
                                        <p:tgtEl>
                                          <p:spTgt spid="650"/>
                                        </p:tgtEl>
                                        <p:attrNameLst>
                                          <p:attrName>ppt_w</p:attrName>
                                        </p:attrNameLst>
                                      </p:cBhvr>
                                      <p:tavLst>
                                        <p:tav tm="0">
                                          <p:val>
                                            <p:strVal val="0"/>
                                          </p:val>
                                        </p:tav>
                                        <p:tav tm="100000">
                                          <p:val>
                                            <p:strVal val="#ppt_w"/>
                                          </p:val>
                                        </p:tav>
                                      </p:tavLst>
                                    </p:anim>
                                    <p:anim calcmode="lin" valueType="num">
                                      <p:cBhvr additive="base">
                                        <p:cTn id="124" dur="500"/>
                                        <p:tgtEl>
                                          <p:spTgt spid="650"/>
                                        </p:tgtEl>
                                        <p:attrNameLst>
                                          <p:attrName>ppt_h</p:attrName>
                                        </p:attrNameLst>
                                      </p:cBhvr>
                                      <p:tavLst>
                                        <p:tav tm="0">
                                          <p:val>
                                            <p:strVal val="0"/>
                                          </p:val>
                                        </p:tav>
                                        <p:tav tm="100000">
                                          <p:val>
                                            <p:strVal val="#ppt_h"/>
                                          </p:val>
                                        </p:tav>
                                      </p:tavLst>
                                    </p:anim>
                                  </p:childTnLst>
                                </p:cTn>
                              </p:par>
                            </p:childTnLst>
                          </p:cTn>
                        </p:par>
                        <p:par>
                          <p:cTn id="125" fill="hold">
                            <p:stCondLst>
                              <p:cond delay="500"/>
                            </p:stCondLst>
                            <p:childTnLst>
                              <p:par>
                                <p:cTn id="126" presetID="23" presetClass="entr" presetSubtype="16" fill="hold" nodeType="afterEffect">
                                  <p:stCondLst>
                                    <p:cond delay="0"/>
                                  </p:stCondLst>
                                  <p:childTnLst>
                                    <p:set>
                                      <p:cBhvr>
                                        <p:cTn id="127" dur="1" fill="hold">
                                          <p:stCondLst>
                                            <p:cond delay="0"/>
                                          </p:stCondLst>
                                        </p:cTn>
                                        <p:tgtEl>
                                          <p:spTgt spid="651"/>
                                        </p:tgtEl>
                                        <p:attrNameLst>
                                          <p:attrName>style.visibility</p:attrName>
                                        </p:attrNameLst>
                                      </p:cBhvr>
                                      <p:to>
                                        <p:strVal val="visible"/>
                                      </p:to>
                                    </p:set>
                                    <p:anim calcmode="lin" valueType="num">
                                      <p:cBhvr additive="base">
                                        <p:cTn id="128" dur="500"/>
                                        <p:tgtEl>
                                          <p:spTgt spid="651"/>
                                        </p:tgtEl>
                                        <p:attrNameLst>
                                          <p:attrName>ppt_w</p:attrName>
                                        </p:attrNameLst>
                                      </p:cBhvr>
                                      <p:tavLst>
                                        <p:tav tm="0">
                                          <p:val>
                                            <p:strVal val="0"/>
                                          </p:val>
                                        </p:tav>
                                        <p:tav tm="100000">
                                          <p:val>
                                            <p:strVal val="#ppt_w"/>
                                          </p:val>
                                        </p:tav>
                                      </p:tavLst>
                                    </p:anim>
                                    <p:anim calcmode="lin" valueType="num">
                                      <p:cBhvr additive="base">
                                        <p:cTn id="129" dur="500"/>
                                        <p:tgtEl>
                                          <p:spTgt spid="651"/>
                                        </p:tgtEl>
                                        <p:attrNameLst>
                                          <p:attrName>ppt_h</p:attrName>
                                        </p:attrNameLst>
                                      </p:cBhvr>
                                      <p:tavLst>
                                        <p:tav tm="0">
                                          <p:val>
                                            <p:strVal val="0"/>
                                          </p:val>
                                        </p:tav>
                                        <p:tav tm="100000">
                                          <p:val>
                                            <p:strVal val="#ppt_h"/>
                                          </p:val>
                                        </p:tav>
                                      </p:tavLst>
                                    </p:anim>
                                  </p:childTnLst>
                                </p:cTn>
                              </p:par>
                            </p:childTnLst>
                          </p:cTn>
                        </p:par>
                        <p:par>
                          <p:cTn id="130" fill="hold">
                            <p:stCondLst>
                              <p:cond delay="1000"/>
                            </p:stCondLst>
                            <p:childTnLst>
                              <p:par>
                                <p:cTn id="131" presetID="23" presetClass="entr" presetSubtype="16" fill="hold" nodeType="afterEffect">
                                  <p:stCondLst>
                                    <p:cond delay="0"/>
                                  </p:stCondLst>
                                  <p:childTnLst>
                                    <p:set>
                                      <p:cBhvr>
                                        <p:cTn id="132" dur="1" fill="hold">
                                          <p:stCondLst>
                                            <p:cond delay="0"/>
                                          </p:stCondLst>
                                        </p:cTn>
                                        <p:tgtEl>
                                          <p:spTgt spid="652"/>
                                        </p:tgtEl>
                                        <p:attrNameLst>
                                          <p:attrName>style.visibility</p:attrName>
                                        </p:attrNameLst>
                                      </p:cBhvr>
                                      <p:to>
                                        <p:strVal val="visible"/>
                                      </p:to>
                                    </p:set>
                                    <p:anim calcmode="lin" valueType="num">
                                      <p:cBhvr additive="base">
                                        <p:cTn id="133" dur="500"/>
                                        <p:tgtEl>
                                          <p:spTgt spid="652"/>
                                        </p:tgtEl>
                                        <p:attrNameLst>
                                          <p:attrName>ppt_w</p:attrName>
                                        </p:attrNameLst>
                                      </p:cBhvr>
                                      <p:tavLst>
                                        <p:tav tm="0">
                                          <p:val>
                                            <p:strVal val="0"/>
                                          </p:val>
                                        </p:tav>
                                        <p:tav tm="100000">
                                          <p:val>
                                            <p:strVal val="#ppt_w"/>
                                          </p:val>
                                        </p:tav>
                                      </p:tavLst>
                                    </p:anim>
                                    <p:anim calcmode="lin" valueType="num">
                                      <p:cBhvr additive="base">
                                        <p:cTn id="134" dur="500"/>
                                        <p:tgtEl>
                                          <p:spTgt spid="652"/>
                                        </p:tgtEl>
                                        <p:attrNameLst>
                                          <p:attrName>ppt_h</p:attrName>
                                        </p:attrNameLst>
                                      </p:cBhvr>
                                      <p:tavLst>
                                        <p:tav tm="0">
                                          <p:val>
                                            <p:strVal val="0"/>
                                          </p:val>
                                        </p:tav>
                                        <p:tav tm="100000">
                                          <p:val>
                                            <p:strVal val="#ppt_h"/>
                                          </p:val>
                                        </p:tav>
                                      </p:tavLst>
                                    </p:anim>
                                  </p:childTnLst>
                                </p:cTn>
                              </p:par>
                            </p:childTnLst>
                          </p:cTn>
                        </p:par>
                        <p:par>
                          <p:cTn id="135" fill="hold">
                            <p:stCondLst>
                              <p:cond delay="1500"/>
                            </p:stCondLst>
                            <p:childTnLst>
                              <p:par>
                                <p:cTn id="136" presetID="23" presetClass="entr" presetSubtype="16" fill="hold" nodeType="afterEffect">
                                  <p:stCondLst>
                                    <p:cond delay="0"/>
                                  </p:stCondLst>
                                  <p:childTnLst>
                                    <p:set>
                                      <p:cBhvr>
                                        <p:cTn id="137" dur="1" fill="hold">
                                          <p:stCondLst>
                                            <p:cond delay="0"/>
                                          </p:stCondLst>
                                        </p:cTn>
                                        <p:tgtEl>
                                          <p:spTgt spid="653"/>
                                        </p:tgtEl>
                                        <p:attrNameLst>
                                          <p:attrName>style.visibility</p:attrName>
                                        </p:attrNameLst>
                                      </p:cBhvr>
                                      <p:to>
                                        <p:strVal val="visible"/>
                                      </p:to>
                                    </p:set>
                                    <p:anim calcmode="lin" valueType="num">
                                      <p:cBhvr additive="base">
                                        <p:cTn id="138" dur="500"/>
                                        <p:tgtEl>
                                          <p:spTgt spid="653"/>
                                        </p:tgtEl>
                                        <p:attrNameLst>
                                          <p:attrName>ppt_w</p:attrName>
                                        </p:attrNameLst>
                                      </p:cBhvr>
                                      <p:tavLst>
                                        <p:tav tm="0">
                                          <p:val>
                                            <p:strVal val="0"/>
                                          </p:val>
                                        </p:tav>
                                        <p:tav tm="100000">
                                          <p:val>
                                            <p:strVal val="#ppt_w"/>
                                          </p:val>
                                        </p:tav>
                                      </p:tavLst>
                                    </p:anim>
                                    <p:anim calcmode="lin" valueType="num">
                                      <p:cBhvr additive="base">
                                        <p:cTn id="139" dur="500"/>
                                        <p:tgtEl>
                                          <p:spTgt spid="653"/>
                                        </p:tgtEl>
                                        <p:attrNameLst>
                                          <p:attrName>ppt_h</p:attrName>
                                        </p:attrNameLst>
                                      </p:cBhvr>
                                      <p:tavLst>
                                        <p:tav tm="0">
                                          <p:val>
                                            <p:strVal val="0"/>
                                          </p:val>
                                        </p:tav>
                                        <p:tav tm="100000">
                                          <p:val>
                                            <p:strVal val="#ppt_h"/>
                                          </p:val>
                                        </p:tav>
                                      </p:tavLst>
                                    </p:anim>
                                  </p:childTnLst>
                                </p:cTn>
                              </p:par>
                            </p:childTnLst>
                          </p:cTn>
                        </p:par>
                        <p:par>
                          <p:cTn id="140" fill="hold">
                            <p:stCondLst>
                              <p:cond delay="2000"/>
                            </p:stCondLst>
                            <p:childTnLst>
                              <p:par>
                                <p:cTn id="141" presetID="23" presetClass="entr" presetSubtype="16" fill="hold" nodeType="afterEffect">
                                  <p:stCondLst>
                                    <p:cond delay="0"/>
                                  </p:stCondLst>
                                  <p:childTnLst>
                                    <p:set>
                                      <p:cBhvr>
                                        <p:cTn id="142" dur="1" fill="hold">
                                          <p:stCondLst>
                                            <p:cond delay="0"/>
                                          </p:stCondLst>
                                        </p:cTn>
                                        <p:tgtEl>
                                          <p:spTgt spid="654"/>
                                        </p:tgtEl>
                                        <p:attrNameLst>
                                          <p:attrName>style.visibility</p:attrName>
                                        </p:attrNameLst>
                                      </p:cBhvr>
                                      <p:to>
                                        <p:strVal val="visible"/>
                                      </p:to>
                                    </p:set>
                                    <p:anim calcmode="lin" valueType="num">
                                      <p:cBhvr additive="base">
                                        <p:cTn id="143" dur="500"/>
                                        <p:tgtEl>
                                          <p:spTgt spid="654"/>
                                        </p:tgtEl>
                                        <p:attrNameLst>
                                          <p:attrName>ppt_w</p:attrName>
                                        </p:attrNameLst>
                                      </p:cBhvr>
                                      <p:tavLst>
                                        <p:tav tm="0">
                                          <p:val>
                                            <p:strVal val="0"/>
                                          </p:val>
                                        </p:tav>
                                        <p:tav tm="100000">
                                          <p:val>
                                            <p:strVal val="#ppt_w"/>
                                          </p:val>
                                        </p:tav>
                                      </p:tavLst>
                                    </p:anim>
                                    <p:anim calcmode="lin" valueType="num">
                                      <p:cBhvr additive="base">
                                        <p:cTn id="144" dur="500"/>
                                        <p:tgtEl>
                                          <p:spTgt spid="654"/>
                                        </p:tgtEl>
                                        <p:attrNameLst>
                                          <p:attrName>ppt_h</p:attrName>
                                        </p:attrNameLst>
                                      </p:cBhvr>
                                      <p:tavLst>
                                        <p:tav tm="0">
                                          <p:val>
                                            <p:strVal val="0"/>
                                          </p:val>
                                        </p:tav>
                                        <p:tav tm="100000">
                                          <p:val>
                                            <p:strVal val="#ppt_h"/>
                                          </p:val>
                                        </p:tav>
                                      </p:tavLst>
                                    </p:anim>
                                  </p:childTnLst>
                                </p:cTn>
                              </p:par>
                            </p:childTnLst>
                          </p:cTn>
                        </p:par>
                        <p:par>
                          <p:cTn id="145" fill="hold">
                            <p:stCondLst>
                              <p:cond delay="2500"/>
                            </p:stCondLst>
                            <p:childTnLst>
                              <p:par>
                                <p:cTn id="146" presetID="23" presetClass="entr" presetSubtype="16" fill="hold" nodeType="afterEffect">
                                  <p:stCondLst>
                                    <p:cond delay="0"/>
                                  </p:stCondLst>
                                  <p:childTnLst>
                                    <p:set>
                                      <p:cBhvr>
                                        <p:cTn id="147" dur="1" fill="hold">
                                          <p:stCondLst>
                                            <p:cond delay="0"/>
                                          </p:stCondLst>
                                        </p:cTn>
                                        <p:tgtEl>
                                          <p:spTgt spid="655"/>
                                        </p:tgtEl>
                                        <p:attrNameLst>
                                          <p:attrName>style.visibility</p:attrName>
                                        </p:attrNameLst>
                                      </p:cBhvr>
                                      <p:to>
                                        <p:strVal val="visible"/>
                                      </p:to>
                                    </p:set>
                                    <p:anim calcmode="lin" valueType="num">
                                      <p:cBhvr additive="base">
                                        <p:cTn id="148" dur="500"/>
                                        <p:tgtEl>
                                          <p:spTgt spid="655"/>
                                        </p:tgtEl>
                                        <p:attrNameLst>
                                          <p:attrName>ppt_w</p:attrName>
                                        </p:attrNameLst>
                                      </p:cBhvr>
                                      <p:tavLst>
                                        <p:tav tm="0">
                                          <p:val>
                                            <p:strVal val="0"/>
                                          </p:val>
                                        </p:tav>
                                        <p:tav tm="100000">
                                          <p:val>
                                            <p:strVal val="#ppt_w"/>
                                          </p:val>
                                        </p:tav>
                                      </p:tavLst>
                                    </p:anim>
                                    <p:anim calcmode="lin" valueType="num">
                                      <p:cBhvr additive="base">
                                        <p:cTn id="149" dur="500"/>
                                        <p:tgtEl>
                                          <p:spTgt spid="655"/>
                                        </p:tgtEl>
                                        <p:attrNameLst>
                                          <p:attrName>ppt_h</p:attrName>
                                        </p:attrNameLst>
                                      </p:cBhvr>
                                      <p:tavLst>
                                        <p:tav tm="0">
                                          <p:val>
                                            <p:strVal val="0"/>
                                          </p:val>
                                        </p:tav>
                                        <p:tav tm="100000">
                                          <p:val>
                                            <p:strVal val="#ppt_h"/>
                                          </p:val>
                                        </p:tav>
                                      </p:tavLst>
                                    </p:anim>
                                  </p:childTnLst>
                                </p:cTn>
                              </p:par>
                            </p:childTnLst>
                          </p:cTn>
                        </p:par>
                        <p:par>
                          <p:cTn id="150" fill="hold">
                            <p:stCondLst>
                              <p:cond delay="3000"/>
                            </p:stCondLst>
                            <p:childTnLst>
                              <p:par>
                                <p:cTn id="151" presetID="23" presetClass="entr" presetSubtype="16" fill="hold" nodeType="afterEffect">
                                  <p:stCondLst>
                                    <p:cond delay="0"/>
                                  </p:stCondLst>
                                  <p:childTnLst>
                                    <p:set>
                                      <p:cBhvr>
                                        <p:cTn id="152" dur="1" fill="hold">
                                          <p:stCondLst>
                                            <p:cond delay="0"/>
                                          </p:stCondLst>
                                        </p:cTn>
                                        <p:tgtEl>
                                          <p:spTgt spid="656"/>
                                        </p:tgtEl>
                                        <p:attrNameLst>
                                          <p:attrName>style.visibility</p:attrName>
                                        </p:attrNameLst>
                                      </p:cBhvr>
                                      <p:to>
                                        <p:strVal val="visible"/>
                                      </p:to>
                                    </p:set>
                                    <p:anim calcmode="lin" valueType="num">
                                      <p:cBhvr additive="base">
                                        <p:cTn id="153" dur="500"/>
                                        <p:tgtEl>
                                          <p:spTgt spid="656"/>
                                        </p:tgtEl>
                                        <p:attrNameLst>
                                          <p:attrName>ppt_w</p:attrName>
                                        </p:attrNameLst>
                                      </p:cBhvr>
                                      <p:tavLst>
                                        <p:tav tm="0">
                                          <p:val>
                                            <p:strVal val="0"/>
                                          </p:val>
                                        </p:tav>
                                        <p:tav tm="100000">
                                          <p:val>
                                            <p:strVal val="#ppt_w"/>
                                          </p:val>
                                        </p:tav>
                                      </p:tavLst>
                                    </p:anim>
                                    <p:anim calcmode="lin" valueType="num">
                                      <p:cBhvr additive="base">
                                        <p:cTn id="154" dur="500"/>
                                        <p:tgtEl>
                                          <p:spTgt spid="656"/>
                                        </p:tgtEl>
                                        <p:attrNameLst>
                                          <p:attrName>ppt_h</p:attrName>
                                        </p:attrNameLst>
                                      </p:cBhvr>
                                      <p:tavLst>
                                        <p:tav tm="0">
                                          <p:val>
                                            <p:strVal val="0"/>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7" presetID="23" presetClass="entr" presetSubtype="16" fill="hold" nodeType="clickEffect">
                                  <p:stCondLst>
                                    <p:cond delay="0"/>
                                  </p:stCondLst>
                                  <p:childTnLst>
                                    <p:set>
                                      <p:cBhvr>
                                        <p:cTn id="158" dur="1" fill="hold">
                                          <p:stCondLst>
                                            <p:cond delay="0"/>
                                          </p:stCondLst>
                                        </p:cTn>
                                        <p:tgtEl>
                                          <p:spTgt spid="659"/>
                                        </p:tgtEl>
                                        <p:attrNameLst>
                                          <p:attrName>style.visibility</p:attrName>
                                        </p:attrNameLst>
                                      </p:cBhvr>
                                      <p:to>
                                        <p:strVal val="visible"/>
                                      </p:to>
                                    </p:set>
                                    <p:anim calcmode="lin" valueType="num">
                                      <p:cBhvr additive="base">
                                        <p:cTn id="159" dur="500"/>
                                        <p:tgtEl>
                                          <p:spTgt spid="659"/>
                                        </p:tgtEl>
                                        <p:attrNameLst>
                                          <p:attrName>ppt_w</p:attrName>
                                        </p:attrNameLst>
                                      </p:cBhvr>
                                      <p:tavLst>
                                        <p:tav tm="0">
                                          <p:val>
                                            <p:strVal val="0"/>
                                          </p:val>
                                        </p:tav>
                                        <p:tav tm="100000">
                                          <p:val>
                                            <p:strVal val="#ppt_w"/>
                                          </p:val>
                                        </p:tav>
                                      </p:tavLst>
                                    </p:anim>
                                    <p:anim calcmode="lin" valueType="num">
                                      <p:cBhvr additive="base">
                                        <p:cTn id="160" dur="500"/>
                                        <p:tgtEl>
                                          <p:spTgt spid="65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14"/>
          <p:cNvSpPr txBox="1">
            <a:spLocks noGrp="1"/>
          </p:cNvSpPr>
          <p:nvPr>
            <p:ph type="title"/>
          </p:nvPr>
        </p:nvSpPr>
        <p:spPr>
          <a:xfrm>
            <a:off x="715448" y="53975"/>
            <a:ext cx="77114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Número de parámetros variable</a:t>
            </a:r>
            <a:endParaRPr/>
          </a:p>
        </p:txBody>
      </p:sp>
      <p:sp>
        <p:nvSpPr>
          <p:cNvPr id="665" name="Google Shape;665;p14"/>
          <p:cNvSpPr/>
          <p:nvPr/>
        </p:nvSpPr>
        <p:spPr>
          <a:xfrm>
            <a:off x="1547664" y="2548643"/>
            <a:ext cx="5112568" cy="305339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66" name="Google Shape;666;p14"/>
          <p:cNvSpPr/>
          <p:nvPr/>
        </p:nvSpPr>
        <p:spPr>
          <a:xfrm>
            <a:off x="1772816" y="2525728"/>
            <a:ext cx="4887416" cy="2962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rgbClr val="FF0000"/>
                </a:solidFill>
                <a:latin typeface="Arial"/>
                <a:ea typeface="Arial"/>
                <a:cs typeface="Arial"/>
                <a:sym typeface="Arial"/>
              </a:rPr>
              <a:t>…println(</a:t>
            </a:r>
            <a:r>
              <a:rPr lang="es-ES" sz="1800">
                <a:solidFill>
                  <a:schemeClr val="accent1"/>
                </a:solidFill>
                <a:latin typeface="Arial"/>
                <a:ea typeface="Arial"/>
                <a:cs typeface="Arial"/>
                <a:sym typeface="Arial"/>
              </a:rPr>
              <a:t> suma(</a:t>
            </a:r>
            <a:r>
              <a:rPr lang="es-ES" sz="1800">
                <a:solidFill>
                  <a:srgbClr val="00B050"/>
                </a:solidFill>
                <a:latin typeface="Arial"/>
                <a:ea typeface="Arial"/>
                <a:cs typeface="Arial"/>
                <a:sym typeface="Arial"/>
              </a:rPr>
              <a:t>23, 25, 27, 16, 24, 23, 20</a:t>
            </a:r>
            <a:r>
              <a:rPr lang="es-ES" sz="1800">
                <a:solidFill>
                  <a:schemeClr val="accent1"/>
                </a:solidFill>
                <a:latin typeface="Arial"/>
                <a:ea typeface="Arial"/>
                <a:cs typeface="Arial"/>
                <a:sym typeface="Arial"/>
              </a:rPr>
              <a:t>) </a:t>
            </a:r>
            <a:r>
              <a:rPr lang="es-ES" sz="1800">
                <a:solidFill>
                  <a:srgbClr val="FF0000"/>
                </a:solidFill>
                <a:latin typeface="Arial"/>
                <a:ea typeface="Arial"/>
                <a:cs typeface="Arial"/>
                <a:sym typeface="Arial"/>
              </a:rPr>
              <a:t>)</a:t>
            </a:r>
            <a:r>
              <a:rPr lang="es-ES" sz="1800">
                <a:solidFill>
                  <a:schemeClr val="dk1"/>
                </a:solidFill>
                <a:latin typeface="Arial"/>
                <a:ea typeface="Arial"/>
                <a:cs typeface="Arial"/>
                <a:sym typeface="Arial"/>
              </a:rPr>
              <a:t>;</a:t>
            </a:r>
            <a:endParaRPr sz="1800">
              <a:solidFill>
                <a:srgbClr val="0070C0"/>
              </a:solidFill>
              <a:latin typeface="Arial"/>
              <a:ea typeface="Arial"/>
              <a:cs typeface="Arial"/>
              <a:sym typeface="Arial"/>
            </a:endParaRPr>
          </a:p>
          <a:p>
            <a:pPr marL="0" marR="0" lvl="0" indent="0" algn="l" rtl="0">
              <a:spcBef>
                <a:spcPts val="0"/>
              </a:spcBef>
              <a:spcAft>
                <a:spcPts val="0"/>
              </a:spcAft>
              <a:buNone/>
            </a:pPr>
            <a:r>
              <a:rPr lang="es-ES" sz="1800">
                <a:solidFill>
                  <a:srgbClr val="FF0000"/>
                </a:solidFill>
                <a:latin typeface="Arial"/>
                <a:ea typeface="Arial"/>
                <a:cs typeface="Arial"/>
                <a:sym typeface="Arial"/>
              </a:rPr>
              <a:t>…println(</a:t>
            </a:r>
            <a:r>
              <a:rPr lang="es-ES" sz="1800">
                <a:solidFill>
                  <a:schemeClr val="accent1"/>
                </a:solidFill>
                <a:latin typeface="Arial"/>
                <a:ea typeface="Arial"/>
                <a:cs typeface="Arial"/>
                <a:sym typeface="Arial"/>
              </a:rPr>
              <a:t> suma(</a:t>
            </a:r>
            <a:r>
              <a:rPr lang="es-ES" sz="1800">
                <a:solidFill>
                  <a:srgbClr val="00B050"/>
                </a:solidFill>
                <a:latin typeface="Arial"/>
                <a:ea typeface="Arial"/>
                <a:cs typeface="Arial"/>
                <a:sym typeface="Arial"/>
              </a:rPr>
              <a:t>23, 25, 27</a:t>
            </a:r>
            <a:r>
              <a:rPr lang="es-ES" sz="1800">
                <a:solidFill>
                  <a:schemeClr val="accent1"/>
                </a:solidFill>
                <a:latin typeface="Arial"/>
                <a:ea typeface="Arial"/>
                <a:cs typeface="Arial"/>
                <a:sym typeface="Arial"/>
              </a:rPr>
              <a:t>) </a:t>
            </a:r>
            <a:r>
              <a:rPr lang="es-ES" sz="1800">
                <a:solidFill>
                  <a:srgbClr val="FF0000"/>
                </a:solidFill>
                <a:latin typeface="Arial"/>
                <a:ea typeface="Arial"/>
                <a:cs typeface="Arial"/>
                <a:sym typeface="Arial"/>
              </a:rPr>
              <a:t>)</a:t>
            </a:r>
            <a:r>
              <a:rPr lang="es-E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s-ES" sz="1800">
                <a:solidFill>
                  <a:srgbClr val="0070C0"/>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int</a:t>
            </a:r>
            <a:r>
              <a:rPr lang="es-ES" sz="1800">
                <a:solidFill>
                  <a:schemeClr val="dk1"/>
                </a:solidFill>
                <a:latin typeface="Arial"/>
                <a:ea typeface="Arial"/>
                <a:cs typeface="Arial"/>
                <a:sym typeface="Arial"/>
              </a:rPr>
              <a:t> </a:t>
            </a:r>
            <a:r>
              <a:rPr lang="es-ES" sz="1800">
                <a:solidFill>
                  <a:srgbClr val="FF0000"/>
                </a:solidFill>
                <a:latin typeface="Arial"/>
                <a:ea typeface="Arial"/>
                <a:cs typeface="Arial"/>
                <a:sym typeface="Arial"/>
              </a:rPr>
              <a:t>suma(</a:t>
            </a:r>
            <a:r>
              <a:rPr lang="es-ES" sz="1800">
                <a:solidFill>
                  <a:srgbClr val="0A0AFE"/>
                </a:solidFill>
                <a:latin typeface="Arial"/>
                <a:ea typeface="Arial"/>
                <a:cs typeface="Arial"/>
                <a:sym typeface="Arial"/>
              </a:rPr>
              <a:t>int</a:t>
            </a:r>
            <a:r>
              <a:rPr lang="es-ES" sz="1800" b="1">
                <a:solidFill>
                  <a:srgbClr val="0A0AFE"/>
                </a:solidFill>
                <a:latin typeface="Arial"/>
                <a:ea typeface="Arial"/>
                <a:cs typeface="Arial"/>
                <a:sym typeface="Arial"/>
              </a:rPr>
              <a:t>…</a:t>
            </a:r>
            <a:r>
              <a:rPr lang="es-ES" sz="1800">
                <a:solidFill>
                  <a:schemeClr val="dk1"/>
                </a:solidFill>
                <a:latin typeface="Arial"/>
                <a:ea typeface="Arial"/>
                <a:cs typeface="Arial"/>
                <a:sym typeface="Arial"/>
              </a:rPr>
              <a:t> </a:t>
            </a:r>
            <a:r>
              <a:rPr lang="es-ES" sz="1800" b="1">
                <a:solidFill>
                  <a:schemeClr val="dk1"/>
                </a:solidFill>
                <a:latin typeface="Arial"/>
                <a:ea typeface="Arial"/>
                <a:cs typeface="Arial"/>
                <a:sym typeface="Arial"/>
              </a:rPr>
              <a:t>valores</a:t>
            </a:r>
            <a:r>
              <a:rPr lang="es-ES" sz="1800">
                <a:solidFill>
                  <a:srgbClr val="FF0000"/>
                </a:solidFill>
                <a:latin typeface="Arial"/>
                <a:ea typeface="Arial"/>
                <a:cs typeface="Arial"/>
                <a:sym typeface="Arial"/>
              </a:rPr>
              <a:t>)</a:t>
            </a:r>
            <a:r>
              <a:rPr lang="es-ES" sz="1800">
                <a:solidFill>
                  <a:schemeClr val="dk1"/>
                </a:solidFill>
                <a:latin typeface="Arial"/>
                <a:ea typeface="Arial"/>
                <a:cs typeface="Arial"/>
                <a:sym typeface="Arial"/>
              </a:rPr>
              <a:t> {</a:t>
            </a:r>
            <a:endParaRPr/>
          </a:p>
          <a:p>
            <a:pPr marL="0" marR="0" lvl="0" indent="0" algn="l" rtl="0">
              <a:lnSpc>
                <a:spcPct val="118000"/>
              </a:lnSpc>
              <a:spcBef>
                <a:spcPts val="0"/>
              </a:spcBef>
              <a:spcAft>
                <a:spcPts val="0"/>
              </a:spcAft>
              <a:buNone/>
            </a:pPr>
            <a:r>
              <a:rPr lang="es-ES" sz="1800">
                <a:solidFill>
                  <a:schemeClr val="dk1"/>
                </a:solidFill>
                <a:latin typeface="Arial"/>
                <a:ea typeface="Arial"/>
                <a:cs typeface="Arial"/>
                <a:sym typeface="Arial"/>
              </a:rPr>
              <a:t>       suma = 0; </a:t>
            </a:r>
            <a:endParaRPr/>
          </a:p>
          <a:p>
            <a:pPr marL="0" marR="0" lvl="0" indent="0" algn="l" rtl="0">
              <a:lnSpc>
                <a:spcPct val="118000"/>
              </a:lnSpc>
              <a:spcBef>
                <a:spcPts val="0"/>
              </a:spcBef>
              <a:spcAft>
                <a:spcPts val="0"/>
              </a:spcAft>
              <a:buNone/>
            </a:pPr>
            <a:r>
              <a:rPr lang="es-ES" sz="1800">
                <a:solidFill>
                  <a:schemeClr val="dk1"/>
                </a:solidFill>
                <a:latin typeface="Arial"/>
                <a:ea typeface="Arial"/>
                <a:cs typeface="Arial"/>
                <a:sym typeface="Arial"/>
              </a:rPr>
              <a:t>       for( int valor : </a:t>
            </a:r>
            <a:r>
              <a:rPr lang="es-ES" sz="1800" b="1">
                <a:solidFill>
                  <a:schemeClr val="dk1"/>
                </a:solidFill>
                <a:latin typeface="Arial"/>
                <a:ea typeface="Arial"/>
                <a:cs typeface="Arial"/>
                <a:sym typeface="Arial"/>
              </a:rPr>
              <a:t>valores</a:t>
            </a:r>
            <a:r>
              <a:rPr lang="es-E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accent1"/>
                </a:solidFill>
                <a:latin typeface="Arial"/>
                <a:ea typeface="Arial"/>
                <a:cs typeface="Arial"/>
                <a:sym typeface="Arial"/>
              </a:rPr>
              <a:t>	</a:t>
            </a:r>
            <a:r>
              <a:rPr lang="es-ES" sz="1800">
                <a:solidFill>
                  <a:schemeClr val="dk1"/>
                </a:solidFill>
                <a:latin typeface="Arial"/>
                <a:ea typeface="Arial"/>
                <a:cs typeface="Arial"/>
                <a:sym typeface="Arial"/>
              </a:rPr>
              <a:t> suma += valor;</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       return suma;</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a:t>
            </a:r>
            <a:endParaRPr/>
          </a:p>
        </p:txBody>
      </p:sp>
      <p:sp>
        <p:nvSpPr>
          <p:cNvPr id="667" name="Google Shape;667;p14"/>
          <p:cNvSpPr txBox="1"/>
          <p:nvPr/>
        </p:nvSpPr>
        <p:spPr>
          <a:xfrm>
            <a:off x="1619672" y="900009"/>
            <a:ext cx="554461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Puede establecerse que un método reciba un número indeterminado de parámetros del mismo tipo.</a:t>
            </a:r>
            <a:endParaRPr sz="1600" b="1">
              <a:solidFill>
                <a:srgbClr val="FF0000"/>
              </a:solidFill>
              <a:latin typeface="Arial"/>
              <a:ea typeface="Arial"/>
              <a:cs typeface="Arial"/>
              <a:sym typeface="Arial"/>
            </a:endParaRPr>
          </a:p>
        </p:txBody>
      </p:sp>
      <p:cxnSp>
        <p:nvCxnSpPr>
          <p:cNvPr id="668" name="Google Shape;668;p14"/>
          <p:cNvCxnSpPr/>
          <p:nvPr/>
        </p:nvCxnSpPr>
        <p:spPr>
          <a:xfrm rot="10800000" flipH="1">
            <a:off x="4532738" y="3799046"/>
            <a:ext cx="2343518" cy="14603"/>
          </a:xfrm>
          <a:prstGeom prst="straightConnector1">
            <a:avLst/>
          </a:prstGeom>
          <a:noFill/>
          <a:ln w="38100" cap="flat" cmpd="sng">
            <a:solidFill>
              <a:schemeClr val="accent2"/>
            </a:solidFill>
            <a:prstDash val="solid"/>
            <a:round/>
            <a:headEnd type="none" w="sm" len="sm"/>
            <a:tailEnd type="stealth" w="med" len="med"/>
          </a:ln>
          <a:effectLst>
            <a:outerShdw blurRad="40000" dist="23000" dir="5400000" rotWithShape="0">
              <a:srgbClr val="000000">
                <a:alpha val="34901"/>
              </a:srgbClr>
            </a:outerShdw>
          </a:effectLst>
        </p:spPr>
      </p:cxnSp>
      <p:cxnSp>
        <p:nvCxnSpPr>
          <p:cNvPr id="669" name="Google Shape;669;p14"/>
          <p:cNvCxnSpPr/>
          <p:nvPr/>
        </p:nvCxnSpPr>
        <p:spPr>
          <a:xfrm flipH="1">
            <a:off x="3995936" y="3371716"/>
            <a:ext cx="108012" cy="333117"/>
          </a:xfrm>
          <a:prstGeom prst="straightConnector1">
            <a:avLst/>
          </a:prstGeom>
          <a:solidFill>
            <a:schemeClr val="accent1"/>
          </a:solidFill>
          <a:ln w="28575" cap="flat" cmpd="sng">
            <a:solidFill>
              <a:srgbClr val="FF0000"/>
            </a:solidFill>
            <a:prstDash val="solid"/>
            <a:round/>
            <a:headEnd type="none" w="sm" len="sm"/>
            <a:tailEnd type="stealth" w="med" len="med"/>
          </a:ln>
        </p:spPr>
      </p:cxnSp>
      <p:grpSp>
        <p:nvGrpSpPr>
          <p:cNvPr id="670" name="Google Shape;670;p14"/>
          <p:cNvGrpSpPr/>
          <p:nvPr/>
        </p:nvGrpSpPr>
        <p:grpSpPr>
          <a:xfrm>
            <a:off x="6876256" y="3644372"/>
            <a:ext cx="953206" cy="2448924"/>
            <a:chOff x="7623978" y="2957510"/>
            <a:chExt cx="953206" cy="2448924"/>
          </a:xfrm>
        </p:grpSpPr>
        <p:grpSp>
          <p:nvGrpSpPr>
            <p:cNvPr id="671" name="Google Shape;671;p14"/>
            <p:cNvGrpSpPr/>
            <p:nvPr/>
          </p:nvGrpSpPr>
          <p:grpSpPr>
            <a:xfrm>
              <a:off x="7720638" y="3287126"/>
              <a:ext cx="672604" cy="2119308"/>
              <a:chOff x="5376788" y="1868492"/>
              <a:chExt cx="672604" cy="2119308"/>
            </a:xfrm>
          </p:grpSpPr>
          <p:sp>
            <p:nvSpPr>
              <p:cNvPr id="672" name="Google Shape;672;p14"/>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3" name="Google Shape;673;p14"/>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4" name="Google Shape;674;p14"/>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5" name="Google Shape;675;p14"/>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6" name="Google Shape;676;p14"/>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7" name="Google Shape;677;p14"/>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8" name="Google Shape;678;p14"/>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79" name="Google Shape;679;p14"/>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680" name="Google Shape;680;p14"/>
            <p:cNvGrpSpPr/>
            <p:nvPr/>
          </p:nvGrpSpPr>
          <p:grpSpPr>
            <a:xfrm>
              <a:off x="7845108" y="3343880"/>
              <a:ext cx="423664" cy="2062554"/>
              <a:chOff x="8287108" y="3568794"/>
              <a:chExt cx="423664" cy="2062554"/>
            </a:xfrm>
          </p:grpSpPr>
          <p:sp>
            <p:nvSpPr>
              <p:cNvPr id="681" name="Google Shape;681;p14"/>
              <p:cNvSpPr txBox="1"/>
              <p:nvPr/>
            </p:nvSpPr>
            <p:spPr>
              <a:xfrm>
                <a:off x="8287108" y="3568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682" name="Google Shape;682;p14"/>
              <p:cNvSpPr txBox="1"/>
              <p:nvPr/>
            </p:nvSpPr>
            <p:spPr>
              <a:xfrm>
                <a:off x="8287108" y="38568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683" name="Google Shape;683;p14"/>
              <p:cNvSpPr txBox="1"/>
              <p:nvPr/>
            </p:nvSpPr>
            <p:spPr>
              <a:xfrm>
                <a:off x="8287108" y="414066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684" name="Google Shape;684;p14"/>
              <p:cNvSpPr txBox="1"/>
              <p:nvPr/>
            </p:nvSpPr>
            <p:spPr>
              <a:xfrm>
                <a:off x="8287108" y="443289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16</a:t>
                </a:r>
                <a:endParaRPr/>
              </a:p>
            </p:txBody>
          </p:sp>
          <p:sp>
            <p:nvSpPr>
              <p:cNvPr id="685" name="Google Shape;685;p14"/>
              <p:cNvSpPr txBox="1"/>
              <p:nvPr/>
            </p:nvSpPr>
            <p:spPr>
              <a:xfrm>
                <a:off x="8287108" y="472092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686" name="Google Shape;686;p14"/>
              <p:cNvSpPr txBox="1"/>
              <p:nvPr/>
            </p:nvSpPr>
            <p:spPr>
              <a:xfrm>
                <a:off x="8287108" y="500476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687" name="Google Shape;687;p14"/>
              <p:cNvSpPr txBox="1"/>
              <p:nvPr/>
            </p:nvSpPr>
            <p:spPr>
              <a:xfrm>
                <a:off x="8287108" y="5292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grpSp>
        <p:sp>
          <p:nvSpPr>
            <p:cNvPr id="688" name="Google Shape;688;p14"/>
            <p:cNvSpPr txBox="1"/>
            <p:nvPr/>
          </p:nvSpPr>
          <p:spPr>
            <a:xfrm>
              <a:off x="7623978" y="2957510"/>
              <a:ext cx="95320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valores</a:t>
              </a:r>
              <a:endParaRPr sz="1600" b="1">
                <a:solidFill>
                  <a:srgbClr val="FF0000"/>
                </a:solidFill>
                <a:latin typeface="Arial"/>
                <a:ea typeface="Arial"/>
                <a:cs typeface="Arial"/>
                <a:sym typeface="Arial"/>
              </a:endParaRPr>
            </a:p>
          </p:txBody>
        </p:sp>
      </p:grpSp>
      <p:grpSp>
        <p:nvGrpSpPr>
          <p:cNvPr id="689" name="Google Shape;689;p14"/>
          <p:cNvGrpSpPr/>
          <p:nvPr/>
        </p:nvGrpSpPr>
        <p:grpSpPr>
          <a:xfrm>
            <a:off x="6866206" y="3627068"/>
            <a:ext cx="953207" cy="1318221"/>
            <a:chOff x="7552718" y="3334461"/>
            <a:chExt cx="953207" cy="1318221"/>
          </a:xfrm>
        </p:grpSpPr>
        <p:sp>
          <p:nvSpPr>
            <p:cNvPr id="690" name="Google Shape;690;p14"/>
            <p:cNvSpPr/>
            <p:nvPr/>
          </p:nvSpPr>
          <p:spPr>
            <a:xfrm>
              <a:off x="7659428" y="3677361"/>
              <a:ext cx="672604" cy="975321"/>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91" name="Google Shape;691;p14"/>
            <p:cNvSpPr/>
            <p:nvPr/>
          </p:nvSpPr>
          <p:spPr>
            <a:xfrm>
              <a:off x="7706036" y="372542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92" name="Google Shape;692;p14"/>
            <p:cNvSpPr/>
            <p:nvPr/>
          </p:nvSpPr>
          <p:spPr>
            <a:xfrm>
              <a:off x="7706036" y="401345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693" name="Google Shape;693;p14"/>
            <p:cNvSpPr/>
            <p:nvPr/>
          </p:nvSpPr>
          <p:spPr>
            <a:xfrm>
              <a:off x="7706036" y="429729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694" name="Google Shape;694;p14"/>
            <p:cNvGrpSpPr/>
            <p:nvPr/>
          </p:nvGrpSpPr>
          <p:grpSpPr>
            <a:xfrm>
              <a:off x="7783898" y="3734115"/>
              <a:ext cx="423664" cy="910426"/>
              <a:chOff x="8287108" y="3568794"/>
              <a:chExt cx="423664" cy="910426"/>
            </a:xfrm>
          </p:grpSpPr>
          <p:sp>
            <p:nvSpPr>
              <p:cNvPr id="695" name="Google Shape;695;p14"/>
              <p:cNvSpPr txBox="1"/>
              <p:nvPr/>
            </p:nvSpPr>
            <p:spPr>
              <a:xfrm>
                <a:off x="8287108" y="356879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696" name="Google Shape;696;p14"/>
              <p:cNvSpPr txBox="1"/>
              <p:nvPr/>
            </p:nvSpPr>
            <p:spPr>
              <a:xfrm>
                <a:off x="8287108" y="385682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697" name="Google Shape;697;p14"/>
              <p:cNvSpPr txBox="1"/>
              <p:nvPr/>
            </p:nvSpPr>
            <p:spPr>
              <a:xfrm>
                <a:off x="8287108" y="414066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grpSp>
        <p:sp>
          <p:nvSpPr>
            <p:cNvPr id="698" name="Google Shape;698;p14"/>
            <p:cNvSpPr txBox="1"/>
            <p:nvPr/>
          </p:nvSpPr>
          <p:spPr>
            <a:xfrm>
              <a:off x="7552718" y="3334461"/>
              <a:ext cx="95320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valores</a:t>
              </a:r>
              <a:endParaRPr sz="1600" b="1">
                <a:solidFill>
                  <a:srgbClr val="FF0000"/>
                </a:solidFill>
                <a:latin typeface="Arial"/>
                <a:ea typeface="Arial"/>
                <a:cs typeface="Arial"/>
                <a:sym typeface="Arial"/>
              </a:endParaRPr>
            </a:p>
          </p:txBody>
        </p:sp>
      </p:grpSp>
      <p:sp>
        <p:nvSpPr>
          <p:cNvPr id="699" name="Google Shape;699;p14"/>
          <p:cNvSpPr txBox="1"/>
          <p:nvPr/>
        </p:nvSpPr>
        <p:spPr>
          <a:xfrm>
            <a:off x="1642664" y="1637184"/>
            <a:ext cx="554461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Los parámetros se reciben en el método como un array, </a:t>
            </a:r>
            <a:endParaRPr/>
          </a:p>
          <a:p>
            <a:pPr marL="0" marR="0" lvl="0" indent="0" algn="ctr" rtl="0">
              <a:spcBef>
                <a:spcPts val="0"/>
              </a:spcBef>
              <a:spcAft>
                <a:spcPts val="0"/>
              </a:spcAft>
              <a:buNone/>
            </a:pPr>
            <a:r>
              <a:rPr lang="es-ES" sz="1600" b="1">
                <a:solidFill>
                  <a:schemeClr val="dk1"/>
                </a:solidFill>
                <a:latin typeface="Arial"/>
                <a:ea typeface="Arial"/>
                <a:cs typeface="Arial"/>
                <a:sym typeface="Arial"/>
              </a:rPr>
              <a:t>a pesar de no haber sido declarado como tal</a:t>
            </a:r>
            <a:endParaRPr sz="1600" b="1">
              <a:solidFill>
                <a:srgbClr val="FF0000"/>
              </a:solidFill>
              <a:latin typeface="Arial"/>
              <a:ea typeface="Arial"/>
              <a:cs typeface="Arial"/>
              <a:sym typeface="Arial"/>
            </a:endParaRPr>
          </a:p>
        </p:txBody>
      </p:sp>
      <p:cxnSp>
        <p:nvCxnSpPr>
          <p:cNvPr id="701" name="Google Shape;701;p14"/>
          <p:cNvCxnSpPr/>
          <p:nvPr/>
        </p:nvCxnSpPr>
        <p:spPr>
          <a:xfrm flipH="1">
            <a:off x="3995936" y="3092824"/>
            <a:ext cx="1073605" cy="612009"/>
          </a:xfrm>
          <a:prstGeom prst="straightConnector1">
            <a:avLst/>
          </a:prstGeom>
          <a:solidFill>
            <a:schemeClr val="accent1"/>
          </a:solidFill>
          <a:ln w="28575" cap="flat" cmpd="sng">
            <a:solidFill>
              <a:srgbClr val="FF0000"/>
            </a:solidFill>
            <a:prstDash val="solid"/>
            <a:round/>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67"/>
                                        </p:tgtEl>
                                        <p:attrNameLst>
                                          <p:attrName>style.visibility</p:attrName>
                                        </p:attrNameLst>
                                      </p:cBhvr>
                                      <p:to>
                                        <p:strVal val="visible"/>
                                      </p:to>
                                    </p:set>
                                    <p:anim calcmode="lin" valueType="num">
                                      <p:cBhvr additive="base">
                                        <p:cTn id="7" dur="500"/>
                                        <p:tgtEl>
                                          <p:spTgt spid="667"/>
                                        </p:tgtEl>
                                        <p:attrNameLst>
                                          <p:attrName>ppt_w</p:attrName>
                                        </p:attrNameLst>
                                      </p:cBhvr>
                                      <p:tavLst>
                                        <p:tav tm="0">
                                          <p:val>
                                            <p:strVal val="0"/>
                                          </p:val>
                                        </p:tav>
                                        <p:tav tm="100000">
                                          <p:val>
                                            <p:strVal val="#ppt_w"/>
                                          </p:val>
                                        </p:tav>
                                      </p:tavLst>
                                    </p:anim>
                                    <p:anim calcmode="lin" valueType="num">
                                      <p:cBhvr additive="base">
                                        <p:cTn id="8" dur="500"/>
                                        <p:tgtEl>
                                          <p:spTgt spid="66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65"/>
                                        </p:tgtEl>
                                        <p:attrNameLst>
                                          <p:attrName>style.visibility</p:attrName>
                                        </p:attrNameLst>
                                      </p:cBhvr>
                                      <p:to>
                                        <p:strVal val="visible"/>
                                      </p:to>
                                    </p:set>
                                    <p:animEffect transition="in" filter="fade">
                                      <p:cBhvr>
                                        <p:cTn id="13" dur="500"/>
                                        <p:tgtEl>
                                          <p:spTgt spid="665"/>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666">
                                            <p:txEl>
                                              <p:pRg st="0" end="0"/>
                                            </p:txEl>
                                          </p:spTgt>
                                        </p:tgtEl>
                                        <p:attrNameLst>
                                          <p:attrName>style.visibility</p:attrName>
                                        </p:attrNameLst>
                                      </p:cBhvr>
                                      <p:to>
                                        <p:strVal val="visible"/>
                                      </p:to>
                                    </p:set>
                                    <p:anim calcmode="lin" valueType="num">
                                      <p:cBhvr additive="base">
                                        <p:cTn id="18" dur="500"/>
                                        <p:tgtEl>
                                          <p:spTgt spid="666">
                                            <p:txEl>
                                              <p:pRg st="0" end="0"/>
                                            </p:txEl>
                                          </p:spTgt>
                                        </p:tgtEl>
                                        <p:attrNameLst>
                                          <p:attrName>ppt_w</p:attrName>
                                        </p:attrNameLst>
                                      </p:cBhvr>
                                      <p:tavLst>
                                        <p:tav tm="0">
                                          <p:val>
                                            <p:strVal val="0"/>
                                          </p:val>
                                        </p:tav>
                                        <p:tav tm="100000">
                                          <p:val>
                                            <p:strVal val="#ppt_w"/>
                                          </p:val>
                                        </p:tav>
                                      </p:tavLst>
                                    </p:anim>
                                    <p:anim calcmode="lin" valueType="num">
                                      <p:cBhvr additive="base">
                                        <p:cTn id="19" dur="500"/>
                                        <p:tgtEl>
                                          <p:spTgt spid="666">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666">
                                            <p:txEl>
                                              <p:pRg st="1" end="1"/>
                                            </p:txEl>
                                          </p:spTgt>
                                        </p:tgtEl>
                                        <p:attrNameLst>
                                          <p:attrName>style.visibility</p:attrName>
                                        </p:attrNameLst>
                                      </p:cBhvr>
                                      <p:to>
                                        <p:strVal val="visible"/>
                                      </p:to>
                                    </p:set>
                                    <p:anim calcmode="lin" valueType="num">
                                      <p:cBhvr additive="base">
                                        <p:cTn id="24" dur="500"/>
                                        <p:tgtEl>
                                          <p:spTgt spid="666">
                                            <p:txEl>
                                              <p:pRg st="1" end="1"/>
                                            </p:txEl>
                                          </p:spTgt>
                                        </p:tgtEl>
                                        <p:attrNameLst>
                                          <p:attrName>ppt_w</p:attrName>
                                        </p:attrNameLst>
                                      </p:cBhvr>
                                      <p:tavLst>
                                        <p:tav tm="0">
                                          <p:val>
                                            <p:strVal val="0"/>
                                          </p:val>
                                        </p:tav>
                                        <p:tav tm="100000">
                                          <p:val>
                                            <p:strVal val="#ppt_w"/>
                                          </p:val>
                                        </p:tav>
                                      </p:tavLst>
                                    </p:anim>
                                    <p:anim calcmode="lin" valueType="num">
                                      <p:cBhvr additive="base">
                                        <p:cTn id="25" dur="500"/>
                                        <p:tgtEl>
                                          <p:spTgt spid="666">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666">
                                            <p:txEl>
                                              <p:pRg st="2" end="2"/>
                                            </p:txEl>
                                          </p:spTgt>
                                        </p:tgtEl>
                                        <p:attrNameLst>
                                          <p:attrName>style.visibility</p:attrName>
                                        </p:attrNameLst>
                                      </p:cBhvr>
                                      <p:to>
                                        <p:strVal val="visible"/>
                                      </p:to>
                                    </p:set>
                                    <p:anim calcmode="lin" valueType="num">
                                      <p:cBhvr additive="base">
                                        <p:cTn id="30" dur="500"/>
                                        <p:tgtEl>
                                          <p:spTgt spid="666">
                                            <p:txEl>
                                              <p:pRg st="2" end="2"/>
                                            </p:txEl>
                                          </p:spTgt>
                                        </p:tgtEl>
                                        <p:attrNameLst>
                                          <p:attrName>ppt_w</p:attrName>
                                        </p:attrNameLst>
                                      </p:cBhvr>
                                      <p:tavLst>
                                        <p:tav tm="0">
                                          <p:val>
                                            <p:strVal val="0"/>
                                          </p:val>
                                        </p:tav>
                                        <p:tav tm="100000">
                                          <p:val>
                                            <p:strVal val="#ppt_w"/>
                                          </p:val>
                                        </p:tav>
                                      </p:tavLst>
                                    </p:anim>
                                    <p:anim calcmode="lin" valueType="num">
                                      <p:cBhvr additive="base">
                                        <p:cTn id="31" dur="500"/>
                                        <p:tgtEl>
                                          <p:spTgt spid="666">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666">
                                            <p:txEl>
                                              <p:pRg st="3" end="3"/>
                                            </p:txEl>
                                          </p:spTgt>
                                        </p:tgtEl>
                                        <p:attrNameLst>
                                          <p:attrName>style.visibility</p:attrName>
                                        </p:attrNameLst>
                                      </p:cBhvr>
                                      <p:to>
                                        <p:strVal val="visible"/>
                                      </p:to>
                                    </p:set>
                                    <p:anim calcmode="lin" valueType="num">
                                      <p:cBhvr additive="base">
                                        <p:cTn id="36" dur="500"/>
                                        <p:tgtEl>
                                          <p:spTgt spid="666">
                                            <p:txEl>
                                              <p:pRg st="3" end="3"/>
                                            </p:txEl>
                                          </p:spTgt>
                                        </p:tgtEl>
                                        <p:attrNameLst>
                                          <p:attrName>ppt_w</p:attrName>
                                        </p:attrNameLst>
                                      </p:cBhvr>
                                      <p:tavLst>
                                        <p:tav tm="0">
                                          <p:val>
                                            <p:strVal val="0"/>
                                          </p:val>
                                        </p:tav>
                                        <p:tav tm="100000">
                                          <p:val>
                                            <p:strVal val="#ppt_w"/>
                                          </p:val>
                                        </p:tav>
                                      </p:tavLst>
                                    </p:anim>
                                    <p:anim calcmode="lin" valueType="num">
                                      <p:cBhvr additive="base">
                                        <p:cTn id="37" dur="500"/>
                                        <p:tgtEl>
                                          <p:spTgt spid="666">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666">
                                            <p:txEl>
                                              <p:pRg st="4" end="4"/>
                                            </p:txEl>
                                          </p:spTgt>
                                        </p:tgtEl>
                                        <p:attrNameLst>
                                          <p:attrName>style.visibility</p:attrName>
                                        </p:attrNameLst>
                                      </p:cBhvr>
                                      <p:to>
                                        <p:strVal val="visible"/>
                                      </p:to>
                                    </p:set>
                                    <p:anim calcmode="lin" valueType="num">
                                      <p:cBhvr additive="base">
                                        <p:cTn id="42" dur="500"/>
                                        <p:tgtEl>
                                          <p:spTgt spid="666">
                                            <p:txEl>
                                              <p:pRg st="4" end="4"/>
                                            </p:txEl>
                                          </p:spTgt>
                                        </p:tgtEl>
                                        <p:attrNameLst>
                                          <p:attrName>ppt_w</p:attrName>
                                        </p:attrNameLst>
                                      </p:cBhvr>
                                      <p:tavLst>
                                        <p:tav tm="0">
                                          <p:val>
                                            <p:strVal val="0"/>
                                          </p:val>
                                        </p:tav>
                                        <p:tav tm="100000">
                                          <p:val>
                                            <p:strVal val="#ppt_w"/>
                                          </p:val>
                                        </p:tav>
                                      </p:tavLst>
                                    </p:anim>
                                    <p:anim calcmode="lin" valueType="num">
                                      <p:cBhvr additive="base">
                                        <p:cTn id="43" dur="500"/>
                                        <p:tgtEl>
                                          <p:spTgt spid="666">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666">
                                            <p:txEl>
                                              <p:pRg st="5" end="5"/>
                                            </p:txEl>
                                          </p:spTgt>
                                        </p:tgtEl>
                                        <p:attrNameLst>
                                          <p:attrName>style.visibility</p:attrName>
                                        </p:attrNameLst>
                                      </p:cBhvr>
                                      <p:to>
                                        <p:strVal val="visible"/>
                                      </p:to>
                                    </p:set>
                                    <p:anim calcmode="lin" valueType="num">
                                      <p:cBhvr additive="base">
                                        <p:cTn id="48" dur="500"/>
                                        <p:tgtEl>
                                          <p:spTgt spid="666">
                                            <p:txEl>
                                              <p:pRg st="5" end="5"/>
                                            </p:txEl>
                                          </p:spTgt>
                                        </p:tgtEl>
                                        <p:attrNameLst>
                                          <p:attrName>ppt_w</p:attrName>
                                        </p:attrNameLst>
                                      </p:cBhvr>
                                      <p:tavLst>
                                        <p:tav tm="0">
                                          <p:val>
                                            <p:strVal val="0"/>
                                          </p:val>
                                        </p:tav>
                                        <p:tav tm="100000">
                                          <p:val>
                                            <p:strVal val="#ppt_w"/>
                                          </p:val>
                                        </p:tav>
                                      </p:tavLst>
                                    </p:anim>
                                    <p:anim calcmode="lin" valueType="num">
                                      <p:cBhvr additive="base">
                                        <p:cTn id="49" dur="500"/>
                                        <p:tgtEl>
                                          <p:spTgt spid="666">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666">
                                            <p:txEl>
                                              <p:pRg st="6" end="6"/>
                                            </p:txEl>
                                          </p:spTgt>
                                        </p:tgtEl>
                                        <p:attrNameLst>
                                          <p:attrName>style.visibility</p:attrName>
                                        </p:attrNameLst>
                                      </p:cBhvr>
                                      <p:to>
                                        <p:strVal val="visible"/>
                                      </p:to>
                                    </p:set>
                                    <p:anim calcmode="lin" valueType="num">
                                      <p:cBhvr additive="base">
                                        <p:cTn id="54" dur="500"/>
                                        <p:tgtEl>
                                          <p:spTgt spid="666">
                                            <p:txEl>
                                              <p:pRg st="6" end="6"/>
                                            </p:txEl>
                                          </p:spTgt>
                                        </p:tgtEl>
                                        <p:attrNameLst>
                                          <p:attrName>ppt_w</p:attrName>
                                        </p:attrNameLst>
                                      </p:cBhvr>
                                      <p:tavLst>
                                        <p:tav tm="0">
                                          <p:val>
                                            <p:strVal val="0"/>
                                          </p:val>
                                        </p:tav>
                                        <p:tav tm="100000">
                                          <p:val>
                                            <p:strVal val="#ppt_w"/>
                                          </p:val>
                                        </p:tav>
                                      </p:tavLst>
                                    </p:anim>
                                    <p:anim calcmode="lin" valueType="num">
                                      <p:cBhvr additive="base">
                                        <p:cTn id="55" dur="500"/>
                                        <p:tgtEl>
                                          <p:spTgt spid="666">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nodeType="clickEffect">
                                  <p:stCondLst>
                                    <p:cond delay="0"/>
                                  </p:stCondLst>
                                  <p:childTnLst>
                                    <p:set>
                                      <p:cBhvr>
                                        <p:cTn id="59" dur="1" fill="hold">
                                          <p:stCondLst>
                                            <p:cond delay="0"/>
                                          </p:stCondLst>
                                        </p:cTn>
                                        <p:tgtEl>
                                          <p:spTgt spid="666">
                                            <p:txEl>
                                              <p:pRg st="7" end="7"/>
                                            </p:txEl>
                                          </p:spTgt>
                                        </p:tgtEl>
                                        <p:attrNameLst>
                                          <p:attrName>style.visibility</p:attrName>
                                        </p:attrNameLst>
                                      </p:cBhvr>
                                      <p:to>
                                        <p:strVal val="visible"/>
                                      </p:to>
                                    </p:set>
                                    <p:anim calcmode="lin" valueType="num">
                                      <p:cBhvr additive="base">
                                        <p:cTn id="60" dur="500"/>
                                        <p:tgtEl>
                                          <p:spTgt spid="666">
                                            <p:txEl>
                                              <p:pRg st="7" end="7"/>
                                            </p:txEl>
                                          </p:spTgt>
                                        </p:tgtEl>
                                        <p:attrNameLst>
                                          <p:attrName>ppt_w</p:attrName>
                                        </p:attrNameLst>
                                      </p:cBhvr>
                                      <p:tavLst>
                                        <p:tav tm="0">
                                          <p:val>
                                            <p:strVal val="0"/>
                                          </p:val>
                                        </p:tav>
                                        <p:tav tm="100000">
                                          <p:val>
                                            <p:strVal val="#ppt_w"/>
                                          </p:val>
                                        </p:tav>
                                      </p:tavLst>
                                    </p:anim>
                                    <p:anim calcmode="lin" valueType="num">
                                      <p:cBhvr additive="base">
                                        <p:cTn id="61" dur="500"/>
                                        <p:tgtEl>
                                          <p:spTgt spid="666">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3" presetClass="entr" presetSubtype="16" fill="hold" nodeType="clickEffect">
                                  <p:stCondLst>
                                    <p:cond delay="0"/>
                                  </p:stCondLst>
                                  <p:childTnLst>
                                    <p:set>
                                      <p:cBhvr>
                                        <p:cTn id="65" dur="1" fill="hold">
                                          <p:stCondLst>
                                            <p:cond delay="0"/>
                                          </p:stCondLst>
                                        </p:cTn>
                                        <p:tgtEl>
                                          <p:spTgt spid="666">
                                            <p:txEl>
                                              <p:pRg st="8" end="8"/>
                                            </p:txEl>
                                          </p:spTgt>
                                        </p:tgtEl>
                                        <p:attrNameLst>
                                          <p:attrName>style.visibility</p:attrName>
                                        </p:attrNameLst>
                                      </p:cBhvr>
                                      <p:to>
                                        <p:strVal val="visible"/>
                                      </p:to>
                                    </p:set>
                                    <p:anim calcmode="lin" valueType="num">
                                      <p:cBhvr additive="base">
                                        <p:cTn id="66" dur="500"/>
                                        <p:tgtEl>
                                          <p:spTgt spid="666">
                                            <p:txEl>
                                              <p:pRg st="8" end="8"/>
                                            </p:txEl>
                                          </p:spTgt>
                                        </p:tgtEl>
                                        <p:attrNameLst>
                                          <p:attrName>ppt_w</p:attrName>
                                        </p:attrNameLst>
                                      </p:cBhvr>
                                      <p:tavLst>
                                        <p:tav tm="0">
                                          <p:val>
                                            <p:strVal val="0"/>
                                          </p:val>
                                        </p:tav>
                                        <p:tav tm="100000">
                                          <p:val>
                                            <p:strVal val="#ppt_w"/>
                                          </p:val>
                                        </p:tav>
                                      </p:tavLst>
                                    </p:anim>
                                    <p:anim calcmode="lin" valueType="num">
                                      <p:cBhvr additive="base">
                                        <p:cTn id="67" dur="500"/>
                                        <p:tgtEl>
                                          <p:spTgt spid="666">
                                            <p:txEl>
                                              <p:pRg st="8" end="8"/>
                                            </p:txEl>
                                          </p:spTgt>
                                        </p:tgtEl>
                                        <p:attrNameLst>
                                          <p:attrName>ppt_h</p:attrName>
                                        </p:attrNameLst>
                                      </p:cBhvr>
                                      <p:tavLst>
                                        <p:tav tm="0">
                                          <p:val>
                                            <p:str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nodeType="clickEffect">
                                  <p:stCondLst>
                                    <p:cond delay="0"/>
                                  </p:stCondLst>
                                  <p:childTnLst>
                                    <p:set>
                                      <p:cBhvr>
                                        <p:cTn id="71" dur="1" fill="hold">
                                          <p:stCondLst>
                                            <p:cond delay="0"/>
                                          </p:stCondLst>
                                        </p:cTn>
                                        <p:tgtEl>
                                          <p:spTgt spid="666">
                                            <p:txEl>
                                              <p:pRg st="9" end="9"/>
                                            </p:txEl>
                                          </p:spTgt>
                                        </p:tgtEl>
                                        <p:attrNameLst>
                                          <p:attrName>style.visibility</p:attrName>
                                        </p:attrNameLst>
                                      </p:cBhvr>
                                      <p:to>
                                        <p:strVal val="visible"/>
                                      </p:to>
                                    </p:set>
                                    <p:anim calcmode="lin" valueType="num">
                                      <p:cBhvr additive="base">
                                        <p:cTn id="72" dur="500"/>
                                        <p:tgtEl>
                                          <p:spTgt spid="666">
                                            <p:txEl>
                                              <p:pRg st="9" end="9"/>
                                            </p:txEl>
                                          </p:spTgt>
                                        </p:tgtEl>
                                        <p:attrNameLst>
                                          <p:attrName>ppt_w</p:attrName>
                                        </p:attrNameLst>
                                      </p:cBhvr>
                                      <p:tavLst>
                                        <p:tav tm="0">
                                          <p:val>
                                            <p:strVal val="0"/>
                                          </p:val>
                                        </p:tav>
                                        <p:tav tm="100000">
                                          <p:val>
                                            <p:strVal val="#ppt_w"/>
                                          </p:val>
                                        </p:tav>
                                      </p:tavLst>
                                    </p:anim>
                                    <p:anim calcmode="lin" valueType="num">
                                      <p:cBhvr additive="base">
                                        <p:cTn id="73" dur="500"/>
                                        <p:tgtEl>
                                          <p:spTgt spid="666">
                                            <p:txEl>
                                              <p:pRg st="9" end="9"/>
                                            </p:txEl>
                                          </p:spTgt>
                                        </p:tgtEl>
                                        <p:attrNameLst>
                                          <p:attrName>ppt_h</p:attrName>
                                        </p:attrNameLst>
                                      </p:cBhvr>
                                      <p:tavLst>
                                        <p:tav tm="0">
                                          <p:val>
                                            <p:strVal val="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669"/>
                                        </p:tgtEl>
                                        <p:attrNameLst>
                                          <p:attrName>style.visibility</p:attrName>
                                        </p:attrNameLst>
                                      </p:cBhvr>
                                      <p:to>
                                        <p:strVal val="visible"/>
                                      </p:to>
                                    </p:set>
                                    <p:animEffect transition="in" filter="fade">
                                      <p:cBhvr>
                                        <p:cTn id="78" dur="500"/>
                                        <p:tgtEl>
                                          <p:spTgt spid="669"/>
                                        </p:tgtEl>
                                      </p:cBhvr>
                                    </p:animEffect>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699"/>
                                        </p:tgtEl>
                                        <p:attrNameLst>
                                          <p:attrName>style.visibility</p:attrName>
                                        </p:attrNameLst>
                                      </p:cBhvr>
                                      <p:to>
                                        <p:strVal val="visible"/>
                                      </p:to>
                                    </p:set>
                                    <p:anim calcmode="lin" valueType="num">
                                      <p:cBhvr additive="base">
                                        <p:cTn id="83" dur="500"/>
                                        <p:tgtEl>
                                          <p:spTgt spid="699"/>
                                        </p:tgtEl>
                                        <p:attrNameLst>
                                          <p:attrName>ppt_w</p:attrName>
                                        </p:attrNameLst>
                                      </p:cBhvr>
                                      <p:tavLst>
                                        <p:tav tm="0">
                                          <p:val>
                                            <p:strVal val="0"/>
                                          </p:val>
                                        </p:tav>
                                        <p:tav tm="100000">
                                          <p:val>
                                            <p:strVal val="#ppt_w"/>
                                          </p:val>
                                        </p:tav>
                                      </p:tavLst>
                                    </p:anim>
                                    <p:anim calcmode="lin" valueType="num">
                                      <p:cBhvr additive="base">
                                        <p:cTn id="84" dur="500"/>
                                        <p:tgtEl>
                                          <p:spTgt spid="699"/>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668"/>
                                        </p:tgtEl>
                                        <p:attrNameLst>
                                          <p:attrName>style.visibility</p:attrName>
                                        </p:attrNameLst>
                                      </p:cBhvr>
                                      <p:to>
                                        <p:strVal val="visible"/>
                                      </p:to>
                                    </p:set>
                                    <p:animEffect transition="in" filter="fade">
                                      <p:cBhvr>
                                        <p:cTn id="89" dur="500"/>
                                        <p:tgtEl>
                                          <p:spTgt spid="668"/>
                                        </p:tgtEl>
                                      </p:cBhvr>
                                    </p:animEffect>
                                  </p:childTnLst>
                                </p:cTn>
                              </p:par>
                              <p:par>
                                <p:cTn id="90" presetID="23" presetClass="entr" presetSubtype="16" fill="hold" nodeType="withEffect">
                                  <p:stCondLst>
                                    <p:cond delay="0"/>
                                  </p:stCondLst>
                                  <p:childTnLst>
                                    <p:set>
                                      <p:cBhvr>
                                        <p:cTn id="91" dur="1" fill="hold">
                                          <p:stCondLst>
                                            <p:cond delay="0"/>
                                          </p:stCondLst>
                                        </p:cTn>
                                        <p:tgtEl>
                                          <p:spTgt spid="689"/>
                                        </p:tgtEl>
                                        <p:attrNameLst>
                                          <p:attrName>style.visibility</p:attrName>
                                        </p:attrNameLst>
                                      </p:cBhvr>
                                      <p:to>
                                        <p:strVal val="visible"/>
                                      </p:to>
                                    </p:set>
                                    <p:anim calcmode="lin" valueType="num">
                                      <p:cBhvr additive="base">
                                        <p:cTn id="92" dur="500"/>
                                        <p:tgtEl>
                                          <p:spTgt spid="689"/>
                                        </p:tgtEl>
                                        <p:attrNameLst>
                                          <p:attrName>ppt_w</p:attrName>
                                        </p:attrNameLst>
                                      </p:cBhvr>
                                      <p:tavLst>
                                        <p:tav tm="0">
                                          <p:val>
                                            <p:strVal val="0"/>
                                          </p:val>
                                        </p:tav>
                                        <p:tav tm="100000">
                                          <p:val>
                                            <p:strVal val="#ppt_w"/>
                                          </p:val>
                                        </p:tav>
                                      </p:tavLst>
                                    </p:anim>
                                    <p:anim calcmode="lin" valueType="num">
                                      <p:cBhvr additive="base">
                                        <p:cTn id="93" dur="500"/>
                                        <p:tgtEl>
                                          <p:spTgt spid="689"/>
                                        </p:tgtEl>
                                        <p:attrNameLst>
                                          <p:attrName>ppt_h</p:attrName>
                                        </p:attrNameLst>
                                      </p:cBhvr>
                                      <p:tavLst>
                                        <p:tav tm="0">
                                          <p:val>
                                            <p:str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nodeType="clickEffect">
                                  <p:stCondLst>
                                    <p:cond delay="0"/>
                                  </p:stCondLst>
                                  <p:childTnLst>
                                    <p:set>
                                      <p:cBhvr>
                                        <p:cTn id="97" dur="1" fill="hold">
                                          <p:stCondLst>
                                            <p:cond delay="0"/>
                                          </p:stCondLst>
                                        </p:cTn>
                                        <p:tgtEl>
                                          <p:spTgt spid="670"/>
                                        </p:tgtEl>
                                        <p:attrNameLst>
                                          <p:attrName>style.visibility</p:attrName>
                                        </p:attrNameLst>
                                      </p:cBhvr>
                                      <p:to>
                                        <p:strVal val="visible"/>
                                      </p:to>
                                    </p:set>
                                    <p:anim calcmode="lin" valueType="num">
                                      <p:cBhvr additive="base">
                                        <p:cTn id="98" dur="500"/>
                                        <p:tgtEl>
                                          <p:spTgt spid="670"/>
                                        </p:tgtEl>
                                        <p:attrNameLst>
                                          <p:attrName>ppt_w</p:attrName>
                                        </p:attrNameLst>
                                      </p:cBhvr>
                                      <p:tavLst>
                                        <p:tav tm="0">
                                          <p:val>
                                            <p:strVal val="0"/>
                                          </p:val>
                                        </p:tav>
                                        <p:tav tm="100000">
                                          <p:val>
                                            <p:strVal val="#ppt_w"/>
                                          </p:val>
                                        </p:tav>
                                      </p:tavLst>
                                    </p:anim>
                                    <p:anim calcmode="lin" valueType="num">
                                      <p:cBhvr additive="base">
                                        <p:cTn id="99" dur="500"/>
                                        <p:tgtEl>
                                          <p:spTgt spid="670"/>
                                        </p:tgtEl>
                                        <p:attrNameLst>
                                          <p:attrName>ppt_h</p:attrName>
                                        </p:attrNameLst>
                                      </p:cBhvr>
                                      <p:tavLst>
                                        <p:tav tm="0">
                                          <p:val>
                                            <p:strVal val="0"/>
                                          </p:val>
                                        </p:tav>
                                        <p:tav tm="100000">
                                          <p:val>
                                            <p:strVal val="#ppt_h"/>
                                          </p:val>
                                        </p:tav>
                                      </p:tavLst>
                                    </p:anim>
                                  </p:childTnLst>
                                </p:cTn>
                              </p:par>
                              <p:par>
                                <p:cTn id="100" presetID="10" presetClass="entr" presetSubtype="0" fill="hold" nodeType="withEffect">
                                  <p:stCondLst>
                                    <p:cond delay="0"/>
                                  </p:stCondLst>
                                  <p:childTnLst>
                                    <p:set>
                                      <p:cBhvr>
                                        <p:cTn id="101" dur="1" fill="hold">
                                          <p:stCondLst>
                                            <p:cond delay="0"/>
                                          </p:stCondLst>
                                        </p:cTn>
                                        <p:tgtEl>
                                          <p:spTgt spid="701"/>
                                        </p:tgtEl>
                                        <p:attrNameLst>
                                          <p:attrName>style.visibility</p:attrName>
                                        </p:attrNameLst>
                                      </p:cBhvr>
                                      <p:to>
                                        <p:strVal val="visible"/>
                                      </p:to>
                                    </p:set>
                                    <p:animEffect transition="in" filter="fade">
                                      <p:cBhvr>
                                        <p:cTn id="102" dur="500"/>
                                        <p:tgtEl>
                                          <p:spTgt spid="701"/>
                                        </p:tgtEl>
                                      </p:cBhvr>
                                    </p:animEffect>
                                  </p:childTnLst>
                                </p:cTn>
                              </p:par>
                              <p:par>
                                <p:cTn id="103" presetID="1" presetClass="exit" presetSubtype="0" fill="hold" nodeType="withEffect">
                                  <p:stCondLst>
                                    <p:cond delay="0"/>
                                  </p:stCondLst>
                                  <p:childTnLst>
                                    <p:set>
                                      <p:cBhvr>
                                        <p:cTn id="104" dur="1" fill="hold">
                                          <p:stCondLst>
                                            <p:cond delay="1"/>
                                          </p:stCondLst>
                                        </p:cTn>
                                        <p:tgtEl>
                                          <p:spTgt spid="66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1"/>
                                          </p:stCondLst>
                                        </p:cTn>
                                        <p:tgtEl>
                                          <p:spTgt spid="6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15"/>
          <p:cNvSpPr/>
          <p:nvPr/>
        </p:nvSpPr>
        <p:spPr>
          <a:xfrm rot="-5400000">
            <a:off x="4691136" y="1606400"/>
            <a:ext cx="600568" cy="3332662"/>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07" name="Google Shape;707;p15"/>
          <p:cNvSpPr txBox="1">
            <a:spLocks noGrp="1"/>
          </p:cNvSpPr>
          <p:nvPr>
            <p:ph type="title"/>
          </p:nvPr>
        </p:nvSpPr>
        <p:spPr>
          <a:xfrm>
            <a:off x="715448" y="53975"/>
            <a:ext cx="77114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Clase Arrays</a:t>
            </a:r>
            <a:endParaRPr/>
          </a:p>
        </p:txBody>
      </p:sp>
      <p:sp>
        <p:nvSpPr>
          <p:cNvPr id="708" name="Google Shape;708;p15"/>
          <p:cNvSpPr txBox="1"/>
          <p:nvPr/>
        </p:nvSpPr>
        <p:spPr>
          <a:xfrm>
            <a:off x="1259632" y="900009"/>
            <a:ext cx="626469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La clase predefinida </a:t>
            </a:r>
            <a:r>
              <a:rPr lang="es-ES" sz="1600" b="1">
                <a:solidFill>
                  <a:srgbClr val="FF0000"/>
                </a:solidFill>
                <a:latin typeface="Arial"/>
                <a:ea typeface="Arial"/>
                <a:cs typeface="Arial"/>
                <a:sym typeface="Arial"/>
              </a:rPr>
              <a:t>Arrays</a:t>
            </a:r>
            <a:r>
              <a:rPr lang="es-ES" sz="1600" b="1">
                <a:solidFill>
                  <a:schemeClr val="dk1"/>
                </a:solidFill>
                <a:latin typeface="Arial"/>
                <a:ea typeface="Arial"/>
                <a:cs typeface="Arial"/>
                <a:sym typeface="Arial"/>
              </a:rPr>
              <a:t> proporciona métodos estáticos para realizar operaciones habituales sobre arrays.</a:t>
            </a:r>
            <a:endParaRPr sz="1600" b="1">
              <a:solidFill>
                <a:srgbClr val="FF0000"/>
              </a:solidFill>
              <a:latin typeface="Arial"/>
              <a:ea typeface="Arial"/>
              <a:cs typeface="Arial"/>
              <a:sym typeface="Arial"/>
            </a:endParaRPr>
          </a:p>
        </p:txBody>
      </p:sp>
      <p:grpSp>
        <p:nvGrpSpPr>
          <p:cNvPr id="709" name="Google Shape;709;p15"/>
          <p:cNvGrpSpPr/>
          <p:nvPr/>
        </p:nvGrpSpPr>
        <p:grpSpPr>
          <a:xfrm>
            <a:off x="754872" y="1578278"/>
            <a:ext cx="7285207" cy="1217602"/>
            <a:chOff x="754872" y="1578278"/>
            <a:chExt cx="7285207" cy="1217602"/>
          </a:xfrm>
        </p:grpSpPr>
        <p:sp>
          <p:nvSpPr>
            <p:cNvPr id="710" name="Google Shape;710;p15"/>
            <p:cNvSpPr/>
            <p:nvPr/>
          </p:nvSpPr>
          <p:spPr>
            <a:xfrm>
              <a:off x="924163" y="1916832"/>
              <a:ext cx="7115916" cy="87904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11" name="Google Shape;711;p15"/>
            <p:cNvSpPr/>
            <p:nvPr/>
          </p:nvSpPr>
          <p:spPr>
            <a:xfrm>
              <a:off x="755576" y="1700808"/>
              <a:ext cx="847452" cy="36004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12" name="Google Shape;712;p15"/>
            <p:cNvSpPr txBox="1"/>
            <p:nvPr/>
          </p:nvSpPr>
          <p:spPr>
            <a:xfrm>
              <a:off x="754872" y="1724998"/>
              <a:ext cx="84815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SORT</a:t>
              </a:r>
              <a:endParaRPr sz="1600" b="1">
                <a:solidFill>
                  <a:schemeClr val="lt1"/>
                </a:solidFill>
                <a:latin typeface="Arial"/>
                <a:ea typeface="Arial"/>
                <a:cs typeface="Arial"/>
                <a:sym typeface="Arial"/>
              </a:endParaRPr>
            </a:p>
          </p:txBody>
        </p:sp>
        <p:sp>
          <p:nvSpPr>
            <p:cNvPr id="713" name="Google Shape;713;p15"/>
            <p:cNvSpPr/>
            <p:nvPr/>
          </p:nvSpPr>
          <p:spPr>
            <a:xfrm>
              <a:off x="1835696" y="1578278"/>
              <a:ext cx="6048672"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 sz="1800" i="1">
                  <a:solidFill>
                    <a:srgbClr val="66A3FF"/>
                  </a:solidFill>
                  <a:latin typeface="Arial"/>
                  <a:ea typeface="Arial"/>
                  <a:cs typeface="Arial"/>
                  <a:sym typeface="Arial"/>
                </a:rPr>
                <a:t>ordena en forma ascendente</a:t>
              </a:r>
              <a:endParaRPr/>
            </a:p>
          </p:txBody>
        </p:sp>
      </p:grpSp>
      <p:sp>
        <p:nvSpPr>
          <p:cNvPr id="714" name="Google Shape;714;p15"/>
          <p:cNvSpPr/>
          <p:nvPr/>
        </p:nvSpPr>
        <p:spPr>
          <a:xfrm>
            <a:off x="1509729" y="2040106"/>
            <a:ext cx="594478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double[] arrayDouble = { 8.4, 9.3, 0.2, 7.9, 3.4 };</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Arrays.sort( arrayDouble );</a:t>
            </a:r>
            <a:endParaRPr/>
          </a:p>
        </p:txBody>
      </p:sp>
      <p:grpSp>
        <p:nvGrpSpPr>
          <p:cNvPr id="715" name="Google Shape;715;p15"/>
          <p:cNvGrpSpPr/>
          <p:nvPr/>
        </p:nvGrpSpPr>
        <p:grpSpPr>
          <a:xfrm>
            <a:off x="670121" y="3842064"/>
            <a:ext cx="7370662" cy="1217602"/>
            <a:chOff x="670121" y="3842064"/>
            <a:chExt cx="7370662" cy="1217602"/>
          </a:xfrm>
        </p:grpSpPr>
        <p:sp>
          <p:nvSpPr>
            <p:cNvPr id="716" name="Google Shape;716;p15"/>
            <p:cNvSpPr/>
            <p:nvPr/>
          </p:nvSpPr>
          <p:spPr>
            <a:xfrm>
              <a:off x="924867" y="4180618"/>
              <a:ext cx="7115916" cy="87904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17" name="Google Shape;717;p15"/>
            <p:cNvSpPr/>
            <p:nvPr/>
          </p:nvSpPr>
          <p:spPr>
            <a:xfrm>
              <a:off x="756280" y="3964594"/>
              <a:ext cx="1799496" cy="36004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18" name="Google Shape;718;p15"/>
            <p:cNvSpPr txBox="1"/>
            <p:nvPr/>
          </p:nvSpPr>
          <p:spPr>
            <a:xfrm>
              <a:off x="670121" y="3988784"/>
              <a:ext cx="201622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BINARY SEARCH</a:t>
              </a:r>
              <a:endParaRPr sz="1600" b="1">
                <a:solidFill>
                  <a:schemeClr val="lt1"/>
                </a:solidFill>
                <a:latin typeface="Arial"/>
                <a:ea typeface="Arial"/>
                <a:cs typeface="Arial"/>
                <a:sym typeface="Arial"/>
              </a:endParaRPr>
            </a:p>
          </p:txBody>
        </p:sp>
        <p:sp>
          <p:nvSpPr>
            <p:cNvPr id="719" name="Google Shape;719;p15"/>
            <p:cNvSpPr/>
            <p:nvPr/>
          </p:nvSpPr>
          <p:spPr>
            <a:xfrm>
              <a:off x="1836400" y="3842064"/>
              <a:ext cx="6048672"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 sz="1800" i="1">
                  <a:solidFill>
                    <a:srgbClr val="66A3FF"/>
                  </a:solidFill>
                  <a:latin typeface="Arial"/>
                  <a:ea typeface="Arial"/>
                  <a:cs typeface="Arial"/>
                  <a:sym typeface="Arial"/>
                </a:rPr>
                <a:t>busca un elemento en un array ordenado</a:t>
              </a:r>
              <a:endParaRPr/>
            </a:p>
          </p:txBody>
        </p:sp>
      </p:grpSp>
      <p:sp>
        <p:nvSpPr>
          <p:cNvPr id="720" name="Google Shape;720;p15"/>
          <p:cNvSpPr/>
          <p:nvPr/>
        </p:nvSpPr>
        <p:spPr>
          <a:xfrm>
            <a:off x="1510433" y="4303892"/>
            <a:ext cx="594478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int[] arrayInt = { 15, 18, 23, 30, 32, 38, 39 };</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                       Arrays.binarySearch( arrayInt, 23 );</a:t>
            </a:r>
            <a:endParaRPr/>
          </a:p>
        </p:txBody>
      </p:sp>
      <p:grpSp>
        <p:nvGrpSpPr>
          <p:cNvPr id="721" name="Google Shape;721;p15"/>
          <p:cNvGrpSpPr/>
          <p:nvPr/>
        </p:nvGrpSpPr>
        <p:grpSpPr>
          <a:xfrm>
            <a:off x="3383444" y="3193239"/>
            <a:ext cx="3235223" cy="324102"/>
            <a:chOff x="3671584" y="3124250"/>
            <a:chExt cx="2049506" cy="288033"/>
          </a:xfrm>
        </p:grpSpPr>
        <p:sp>
          <p:nvSpPr>
            <p:cNvPr id="722" name="Google Shape;722;p15"/>
            <p:cNvSpPr/>
            <p:nvPr/>
          </p:nvSpPr>
          <p:spPr>
            <a:xfrm rot="-5400000">
              <a:off x="37318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23" name="Google Shape;723;p15"/>
            <p:cNvSpPr/>
            <p:nvPr/>
          </p:nvSpPr>
          <p:spPr>
            <a:xfrm rot="-5400000">
              <a:off x="414206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24" name="Google Shape;724;p15"/>
            <p:cNvSpPr/>
            <p:nvPr/>
          </p:nvSpPr>
          <p:spPr>
            <a:xfrm rot="-5400000">
              <a:off x="455232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25" name="Google Shape;725;p15"/>
            <p:cNvSpPr/>
            <p:nvPr/>
          </p:nvSpPr>
          <p:spPr>
            <a:xfrm rot="-5400000">
              <a:off x="496258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26" name="Google Shape;726;p15"/>
            <p:cNvSpPr/>
            <p:nvPr/>
          </p:nvSpPr>
          <p:spPr>
            <a:xfrm rot="-5400000">
              <a:off x="537284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727" name="Google Shape;727;p15"/>
          <p:cNvGrpSpPr/>
          <p:nvPr/>
        </p:nvGrpSpPr>
        <p:grpSpPr>
          <a:xfrm>
            <a:off x="3569996" y="2972447"/>
            <a:ext cx="3048671" cy="437253"/>
            <a:chOff x="3741117" y="2902084"/>
            <a:chExt cx="1931328" cy="276999"/>
          </a:xfrm>
        </p:grpSpPr>
        <p:sp>
          <p:nvSpPr>
            <p:cNvPr id="728" name="Google Shape;728;p15"/>
            <p:cNvSpPr txBox="1"/>
            <p:nvPr/>
          </p:nvSpPr>
          <p:spPr>
            <a:xfrm>
              <a:off x="5384413"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4</a:t>
              </a:r>
              <a:endParaRPr sz="1200" b="1">
                <a:solidFill>
                  <a:srgbClr val="FF0000"/>
                </a:solidFill>
                <a:latin typeface="Arial"/>
                <a:ea typeface="Arial"/>
                <a:cs typeface="Arial"/>
                <a:sym typeface="Arial"/>
              </a:endParaRPr>
            </a:p>
          </p:txBody>
        </p:sp>
        <p:sp>
          <p:nvSpPr>
            <p:cNvPr id="729" name="Google Shape;729;p15"/>
            <p:cNvSpPr txBox="1"/>
            <p:nvPr/>
          </p:nvSpPr>
          <p:spPr>
            <a:xfrm>
              <a:off x="3741117"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0</a:t>
              </a:r>
              <a:endParaRPr sz="1200" b="1">
                <a:solidFill>
                  <a:srgbClr val="FF0000"/>
                </a:solidFill>
                <a:latin typeface="Arial"/>
                <a:ea typeface="Arial"/>
                <a:cs typeface="Arial"/>
                <a:sym typeface="Arial"/>
              </a:endParaRPr>
            </a:p>
          </p:txBody>
        </p:sp>
        <p:sp>
          <p:nvSpPr>
            <p:cNvPr id="730" name="Google Shape;730;p15"/>
            <p:cNvSpPr txBox="1"/>
            <p:nvPr/>
          </p:nvSpPr>
          <p:spPr>
            <a:xfrm>
              <a:off x="4151941"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1</a:t>
              </a:r>
              <a:endParaRPr sz="1200" b="1">
                <a:solidFill>
                  <a:srgbClr val="FF0000"/>
                </a:solidFill>
                <a:latin typeface="Arial"/>
                <a:ea typeface="Arial"/>
                <a:cs typeface="Arial"/>
                <a:sym typeface="Arial"/>
              </a:endParaRPr>
            </a:p>
          </p:txBody>
        </p:sp>
        <p:sp>
          <p:nvSpPr>
            <p:cNvPr id="731" name="Google Shape;731;p15"/>
            <p:cNvSpPr txBox="1"/>
            <p:nvPr/>
          </p:nvSpPr>
          <p:spPr>
            <a:xfrm>
              <a:off x="4973589"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3</a:t>
              </a:r>
              <a:endParaRPr sz="1200" b="1">
                <a:solidFill>
                  <a:srgbClr val="FF0000"/>
                </a:solidFill>
                <a:latin typeface="Arial"/>
                <a:ea typeface="Arial"/>
                <a:cs typeface="Arial"/>
                <a:sym typeface="Arial"/>
              </a:endParaRPr>
            </a:p>
          </p:txBody>
        </p:sp>
        <p:sp>
          <p:nvSpPr>
            <p:cNvPr id="732" name="Google Shape;732;p15"/>
            <p:cNvSpPr txBox="1"/>
            <p:nvPr/>
          </p:nvSpPr>
          <p:spPr>
            <a:xfrm>
              <a:off x="4562765"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2</a:t>
              </a:r>
              <a:endParaRPr sz="1200" b="1">
                <a:solidFill>
                  <a:srgbClr val="FF0000"/>
                </a:solidFill>
                <a:latin typeface="Arial"/>
                <a:ea typeface="Arial"/>
                <a:cs typeface="Arial"/>
                <a:sym typeface="Arial"/>
              </a:endParaRPr>
            </a:p>
          </p:txBody>
        </p:sp>
      </p:grpSp>
      <p:sp>
        <p:nvSpPr>
          <p:cNvPr id="733" name="Google Shape;733;p15"/>
          <p:cNvSpPr txBox="1"/>
          <p:nvPr/>
        </p:nvSpPr>
        <p:spPr>
          <a:xfrm>
            <a:off x="3440141" y="3160741"/>
            <a:ext cx="524503"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900" b="1">
                <a:solidFill>
                  <a:srgbClr val="FF0000"/>
                </a:solidFill>
                <a:latin typeface="Arial"/>
                <a:ea typeface="Arial"/>
                <a:cs typeface="Arial"/>
                <a:sym typeface="Arial"/>
              </a:rPr>
              <a:t>8.4</a:t>
            </a:r>
            <a:endParaRPr/>
          </a:p>
        </p:txBody>
      </p:sp>
      <p:sp>
        <p:nvSpPr>
          <p:cNvPr id="734" name="Google Shape;734;p15"/>
          <p:cNvSpPr txBox="1"/>
          <p:nvPr/>
        </p:nvSpPr>
        <p:spPr>
          <a:xfrm>
            <a:off x="4095391" y="3160741"/>
            <a:ext cx="524503"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900" b="1">
                <a:solidFill>
                  <a:srgbClr val="FF0000"/>
                </a:solidFill>
                <a:latin typeface="Arial"/>
                <a:ea typeface="Arial"/>
                <a:cs typeface="Arial"/>
                <a:sym typeface="Arial"/>
              </a:rPr>
              <a:t>9.3</a:t>
            </a:r>
            <a:endParaRPr/>
          </a:p>
        </p:txBody>
      </p:sp>
      <p:sp>
        <p:nvSpPr>
          <p:cNvPr id="735" name="Google Shape;735;p15"/>
          <p:cNvSpPr txBox="1"/>
          <p:nvPr/>
        </p:nvSpPr>
        <p:spPr>
          <a:xfrm>
            <a:off x="4723747" y="3160741"/>
            <a:ext cx="524503"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900" b="1">
                <a:solidFill>
                  <a:srgbClr val="FF0000"/>
                </a:solidFill>
                <a:latin typeface="Arial"/>
                <a:ea typeface="Arial"/>
                <a:cs typeface="Arial"/>
                <a:sym typeface="Arial"/>
              </a:rPr>
              <a:t>0.2</a:t>
            </a:r>
            <a:endParaRPr/>
          </a:p>
        </p:txBody>
      </p:sp>
      <p:sp>
        <p:nvSpPr>
          <p:cNvPr id="736" name="Google Shape;736;p15"/>
          <p:cNvSpPr txBox="1"/>
          <p:nvPr/>
        </p:nvSpPr>
        <p:spPr>
          <a:xfrm>
            <a:off x="5386979" y="3160741"/>
            <a:ext cx="524503"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900" b="1">
                <a:solidFill>
                  <a:srgbClr val="FF0000"/>
                </a:solidFill>
                <a:latin typeface="Arial"/>
                <a:ea typeface="Arial"/>
                <a:cs typeface="Arial"/>
                <a:sym typeface="Arial"/>
              </a:rPr>
              <a:t>7.9</a:t>
            </a:r>
            <a:endParaRPr/>
          </a:p>
        </p:txBody>
      </p:sp>
      <p:sp>
        <p:nvSpPr>
          <p:cNvPr id="737" name="Google Shape;737;p15"/>
          <p:cNvSpPr txBox="1"/>
          <p:nvPr/>
        </p:nvSpPr>
        <p:spPr>
          <a:xfrm>
            <a:off x="6049746" y="3160741"/>
            <a:ext cx="524503"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900" b="1">
                <a:solidFill>
                  <a:srgbClr val="FF0000"/>
                </a:solidFill>
                <a:latin typeface="Arial"/>
                <a:ea typeface="Arial"/>
                <a:cs typeface="Arial"/>
                <a:sym typeface="Arial"/>
              </a:rPr>
              <a:t>3.4</a:t>
            </a:r>
            <a:endParaRPr/>
          </a:p>
        </p:txBody>
      </p:sp>
      <p:sp>
        <p:nvSpPr>
          <p:cNvPr id="738" name="Google Shape;738;p15"/>
          <p:cNvSpPr txBox="1"/>
          <p:nvPr/>
        </p:nvSpPr>
        <p:spPr>
          <a:xfrm>
            <a:off x="1866139" y="3200309"/>
            <a:ext cx="160707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arrayDouble</a:t>
            </a:r>
            <a:endParaRPr sz="1600" b="1">
              <a:solidFill>
                <a:srgbClr val="FF0000"/>
              </a:solidFill>
              <a:latin typeface="Arial"/>
              <a:ea typeface="Arial"/>
              <a:cs typeface="Arial"/>
              <a:sym typeface="Arial"/>
            </a:endParaRPr>
          </a:p>
        </p:txBody>
      </p:sp>
      <p:sp>
        <p:nvSpPr>
          <p:cNvPr id="739" name="Google Shape;739;p15"/>
          <p:cNvSpPr/>
          <p:nvPr/>
        </p:nvSpPr>
        <p:spPr>
          <a:xfrm rot="-5400000">
            <a:off x="4534156" y="4079372"/>
            <a:ext cx="567369" cy="2964702"/>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0" name="Google Shape;740;p15"/>
          <p:cNvSpPr txBox="1"/>
          <p:nvPr/>
        </p:nvSpPr>
        <p:spPr>
          <a:xfrm>
            <a:off x="2336939" y="5414188"/>
            <a:ext cx="101092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arrayInt</a:t>
            </a:r>
            <a:endParaRPr sz="1600" b="1">
              <a:solidFill>
                <a:srgbClr val="FF0000"/>
              </a:solidFill>
              <a:latin typeface="Arial"/>
              <a:ea typeface="Arial"/>
              <a:cs typeface="Arial"/>
              <a:sym typeface="Arial"/>
            </a:endParaRPr>
          </a:p>
        </p:txBody>
      </p:sp>
      <p:grpSp>
        <p:nvGrpSpPr>
          <p:cNvPr id="741" name="Google Shape;741;p15"/>
          <p:cNvGrpSpPr/>
          <p:nvPr/>
        </p:nvGrpSpPr>
        <p:grpSpPr>
          <a:xfrm>
            <a:off x="3383552" y="5495791"/>
            <a:ext cx="2870026" cy="288033"/>
            <a:chOff x="3671584" y="3124250"/>
            <a:chExt cx="2870026" cy="288033"/>
          </a:xfrm>
        </p:grpSpPr>
        <p:sp>
          <p:nvSpPr>
            <p:cNvPr id="742" name="Google Shape;742;p15"/>
            <p:cNvSpPr/>
            <p:nvPr/>
          </p:nvSpPr>
          <p:spPr>
            <a:xfrm rot="-5400000">
              <a:off x="37318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3" name="Google Shape;743;p15"/>
            <p:cNvSpPr/>
            <p:nvPr/>
          </p:nvSpPr>
          <p:spPr>
            <a:xfrm rot="-5400000">
              <a:off x="414206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4" name="Google Shape;744;p15"/>
            <p:cNvSpPr/>
            <p:nvPr/>
          </p:nvSpPr>
          <p:spPr>
            <a:xfrm rot="-5400000">
              <a:off x="455232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5" name="Google Shape;745;p15"/>
            <p:cNvSpPr/>
            <p:nvPr/>
          </p:nvSpPr>
          <p:spPr>
            <a:xfrm rot="-5400000">
              <a:off x="496258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6" name="Google Shape;746;p15"/>
            <p:cNvSpPr/>
            <p:nvPr/>
          </p:nvSpPr>
          <p:spPr>
            <a:xfrm rot="-5400000">
              <a:off x="537284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7" name="Google Shape;747;p15"/>
            <p:cNvSpPr/>
            <p:nvPr/>
          </p:nvSpPr>
          <p:spPr>
            <a:xfrm rot="-5400000">
              <a:off x="57831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48" name="Google Shape;748;p15"/>
            <p:cNvSpPr/>
            <p:nvPr/>
          </p:nvSpPr>
          <p:spPr>
            <a:xfrm rot="-5400000">
              <a:off x="619336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749" name="Google Shape;749;p15"/>
          <p:cNvSpPr txBox="1"/>
          <p:nvPr/>
        </p:nvSpPr>
        <p:spPr>
          <a:xfrm>
            <a:off x="5098504"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4</a:t>
            </a:r>
            <a:endParaRPr sz="1200" b="1">
              <a:solidFill>
                <a:srgbClr val="FF0000"/>
              </a:solidFill>
              <a:latin typeface="Arial"/>
              <a:ea typeface="Arial"/>
              <a:cs typeface="Arial"/>
              <a:sym typeface="Arial"/>
            </a:endParaRPr>
          </a:p>
        </p:txBody>
      </p:sp>
      <p:sp>
        <p:nvSpPr>
          <p:cNvPr id="750" name="Google Shape;750;p15"/>
          <p:cNvSpPr txBox="1"/>
          <p:nvPr/>
        </p:nvSpPr>
        <p:spPr>
          <a:xfrm>
            <a:off x="3455208"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0</a:t>
            </a:r>
            <a:endParaRPr sz="1200" b="1">
              <a:solidFill>
                <a:srgbClr val="FF0000"/>
              </a:solidFill>
              <a:latin typeface="Arial"/>
              <a:ea typeface="Arial"/>
              <a:cs typeface="Arial"/>
              <a:sym typeface="Arial"/>
            </a:endParaRPr>
          </a:p>
        </p:txBody>
      </p:sp>
      <p:sp>
        <p:nvSpPr>
          <p:cNvPr id="751" name="Google Shape;751;p15"/>
          <p:cNvSpPr txBox="1"/>
          <p:nvPr/>
        </p:nvSpPr>
        <p:spPr>
          <a:xfrm>
            <a:off x="5920152"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6</a:t>
            </a:r>
            <a:endParaRPr sz="1200" b="1">
              <a:solidFill>
                <a:srgbClr val="FF0000"/>
              </a:solidFill>
              <a:latin typeface="Arial"/>
              <a:ea typeface="Arial"/>
              <a:cs typeface="Arial"/>
              <a:sym typeface="Arial"/>
            </a:endParaRPr>
          </a:p>
        </p:txBody>
      </p:sp>
      <p:sp>
        <p:nvSpPr>
          <p:cNvPr id="752" name="Google Shape;752;p15"/>
          <p:cNvSpPr txBox="1"/>
          <p:nvPr/>
        </p:nvSpPr>
        <p:spPr>
          <a:xfrm>
            <a:off x="3866032"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1</a:t>
            </a:r>
            <a:endParaRPr sz="1200" b="1">
              <a:solidFill>
                <a:srgbClr val="FF0000"/>
              </a:solidFill>
              <a:latin typeface="Arial"/>
              <a:ea typeface="Arial"/>
              <a:cs typeface="Arial"/>
              <a:sym typeface="Arial"/>
            </a:endParaRPr>
          </a:p>
        </p:txBody>
      </p:sp>
      <p:sp>
        <p:nvSpPr>
          <p:cNvPr id="753" name="Google Shape;753;p15"/>
          <p:cNvSpPr txBox="1"/>
          <p:nvPr/>
        </p:nvSpPr>
        <p:spPr>
          <a:xfrm>
            <a:off x="4687680"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3</a:t>
            </a:r>
            <a:endParaRPr sz="1200" b="1">
              <a:solidFill>
                <a:srgbClr val="FF0000"/>
              </a:solidFill>
              <a:latin typeface="Arial"/>
              <a:ea typeface="Arial"/>
              <a:cs typeface="Arial"/>
              <a:sym typeface="Arial"/>
            </a:endParaRPr>
          </a:p>
        </p:txBody>
      </p:sp>
      <p:sp>
        <p:nvSpPr>
          <p:cNvPr id="754" name="Google Shape;754;p15"/>
          <p:cNvSpPr txBox="1"/>
          <p:nvPr/>
        </p:nvSpPr>
        <p:spPr>
          <a:xfrm>
            <a:off x="5509328"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5</a:t>
            </a:r>
            <a:endParaRPr sz="1200" b="1">
              <a:solidFill>
                <a:srgbClr val="FF0000"/>
              </a:solidFill>
              <a:latin typeface="Arial"/>
              <a:ea typeface="Arial"/>
              <a:cs typeface="Arial"/>
              <a:sym typeface="Arial"/>
            </a:endParaRPr>
          </a:p>
        </p:txBody>
      </p:sp>
      <p:sp>
        <p:nvSpPr>
          <p:cNvPr id="755" name="Google Shape;755;p15"/>
          <p:cNvSpPr txBox="1"/>
          <p:nvPr/>
        </p:nvSpPr>
        <p:spPr>
          <a:xfrm>
            <a:off x="4276856" y="5275690"/>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2</a:t>
            </a:r>
            <a:endParaRPr sz="1200" b="1">
              <a:solidFill>
                <a:srgbClr val="FF0000"/>
              </a:solidFill>
              <a:latin typeface="Arial"/>
              <a:ea typeface="Arial"/>
              <a:cs typeface="Arial"/>
              <a:sym typeface="Arial"/>
            </a:endParaRPr>
          </a:p>
        </p:txBody>
      </p:sp>
      <p:sp>
        <p:nvSpPr>
          <p:cNvPr id="756" name="Google Shape;756;p15"/>
          <p:cNvSpPr/>
          <p:nvPr/>
        </p:nvSpPr>
        <p:spPr>
          <a:xfrm rot="10800000">
            <a:off x="4657261" y="5900870"/>
            <a:ext cx="285839" cy="243028"/>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57" name="Google Shape;757;p15"/>
          <p:cNvSpPr/>
          <p:nvPr/>
        </p:nvSpPr>
        <p:spPr>
          <a:xfrm>
            <a:off x="3872080" y="5900870"/>
            <a:ext cx="285839" cy="243028"/>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58" name="Google Shape;758;p15"/>
          <p:cNvSpPr/>
          <p:nvPr/>
        </p:nvSpPr>
        <p:spPr>
          <a:xfrm rot="-5400000">
            <a:off x="4250816" y="5900870"/>
            <a:ext cx="285839" cy="243028"/>
          </a:xfrm>
          <a:prstGeom prst="rightArrow">
            <a:avLst>
              <a:gd name="adj1" fmla="val 50000"/>
              <a:gd name="adj2" fmla="val 50000"/>
            </a:avLst>
          </a:prstGeom>
          <a:solidFill>
            <a:srgbClr val="FF33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59" name="Google Shape;759;p15"/>
          <p:cNvSpPr txBox="1"/>
          <p:nvPr/>
        </p:nvSpPr>
        <p:spPr>
          <a:xfrm>
            <a:off x="5840032"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39</a:t>
            </a:r>
            <a:endParaRPr/>
          </a:p>
        </p:txBody>
      </p:sp>
      <p:sp>
        <p:nvSpPr>
          <p:cNvPr id="760" name="Google Shape;760;p15"/>
          <p:cNvSpPr txBox="1"/>
          <p:nvPr/>
        </p:nvSpPr>
        <p:spPr>
          <a:xfrm>
            <a:off x="3371986"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15</a:t>
            </a:r>
            <a:endParaRPr/>
          </a:p>
        </p:txBody>
      </p:sp>
      <p:sp>
        <p:nvSpPr>
          <p:cNvPr id="761" name="Google Shape;761;p15"/>
          <p:cNvSpPr/>
          <p:nvPr/>
        </p:nvSpPr>
        <p:spPr>
          <a:xfrm>
            <a:off x="3805490" y="5446522"/>
            <a:ext cx="399892" cy="399892"/>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762" name="Google Shape;762;p15"/>
          <p:cNvSpPr txBox="1"/>
          <p:nvPr/>
        </p:nvSpPr>
        <p:spPr>
          <a:xfrm>
            <a:off x="3782057"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18</a:t>
            </a:r>
            <a:endParaRPr/>
          </a:p>
        </p:txBody>
      </p:sp>
      <p:sp>
        <p:nvSpPr>
          <p:cNvPr id="763" name="Google Shape;763;p15"/>
          <p:cNvSpPr/>
          <p:nvPr/>
        </p:nvSpPr>
        <p:spPr>
          <a:xfrm>
            <a:off x="4197148" y="5446522"/>
            <a:ext cx="399892" cy="399892"/>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764" name="Google Shape;764;p15"/>
          <p:cNvSpPr txBox="1"/>
          <p:nvPr/>
        </p:nvSpPr>
        <p:spPr>
          <a:xfrm>
            <a:off x="4192128"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65" name="Google Shape;765;p15"/>
          <p:cNvSpPr/>
          <p:nvPr/>
        </p:nvSpPr>
        <p:spPr>
          <a:xfrm>
            <a:off x="4615018" y="5446522"/>
            <a:ext cx="399892" cy="399892"/>
          </a:xfrm>
          <a:prstGeom prst="ellipse">
            <a:avLst/>
          </a:prstGeom>
          <a:solidFill>
            <a:schemeClr val="accent3"/>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FFC000"/>
              </a:solidFill>
              <a:latin typeface="Arial"/>
              <a:ea typeface="Arial"/>
              <a:cs typeface="Arial"/>
              <a:sym typeface="Arial"/>
            </a:endParaRPr>
          </a:p>
        </p:txBody>
      </p:sp>
      <p:sp>
        <p:nvSpPr>
          <p:cNvPr id="766" name="Google Shape;766;p15"/>
          <p:cNvSpPr txBox="1"/>
          <p:nvPr/>
        </p:nvSpPr>
        <p:spPr>
          <a:xfrm>
            <a:off x="4609819"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767" name="Google Shape;767;p15"/>
          <p:cNvSpPr txBox="1"/>
          <p:nvPr/>
        </p:nvSpPr>
        <p:spPr>
          <a:xfrm>
            <a:off x="5012270"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32</a:t>
            </a:r>
            <a:endParaRPr/>
          </a:p>
        </p:txBody>
      </p:sp>
      <p:sp>
        <p:nvSpPr>
          <p:cNvPr id="768" name="Google Shape;768;p15"/>
          <p:cNvSpPr txBox="1"/>
          <p:nvPr/>
        </p:nvSpPr>
        <p:spPr>
          <a:xfrm>
            <a:off x="5422341" y="549824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38</a:t>
            </a:r>
            <a:endParaRPr/>
          </a:p>
        </p:txBody>
      </p:sp>
      <p:sp>
        <p:nvSpPr>
          <p:cNvPr id="769" name="Google Shape;769;p15"/>
          <p:cNvSpPr/>
          <p:nvPr/>
        </p:nvSpPr>
        <p:spPr>
          <a:xfrm>
            <a:off x="1507406" y="4577916"/>
            <a:ext cx="15938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int posición =</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09"/>
                                        </p:tgtEl>
                                        <p:attrNameLst>
                                          <p:attrName>style.visibility</p:attrName>
                                        </p:attrNameLst>
                                      </p:cBhvr>
                                      <p:to>
                                        <p:strVal val="visible"/>
                                      </p:to>
                                    </p:set>
                                    <p:animEffect transition="in" filter="fade">
                                      <p:cBhvr>
                                        <p:cTn id="11" dur="500"/>
                                        <p:tgtEl>
                                          <p:spTgt spid="70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nodeType="clickEffect">
                                  <p:stCondLst>
                                    <p:cond delay="0"/>
                                  </p:stCondLst>
                                  <p:childTnLst>
                                    <p:set>
                                      <p:cBhvr>
                                        <p:cTn id="15" dur="1" fill="hold">
                                          <p:stCondLst>
                                            <p:cond delay="0"/>
                                          </p:stCondLst>
                                        </p:cTn>
                                        <p:tgtEl>
                                          <p:spTgt spid="714">
                                            <p:txEl>
                                              <p:pRg st="0" end="0"/>
                                            </p:txEl>
                                          </p:spTgt>
                                        </p:tgtEl>
                                        <p:attrNameLst>
                                          <p:attrName>style.visibility</p:attrName>
                                        </p:attrNameLst>
                                      </p:cBhvr>
                                      <p:to>
                                        <p:strVal val="visible"/>
                                      </p:to>
                                    </p:set>
                                    <p:anim calcmode="lin" valueType="num">
                                      <p:cBhvr additive="base">
                                        <p:cTn id="16" dur="500"/>
                                        <p:tgtEl>
                                          <p:spTgt spid="714">
                                            <p:txEl>
                                              <p:pRg st="0" end="0"/>
                                            </p:txEl>
                                          </p:spTgt>
                                        </p:tgtEl>
                                        <p:attrNameLst>
                                          <p:attrName>ppt_w</p:attrName>
                                        </p:attrNameLst>
                                      </p:cBhvr>
                                      <p:tavLst>
                                        <p:tav tm="0">
                                          <p:val>
                                            <p:strVal val="0"/>
                                          </p:val>
                                        </p:tav>
                                        <p:tav tm="100000">
                                          <p:val>
                                            <p:strVal val="#ppt_w"/>
                                          </p:val>
                                        </p:tav>
                                      </p:tavLst>
                                    </p:anim>
                                    <p:anim calcmode="lin" valueType="num">
                                      <p:cBhvr additive="base">
                                        <p:cTn id="17" dur="500"/>
                                        <p:tgtEl>
                                          <p:spTgt spid="714">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714">
                                            <p:txEl>
                                              <p:pRg st="1" end="1"/>
                                            </p:txEl>
                                          </p:spTgt>
                                        </p:tgtEl>
                                        <p:attrNameLst>
                                          <p:attrName>style.visibility</p:attrName>
                                        </p:attrNameLst>
                                      </p:cBhvr>
                                      <p:to>
                                        <p:strVal val="visible"/>
                                      </p:to>
                                    </p:set>
                                    <p:anim calcmode="lin" valueType="num">
                                      <p:cBhvr additive="base">
                                        <p:cTn id="22" dur="500"/>
                                        <p:tgtEl>
                                          <p:spTgt spid="714">
                                            <p:txEl>
                                              <p:pRg st="1" end="1"/>
                                            </p:txEl>
                                          </p:spTgt>
                                        </p:tgtEl>
                                        <p:attrNameLst>
                                          <p:attrName>ppt_w</p:attrName>
                                        </p:attrNameLst>
                                      </p:cBhvr>
                                      <p:tavLst>
                                        <p:tav tm="0">
                                          <p:val>
                                            <p:strVal val="0"/>
                                          </p:val>
                                        </p:tav>
                                        <p:tav tm="100000">
                                          <p:val>
                                            <p:strVal val="#ppt_w"/>
                                          </p:val>
                                        </p:tav>
                                      </p:tavLst>
                                    </p:anim>
                                    <p:anim calcmode="lin" valueType="num">
                                      <p:cBhvr additive="base">
                                        <p:cTn id="23" dur="500"/>
                                        <p:tgtEl>
                                          <p:spTgt spid="714">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35"/>
                                        </p:tgtEl>
                                        <p:attrNameLst>
                                          <p:attrName>style.visibility</p:attrName>
                                        </p:attrNameLst>
                                      </p:cBhvr>
                                      <p:to>
                                        <p:strVal val="visible"/>
                                      </p:to>
                                    </p:set>
                                    <p:animEffect transition="in" filter="fade">
                                      <p:cBhvr>
                                        <p:cTn id="28" dur="500"/>
                                        <p:tgtEl>
                                          <p:spTgt spid="735"/>
                                        </p:tgtEl>
                                      </p:cBhvr>
                                    </p:animEffect>
                                  </p:childTnLst>
                                </p:cTn>
                              </p:par>
                              <p:par>
                                <p:cTn id="29" presetID="10" presetClass="entr" presetSubtype="0" fill="hold" nodeType="withEffect">
                                  <p:stCondLst>
                                    <p:cond delay="0"/>
                                  </p:stCondLst>
                                  <p:childTnLst>
                                    <p:set>
                                      <p:cBhvr>
                                        <p:cTn id="30" dur="1" fill="hold">
                                          <p:stCondLst>
                                            <p:cond delay="0"/>
                                          </p:stCondLst>
                                        </p:cTn>
                                        <p:tgtEl>
                                          <p:spTgt spid="737"/>
                                        </p:tgtEl>
                                        <p:attrNameLst>
                                          <p:attrName>style.visibility</p:attrName>
                                        </p:attrNameLst>
                                      </p:cBhvr>
                                      <p:to>
                                        <p:strVal val="visible"/>
                                      </p:to>
                                    </p:set>
                                    <p:animEffect transition="in" filter="fade">
                                      <p:cBhvr>
                                        <p:cTn id="31" dur="500"/>
                                        <p:tgtEl>
                                          <p:spTgt spid="737"/>
                                        </p:tgtEl>
                                      </p:cBhvr>
                                    </p:animEffect>
                                  </p:childTnLst>
                                </p:cTn>
                              </p:par>
                              <p:par>
                                <p:cTn id="32" presetID="10" presetClass="entr" presetSubtype="0" fill="hold" nodeType="withEffect">
                                  <p:stCondLst>
                                    <p:cond delay="0"/>
                                  </p:stCondLst>
                                  <p:childTnLst>
                                    <p:set>
                                      <p:cBhvr>
                                        <p:cTn id="33" dur="1" fill="hold">
                                          <p:stCondLst>
                                            <p:cond delay="0"/>
                                          </p:stCondLst>
                                        </p:cTn>
                                        <p:tgtEl>
                                          <p:spTgt spid="736"/>
                                        </p:tgtEl>
                                        <p:attrNameLst>
                                          <p:attrName>style.visibility</p:attrName>
                                        </p:attrNameLst>
                                      </p:cBhvr>
                                      <p:to>
                                        <p:strVal val="visible"/>
                                      </p:to>
                                    </p:set>
                                    <p:animEffect transition="in" filter="fade">
                                      <p:cBhvr>
                                        <p:cTn id="34" dur="500"/>
                                        <p:tgtEl>
                                          <p:spTgt spid="736"/>
                                        </p:tgtEl>
                                      </p:cBhvr>
                                    </p:animEffect>
                                  </p:childTnLst>
                                </p:cTn>
                              </p:par>
                              <p:par>
                                <p:cTn id="35" presetID="10" presetClass="entr" presetSubtype="0" fill="hold" nodeType="withEffect">
                                  <p:stCondLst>
                                    <p:cond delay="0"/>
                                  </p:stCondLst>
                                  <p:childTnLst>
                                    <p:set>
                                      <p:cBhvr>
                                        <p:cTn id="36" dur="1" fill="hold">
                                          <p:stCondLst>
                                            <p:cond delay="0"/>
                                          </p:stCondLst>
                                        </p:cTn>
                                        <p:tgtEl>
                                          <p:spTgt spid="733"/>
                                        </p:tgtEl>
                                        <p:attrNameLst>
                                          <p:attrName>style.visibility</p:attrName>
                                        </p:attrNameLst>
                                      </p:cBhvr>
                                      <p:to>
                                        <p:strVal val="visible"/>
                                      </p:to>
                                    </p:set>
                                    <p:animEffect transition="in" filter="fade">
                                      <p:cBhvr>
                                        <p:cTn id="37" dur="500"/>
                                        <p:tgtEl>
                                          <p:spTgt spid="733"/>
                                        </p:tgtEl>
                                      </p:cBhvr>
                                    </p:animEffect>
                                  </p:childTnLst>
                                </p:cTn>
                              </p:par>
                              <p:par>
                                <p:cTn id="38" presetID="10" presetClass="entr" presetSubtype="0" fill="hold" nodeType="withEffect">
                                  <p:stCondLst>
                                    <p:cond delay="0"/>
                                  </p:stCondLst>
                                  <p:childTnLst>
                                    <p:set>
                                      <p:cBhvr>
                                        <p:cTn id="39" dur="1" fill="hold">
                                          <p:stCondLst>
                                            <p:cond delay="0"/>
                                          </p:stCondLst>
                                        </p:cTn>
                                        <p:tgtEl>
                                          <p:spTgt spid="734"/>
                                        </p:tgtEl>
                                        <p:attrNameLst>
                                          <p:attrName>style.visibility</p:attrName>
                                        </p:attrNameLst>
                                      </p:cBhvr>
                                      <p:to>
                                        <p:strVal val="visible"/>
                                      </p:to>
                                    </p:set>
                                    <p:animEffect transition="in" filter="fade">
                                      <p:cBhvr>
                                        <p:cTn id="40" dur="500"/>
                                        <p:tgtEl>
                                          <p:spTgt spid="734"/>
                                        </p:tgtEl>
                                      </p:cBhvr>
                                    </p:animEffect>
                                  </p:childTnLst>
                                </p:cTn>
                              </p:par>
                              <p:par>
                                <p:cTn id="41" presetID="10" presetClass="entr" presetSubtype="0" fill="hold" nodeType="withEffect">
                                  <p:stCondLst>
                                    <p:cond delay="0"/>
                                  </p:stCondLst>
                                  <p:childTnLst>
                                    <p:set>
                                      <p:cBhvr>
                                        <p:cTn id="42" dur="1" fill="hold">
                                          <p:stCondLst>
                                            <p:cond delay="0"/>
                                          </p:stCondLst>
                                        </p:cTn>
                                        <p:tgtEl>
                                          <p:spTgt spid="706"/>
                                        </p:tgtEl>
                                        <p:attrNameLst>
                                          <p:attrName>style.visibility</p:attrName>
                                        </p:attrNameLst>
                                      </p:cBhvr>
                                      <p:to>
                                        <p:strVal val="visible"/>
                                      </p:to>
                                    </p:set>
                                    <p:animEffect transition="in" filter="fade">
                                      <p:cBhvr>
                                        <p:cTn id="43" dur="500"/>
                                        <p:tgtEl>
                                          <p:spTgt spid="706"/>
                                        </p:tgtEl>
                                      </p:cBhvr>
                                    </p:animEffect>
                                  </p:childTnLst>
                                </p:cTn>
                              </p:par>
                              <p:par>
                                <p:cTn id="44" presetID="10" presetClass="entr" presetSubtype="0" fill="hold" nodeType="withEffect">
                                  <p:stCondLst>
                                    <p:cond delay="0"/>
                                  </p:stCondLst>
                                  <p:childTnLst>
                                    <p:set>
                                      <p:cBhvr>
                                        <p:cTn id="45" dur="1" fill="hold">
                                          <p:stCondLst>
                                            <p:cond delay="0"/>
                                          </p:stCondLst>
                                        </p:cTn>
                                        <p:tgtEl>
                                          <p:spTgt spid="721"/>
                                        </p:tgtEl>
                                        <p:attrNameLst>
                                          <p:attrName>style.visibility</p:attrName>
                                        </p:attrNameLst>
                                      </p:cBhvr>
                                      <p:to>
                                        <p:strVal val="visible"/>
                                      </p:to>
                                    </p:set>
                                    <p:animEffect transition="in" filter="fade">
                                      <p:cBhvr>
                                        <p:cTn id="46" dur="500"/>
                                        <p:tgtEl>
                                          <p:spTgt spid="721"/>
                                        </p:tgtEl>
                                      </p:cBhvr>
                                    </p:animEffect>
                                  </p:childTnLst>
                                </p:cTn>
                              </p:par>
                              <p:par>
                                <p:cTn id="47" presetID="10" presetClass="entr" presetSubtype="0" fill="hold" nodeType="withEffect">
                                  <p:stCondLst>
                                    <p:cond delay="0"/>
                                  </p:stCondLst>
                                  <p:childTnLst>
                                    <p:set>
                                      <p:cBhvr>
                                        <p:cTn id="48" dur="1" fill="hold">
                                          <p:stCondLst>
                                            <p:cond delay="0"/>
                                          </p:stCondLst>
                                        </p:cTn>
                                        <p:tgtEl>
                                          <p:spTgt spid="727"/>
                                        </p:tgtEl>
                                        <p:attrNameLst>
                                          <p:attrName>style.visibility</p:attrName>
                                        </p:attrNameLst>
                                      </p:cBhvr>
                                      <p:to>
                                        <p:strVal val="visible"/>
                                      </p:to>
                                    </p:set>
                                    <p:animEffect transition="in" filter="fade">
                                      <p:cBhvr>
                                        <p:cTn id="49" dur="500"/>
                                        <p:tgtEl>
                                          <p:spTgt spid="727"/>
                                        </p:tgtEl>
                                      </p:cBhvr>
                                    </p:animEffect>
                                  </p:childTnLst>
                                </p:cTn>
                              </p:par>
                              <p:par>
                                <p:cTn id="50" presetID="10" presetClass="entr" presetSubtype="0" fill="hold" nodeType="withEffect">
                                  <p:stCondLst>
                                    <p:cond delay="0"/>
                                  </p:stCondLst>
                                  <p:childTnLst>
                                    <p:set>
                                      <p:cBhvr>
                                        <p:cTn id="51" dur="1" fill="hold">
                                          <p:stCondLst>
                                            <p:cond delay="0"/>
                                          </p:stCondLst>
                                        </p:cTn>
                                        <p:tgtEl>
                                          <p:spTgt spid="738"/>
                                        </p:tgtEl>
                                        <p:attrNameLst>
                                          <p:attrName>style.visibility</p:attrName>
                                        </p:attrNameLst>
                                      </p:cBhvr>
                                      <p:to>
                                        <p:strVal val="visible"/>
                                      </p:to>
                                    </p:set>
                                    <p:animEffect transition="in" filter="fade">
                                      <p:cBhvr>
                                        <p:cTn id="52" dur="500"/>
                                        <p:tgtEl>
                                          <p:spTgt spid="7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15"/>
                                        </p:tgtEl>
                                        <p:attrNameLst>
                                          <p:attrName>style.visibility</p:attrName>
                                        </p:attrNameLst>
                                      </p:cBhvr>
                                      <p:to>
                                        <p:strVal val="visible"/>
                                      </p:to>
                                    </p:set>
                                    <p:animEffect transition="in" filter="fade">
                                      <p:cBhvr>
                                        <p:cTn id="57" dur="500"/>
                                        <p:tgtEl>
                                          <p:spTgt spid="715"/>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720">
                                            <p:txEl>
                                              <p:pRg st="0" end="0"/>
                                            </p:txEl>
                                          </p:spTgt>
                                        </p:tgtEl>
                                        <p:attrNameLst>
                                          <p:attrName>style.visibility</p:attrName>
                                        </p:attrNameLst>
                                      </p:cBhvr>
                                      <p:to>
                                        <p:strVal val="visible"/>
                                      </p:to>
                                    </p:set>
                                    <p:anim calcmode="lin" valueType="num">
                                      <p:cBhvr additive="base">
                                        <p:cTn id="62" dur="500"/>
                                        <p:tgtEl>
                                          <p:spTgt spid="720">
                                            <p:txEl>
                                              <p:pRg st="0" end="0"/>
                                            </p:txEl>
                                          </p:spTgt>
                                        </p:tgtEl>
                                        <p:attrNameLst>
                                          <p:attrName>ppt_w</p:attrName>
                                        </p:attrNameLst>
                                      </p:cBhvr>
                                      <p:tavLst>
                                        <p:tav tm="0">
                                          <p:val>
                                            <p:strVal val="0"/>
                                          </p:val>
                                        </p:tav>
                                        <p:tav tm="100000">
                                          <p:val>
                                            <p:strVal val="#ppt_w"/>
                                          </p:val>
                                        </p:tav>
                                      </p:tavLst>
                                    </p:anim>
                                    <p:anim calcmode="lin" valueType="num">
                                      <p:cBhvr additive="base">
                                        <p:cTn id="63" dur="500"/>
                                        <p:tgtEl>
                                          <p:spTgt spid="720">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720">
                                            <p:txEl>
                                              <p:pRg st="1" end="1"/>
                                            </p:txEl>
                                          </p:spTgt>
                                        </p:tgtEl>
                                        <p:attrNameLst>
                                          <p:attrName>style.visibility</p:attrName>
                                        </p:attrNameLst>
                                      </p:cBhvr>
                                      <p:to>
                                        <p:strVal val="visible"/>
                                      </p:to>
                                    </p:set>
                                    <p:anim calcmode="lin" valueType="num">
                                      <p:cBhvr additive="base">
                                        <p:cTn id="68" dur="500"/>
                                        <p:tgtEl>
                                          <p:spTgt spid="720">
                                            <p:txEl>
                                              <p:pRg st="1" end="1"/>
                                            </p:txEl>
                                          </p:spTgt>
                                        </p:tgtEl>
                                        <p:attrNameLst>
                                          <p:attrName>ppt_w</p:attrName>
                                        </p:attrNameLst>
                                      </p:cBhvr>
                                      <p:tavLst>
                                        <p:tav tm="0">
                                          <p:val>
                                            <p:strVal val="0"/>
                                          </p:val>
                                        </p:tav>
                                        <p:tav tm="100000">
                                          <p:val>
                                            <p:strVal val="#ppt_w"/>
                                          </p:val>
                                        </p:tav>
                                      </p:tavLst>
                                    </p:anim>
                                    <p:anim calcmode="lin" valueType="num">
                                      <p:cBhvr additive="base">
                                        <p:cTn id="69" dur="500"/>
                                        <p:tgtEl>
                                          <p:spTgt spid="720">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739"/>
                                        </p:tgtEl>
                                        <p:attrNameLst>
                                          <p:attrName>style.visibility</p:attrName>
                                        </p:attrNameLst>
                                      </p:cBhvr>
                                      <p:to>
                                        <p:strVal val="visible"/>
                                      </p:to>
                                    </p:set>
                                    <p:animEffect transition="in" filter="fade">
                                      <p:cBhvr>
                                        <p:cTn id="74" dur="500"/>
                                        <p:tgtEl>
                                          <p:spTgt spid="739"/>
                                        </p:tgtEl>
                                      </p:cBhvr>
                                    </p:animEffect>
                                  </p:childTnLst>
                                </p:cTn>
                              </p:par>
                              <p:par>
                                <p:cTn id="75" presetID="10" presetClass="entr" presetSubtype="0" fill="hold" nodeType="withEffect">
                                  <p:stCondLst>
                                    <p:cond delay="0"/>
                                  </p:stCondLst>
                                  <p:childTnLst>
                                    <p:set>
                                      <p:cBhvr>
                                        <p:cTn id="76" dur="1" fill="hold">
                                          <p:stCondLst>
                                            <p:cond delay="0"/>
                                          </p:stCondLst>
                                        </p:cTn>
                                        <p:tgtEl>
                                          <p:spTgt spid="740"/>
                                        </p:tgtEl>
                                        <p:attrNameLst>
                                          <p:attrName>style.visibility</p:attrName>
                                        </p:attrNameLst>
                                      </p:cBhvr>
                                      <p:to>
                                        <p:strVal val="visible"/>
                                      </p:to>
                                    </p:set>
                                    <p:animEffect transition="in" filter="fade">
                                      <p:cBhvr>
                                        <p:cTn id="77" dur="500"/>
                                        <p:tgtEl>
                                          <p:spTgt spid="740"/>
                                        </p:tgtEl>
                                      </p:cBhvr>
                                    </p:animEffect>
                                  </p:childTnLst>
                                </p:cTn>
                              </p:par>
                              <p:par>
                                <p:cTn id="78" presetID="10" presetClass="entr" presetSubtype="0" fill="hold" nodeType="withEffect">
                                  <p:stCondLst>
                                    <p:cond delay="0"/>
                                  </p:stCondLst>
                                  <p:childTnLst>
                                    <p:set>
                                      <p:cBhvr>
                                        <p:cTn id="79" dur="1" fill="hold">
                                          <p:stCondLst>
                                            <p:cond delay="0"/>
                                          </p:stCondLst>
                                        </p:cTn>
                                        <p:tgtEl>
                                          <p:spTgt spid="741"/>
                                        </p:tgtEl>
                                        <p:attrNameLst>
                                          <p:attrName>style.visibility</p:attrName>
                                        </p:attrNameLst>
                                      </p:cBhvr>
                                      <p:to>
                                        <p:strVal val="visible"/>
                                      </p:to>
                                    </p:set>
                                    <p:animEffect transition="in" filter="fade">
                                      <p:cBhvr>
                                        <p:cTn id="80" dur="500"/>
                                        <p:tgtEl>
                                          <p:spTgt spid="741"/>
                                        </p:tgtEl>
                                      </p:cBhvr>
                                    </p:animEffect>
                                  </p:childTnLst>
                                </p:cTn>
                              </p:par>
                              <p:par>
                                <p:cTn id="81" presetID="10" presetClass="entr" presetSubtype="0" fill="hold" nodeType="withEffect">
                                  <p:stCondLst>
                                    <p:cond delay="0"/>
                                  </p:stCondLst>
                                  <p:childTnLst>
                                    <p:set>
                                      <p:cBhvr>
                                        <p:cTn id="82" dur="1" fill="hold">
                                          <p:stCondLst>
                                            <p:cond delay="0"/>
                                          </p:stCondLst>
                                        </p:cTn>
                                        <p:tgtEl>
                                          <p:spTgt spid="759"/>
                                        </p:tgtEl>
                                        <p:attrNameLst>
                                          <p:attrName>style.visibility</p:attrName>
                                        </p:attrNameLst>
                                      </p:cBhvr>
                                      <p:to>
                                        <p:strVal val="visible"/>
                                      </p:to>
                                    </p:set>
                                    <p:animEffect transition="in" filter="fade">
                                      <p:cBhvr>
                                        <p:cTn id="83" dur="500"/>
                                        <p:tgtEl>
                                          <p:spTgt spid="759"/>
                                        </p:tgtEl>
                                      </p:cBhvr>
                                    </p:animEffect>
                                  </p:childTnLst>
                                </p:cTn>
                              </p:par>
                              <p:par>
                                <p:cTn id="84" presetID="10" presetClass="entr" presetSubtype="0" fill="hold" nodeType="withEffect">
                                  <p:stCondLst>
                                    <p:cond delay="0"/>
                                  </p:stCondLst>
                                  <p:childTnLst>
                                    <p:set>
                                      <p:cBhvr>
                                        <p:cTn id="85" dur="1" fill="hold">
                                          <p:stCondLst>
                                            <p:cond delay="0"/>
                                          </p:stCondLst>
                                        </p:cTn>
                                        <p:tgtEl>
                                          <p:spTgt spid="760"/>
                                        </p:tgtEl>
                                        <p:attrNameLst>
                                          <p:attrName>style.visibility</p:attrName>
                                        </p:attrNameLst>
                                      </p:cBhvr>
                                      <p:to>
                                        <p:strVal val="visible"/>
                                      </p:to>
                                    </p:set>
                                    <p:animEffect transition="in" filter="fade">
                                      <p:cBhvr>
                                        <p:cTn id="86" dur="500"/>
                                        <p:tgtEl>
                                          <p:spTgt spid="760"/>
                                        </p:tgtEl>
                                      </p:cBhvr>
                                    </p:animEffect>
                                  </p:childTnLst>
                                </p:cTn>
                              </p:par>
                              <p:par>
                                <p:cTn id="87" presetID="10" presetClass="entr" presetSubtype="0" fill="hold" nodeType="withEffect">
                                  <p:stCondLst>
                                    <p:cond delay="0"/>
                                  </p:stCondLst>
                                  <p:childTnLst>
                                    <p:set>
                                      <p:cBhvr>
                                        <p:cTn id="88" dur="1" fill="hold">
                                          <p:stCondLst>
                                            <p:cond delay="0"/>
                                          </p:stCondLst>
                                        </p:cTn>
                                        <p:tgtEl>
                                          <p:spTgt spid="762"/>
                                        </p:tgtEl>
                                        <p:attrNameLst>
                                          <p:attrName>style.visibility</p:attrName>
                                        </p:attrNameLst>
                                      </p:cBhvr>
                                      <p:to>
                                        <p:strVal val="visible"/>
                                      </p:to>
                                    </p:set>
                                    <p:animEffect transition="in" filter="fade">
                                      <p:cBhvr>
                                        <p:cTn id="89" dur="500"/>
                                        <p:tgtEl>
                                          <p:spTgt spid="762"/>
                                        </p:tgtEl>
                                      </p:cBhvr>
                                    </p:animEffect>
                                  </p:childTnLst>
                                </p:cTn>
                              </p:par>
                              <p:par>
                                <p:cTn id="90" presetID="10" presetClass="entr" presetSubtype="0" fill="hold" nodeType="withEffect">
                                  <p:stCondLst>
                                    <p:cond delay="0"/>
                                  </p:stCondLst>
                                  <p:childTnLst>
                                    <p:set>
                                      <p:cBhvr>
                                        <p:cTn id="91" dur="1" fill="hold">
                                          <p:stCondLst>
                                            <p:cond delay="0"/>
                                          </p:stCondLst>
                                        </p:cTn>
                                        <p:tgtEl>
                                          <p:spTgt spid="764"/>
                                        </p:tgtEl>
                                        <p:attrNameLst>
                                          <p:attrName>style.visibility</p:attrName>
                                        </p:attrNameLst>
                                      </p:cBhvr>
                                      <p:to>
                                        <p:strVal val="visible"/>
                                      </p:to>
                                    </p:set>
                                    <p:animEffect transition="in" filter="fade">
                                      <p:cBhvr>
                                        <p:cTn id="92" dur="500"/>
                                        <p:tgtEl>
                                          <p:spTgt spid="764"/>
                                        </p:tgtEl>
                                      </p:cBhvr>
                                    </p:animEffect>
                                  </p:childTnLst>
                                </p:cTn>
                              </p:par>
                              <p:par>
                                <p:cTn id="93" presetID="10" presetClass="entr" presetSubtype="0" fill="hold" nodeType="withEffect">
                                  <p:stCondLst>
                                    <p:cond delay="0"/>
                                  </p:stCondLst>
                                  <p:childTnLst>
                                    <p:set>
                                      <p:cBhvr>
                                        <p:cTn id="94" dur="1" fill="hold">
                                          <p:stCondLst>
                                            <p:cond delay="0"/>
                                          </p:stCondLst>
                                        </p:cTn>
                                        <p:tgtEl>
                                          <p:spTgt spid="766"/>
                                        </p:tgtEl>
                                        <p:attrNameLst>
                                          <p:attrName>style.visibility</p:attrName>
                                        </p:attrNameLst>
                                      </p:cBhvr>
                                      <p:to>
                                        <p:strVal val="visible"/>
                                      </p:to>
                                    </p:set>
                                    <p:animEffect transition="in" filter="fade">
                                      <p:cBhvr>
                                        <p:cTn id="95" dur="500"/>
                                        <p:tgtEl>
                                          <p:spTgt spid="766"/>
                                        </p:tgtEl>
                                      </p:cBhvr>
                                    </p:animEffect>
                                  </p:childTnLst>
                                </p:cTn>
                              </p:par>
                              <p:par>
                                <p:cTn id="96" presetID="10" presetClass="entr" presetSubtype="0" fill="hold" nodeType="withEffect">
                                  <p:stCondLst>
                                    <p:cond delay="0"/>
                                  </p:stCondLst>
                                  <p:childTnLst>
                                    <p:set>
                                      <p:cBhvr>
                                        <p:cTn id="97" dur="1" fill="hold">
                                          <p:stCondLst>
                                            <p:cond delay="0"/>
                                          </p:stCondLst>
                                        </p:cTn>
                                        <p:tgtEl>
                                          <p:spTgt spid="767"/>
                                        </p:tgtEl>
                                        <p:attrNameLst>
                                          <p:attrName>style.visibility</p:attrName>
                                        </p:attrNameLst>
                                      </p:cBhvr>
                                      <p:to>
                                        <p:strVal val="visible"/>
                                      </p:to>
                                    </p:set>
                                    <p:animEffect transition="in" filter="fade">
                                      <p:cBhvr>
                                        <p:cTn id="98" dur="500"/>
                                        <p:tgtEl>
                                          <p:spTgt spid="767"/>
                                        </p:tgtEl>
                                      </p:cBhvr>
                                    </p:animEffect>
                                  </p:childTnLst>
                                </p:cTn>
                              </p:par>
                              <p:par>
                                <p:cTn id="99" presetID="10" presetClass="entr" presetSubtype="0" fill="hold" nodeType="withEffect">
                                  <p:stCondLst>
                                    <p:cond delay="0"/>
                                  </p:stCondLst>
                                  <p:childTnLst>
                                    <p:set>
                                      <p:cBhvr>
                                        <p:cTn id="100" dur="1" fill="hold">
                                          <p:stCondLst>
                                            <p:cond delay="0"/>
                                          </p:stCondLst>
                                        </p:cTn>
                                        <p:tgtEl>
                                          <p:spTgt spid="768"/>
                                        </p:tgtEl>
                                        <p:attrNameLst>
                                          <p:attrName>style.visibility</p:attrName>
                                        </p:attrNameLst>
                                      </p:cBhvr>
                                      <p:to>
                                        <p:strVal val="visible"/>
                                      </p:to>
                                    </p:set>
                                    <p:animEffect transition="in" filter="fade">
                                      <p:cBhvr>
                                        <p:cTn id="101" dur="500"/>
                                        <p:tgtEl>
                                          <p:spTgt spid="768"/>
                                        </p:tgtEl>
                                      </p:cBhvr>
                                    </p:animEffect>
                                  </p:childTnLst>
                                </p:cTn>
                              </p:par>
                              <p:par>
                                <p:cTn id="102" presetID="10" presetClass="entr" presetSubtype="0" fill="hold" nodeType="withEffect">
                                  <p:stCondLst>
                                    <p:cond delay="0"/>
                                  </p:stCondLst>
                                  <p:childTnLst>
                                    <p:set>
                                      <p:cBhvr>
                                        <p:cTn id="103" dur="1" fill="hold">
                                          <p:stCondLst>
                                            <p:cond delay="0"/>
                                          </p:stCondLst>
                                        </p:cTn>
                                        <p:tgtEl>
                                          <p:spTgt spid="749"/>
                                        </p:tgtEl>
                                        <p:attrNameLst>
                                          <p:attrName>style.visibility</p:attrName>
                                        </p:attrNameLst>
                                      </p:cBhvr>
                                      <p:to>
                                        <p:strVal val="visible"/>
                                      </p:to>
                                    </p:set>
                                    <p:animEffect transition="in" filter="fade">
                                      <p:cBhvr>
                                        <p:cTn id="104" dur="500"/>
                                        <p:tgtEl>
                                          <p:spTgt spid="749"/>
                                        </p:tgtEl>
                                      </p:cBhvr>
                                    </p:animEffect>
                                  </p:childTnLst>
                                </p:cTn>
                              </p:par>
                              <p:par>
                                <p:cTn id="105" presetID="10" presetClass="entr" presetSubtype="0" fill="hold" nodeType="withEffect">
                                  <p:stCondLst>
                                    <p:cond delay="0"/>
                                  </p:stCondLst>
                                  <p:childTnLst>
                                    <p:set>
                                      <p:cBhvr>
                                        <p:cTn id="106" dur="1" fill="hold">
                                          <p:stCondLst>
                                            <p:cond delay="0"/>
                                          </p:stCondLst>
                                        </p:cTn>
                                        <p:tgtEl>
                                          <p:spTgt spid="750"/>
                                        </p:tgtEl>
                                        <p:attrNameLst>
                                          <p:attrName>style.visibility</p:attrName>
                                        </p:attrNameLst>
                                      </p:cBhvr>
                                      <p:to>
                                        <p:strVal val="visible"/>
                                      </p:to>
                                    </p:set>
                                    <p:animEffect transition="in" filter="fade">
                                      <p:cBhvr>
                                        <p:cTn id="107" dur="500"/>
                                        <p:tgtEl>
                                          <p:spTgt spid="750"/>
                                        </p:tgtEl>
                                      </p:cBhvr>
                                    </p:animEffect>
                                  </p:childTnLst>
                                </p:cTn>
                              </p:par>
                              <p:par>
                                <p:cTn id="108" presetID="10" presetClass="entr" presetSubtype="0" fill="hold" nodeType="withEffect">
                                  <p:stCondLst>
                                    <p:cond delay="0"/>
                                  </p:stCondLst>
                                  <p:childTnLst>
                                    <p:set>
                                      <p:cBhvr>
                                        <p:cTn id="109" dur="1" fill="hold">
                                          <p:stCondLst>
                                            <p:cond delay="0"/>
                                          </p:stCondLst>
                                        </p:cTn>
                                        <p:tgtEl>
                                          <p:spTgt spid="751"/>
                                        </p:tgtEl>
                                        <p:attrNameLst>
                                          <p:attrName>style.visibility</p:attrName>
                                        </p:attrNameLst>
                                      </p:cBhvr>
                                      <p:to>
                                        <p:strVal val="visible"/>
                                      </p:to>
                                    </p:set>
                                    <p:animEffect transition="in" filter="fade">
                                      <p:cBhvr>
                                        <p:cTn id="110" dur="500"/>
                                        <p:tgtEl>
                                          <p:spTgt spid="751"/>
                                        </p:tgtEl>
                                      </p:cBhvr>
                                    </p:animEffect>
                                  </p:childTnLst>
                                </p:cTn>
                              </p:par>
                              <p:par>
                                <p:cTn id="111" presetID="10" presetClass="entr" presetSubtype="0" fill="hold" nodeType="withEffect">
                                  <p:stCondLst>
                                    <p:cond delay="0"/>
                                  </p:stCondLst>
                                  <p:childTnLst>
                                    <p:set>
                                      <p:cBhvr>
                                        <p:cTn id="112" dur="1" fill="hold">
                                          <p:stCondLst>
                                            <p:cond delay="0"/>
                                          </p:stCondLst>
                                        </p:cTn>
                                        <p:tgtEl>
                                          <p:spTgt spid="752"/>
                                        </p:tgtEl>
                                        <p:attrNameLst>
                                          <p:attrName>style.visibility</p:attrName>
                                        </p:attrNameLst>
                                      </p:cBhvr>
                                      <p:to>
                                        <p:strVal val="visible"/>
                                      </p:to>
                                    </p:set>
                                    <p:animEffect transition="in" filter="fade">
                                      <p:cBhvr>
                                        <p:cTn id="113" dur="500"/>
                                        <p:tgtEl>
                                          <p:spTgt spid="752"/>
                                        </p:tgtEl>
                                      </p:cBhvr>
                                    </p:animEffect>
                                  </p:childTnLst>
                                </p:cTn>
                              </p:par>
                              <p:par>
                                <p:cTn id="114" presetID="10" presetClass="entr" presetSubtype="0" fill="hold" nodeType="withEffect">
                                  <p:stCondLst>
                                    <p:cond delay="0"/>
                                  </p:stCondLst>
                                  <p:childTnLst>
                                    <p:set>
                                      <p:cBhvr>
                                        <p:cTn id="115" dur="1" fill="hold">
                                          <p:stCondLst>
                                            <p:cond delay="0"/>
                                          </p:stCondLst>
                                        </p:cTn>
                                        <p:tgtEl>
                                          <p:spTgt spid="753"/>
                                        </p:tgtEl>
                                        <p:attrNameLst>
                                          <p:attrName>style.visibility</p:attrName>
                                        </p:attrNameLst>
                                      </p:cBhvr>
                                      <p:to>
                                        <p:strVal val="visible"/>
                                      </p:to>
                                    </p:set>
                                    <p:animEffect transition="in" filter="fade">
                                      <p:cBhvr>
                                        <p:cTn id="116" dur="500"/>
                                        <p:tgtEl>
                                          <p:spTgt spid="753"/>
                                        </p:tgtEl>
                                      </p:cBhvr>
                                    </p:animEffect>
                                  </p:childTnLst>
                                </p:cTn>
                              </p:par>
                              <p:par>
                                <p:cTn id="117" presetID="10" presetClass="entr" presetSubtype="0" fill="hold" nodeType="withEffect">
                                  <p:stCondLst>
                                    <p:cond delay="0"/>
                                  </p:stCondLst>
                                  <p:childTnLst>
                                    <p:set>
                                      <p:cBhvr>
                                        <p:cTn id="118" dur="1" fill="hold">
                                          <p:stCondLst>
                                            <p:cond delay="0"/>
                                          </p:stCondLst>
                                        </p:cTn>
                                        <p:tgtEl>
                                          <p:spTgt spid="754"/>
                                        </p:tgtEl>
                                        <p:attrNameLst>
                                          <p:attrName>style.visibility</p:attrName>
                                        </p:attrNameLst>
                                      </p:cBhvr>
                                      <p:to>
                                        <p:strVal val="visible"/>
                                      </p:to>
                                    </p:set>
                                    <p:animEffect transition="in" filter="fade">
                                      <p:cBhvr>
                                        <p:cTn id="119" dur="500"/>
                                        <p:tgtEl>
                                          <p:spTgt spid="754"/>
                                        </p:tgtEl>
                                      </p:cBhvr>
                                    </p:animEffect>
                                  </p:childTnLst>
                                </p:cTn>
                              </p:par>
                              <p:par>
                                <p:cTn id="120" presetID="10" presetClass="entr" presetSubtype="0" fill="hold" nodeType="withEffect">
                                  <p:stCondLst>
                                    <p:cond delay="0"/>
                                  </p:stCondLst>
                                  <p:childTnLst>
                                    <p:set>
                                      <p:cBhvr>
                                        <p:cTn id="121" dur="1" fill="hold">
                                          <p:stCondLst>
                                            <p:cond delay="0"/>
                                          </p:stCondLst>
                                        </p:cTn>
                                        <p:tgtEl>
                                          <p:spTgt spid="755"/>
                                        </p:tgtEl>
                                        <p:attrNameLst>
                                          <p:attrName>style.visibility</p:attrName>
                                        </p:attrNameLst>
                                      </p:cBhvr>
                                      <p:to>
                                        <p:strVal val="visible"/>
                                      </p:to>
                                    </p:set>
                                    <p:animEffect transition="in" filter="fade">
                                      <p:cBhvr>
                                        <p:cTn id="122" dur="500"/>
                                        <p:tgtEl>
                                          <p:spTgt spid="755"/>
                                        </p:tgtEl>
                                      </p:cBhvr>
                                    </p:animEffect>
                                  </p:childTnLst>
                                </p:cTn>
                              </p:par>
                            </p:childTnLst>
                          </p:cTn>
                        </p:par>
                      </p:childTnLst>
                    </p:cTn>
                  </p:par>
                  <p:par>
                    <p:cTn id="123" fill="hold">
                      <p:stCondLst>
                        <p:cond delay="indefinite"/>
                      </p:stCondLst>
                      <p:childTnLst>
                        <p:par>
                          <p:cTn id="124" fill="hold">
                            <p:stCondLst>
                              <p:cond delay="0"/>
                            </p:stCondLst>
                            <p:childTnLst>
                              <p:par>
                                <p:cTn id="125" presetID="23" presetClass="entr" presetSubtype="16" fill="hold" nodeType="clickEffect">
                                  <p:stCondLst>
                                    <p:cond delay="0"/>
                                  </p:stCondLst>
                                  <p:childTnLst>
                                    <p:set>
                                      <p:cBhvr>
                                        <p:cTn id="126" dur="1" fill="hold">
                                          <p:stCondLst>
                                            <p:cond delay="0"/>
                                          </p:stCondLst>
                                        </p:cTn>
                                        <p:tgtEl>
                                          <p:spTgt spid="765"/>
                                        </p:tgtEl>
                                        <p:attrNameLst>
                                          <p:attrName>style.visibility</p:attrName>
                                        </p:attrNameLst>
                                      </p:cBhvr>
                                      <p:to>
                                        <p:strVal val="visible"/>
                                      </p:to>
                                    </p:set>
                                    <p:anim calcmode="lin" valueType="num">
                                      <p:cBhvr additive="base">
                                        <p:cTn id="127" dur="500"/>
                                        <p:tgtEl>
                                          <p:spTgt spid="765"/>
                                        </p:tgtEl>
                                        <p:attrNameLst>
                                          <p:attrName>ppt_w</p:attrName>
                                        </p:attrNameLst>
                                      </p:cBhvr>
                                      <p:tavLst>
                                        <p:tav tm="0">
                                          <p:val>
                                            <p:strVal val="0"/>
                                          </p:val>
                                        </p:tav>
                                        <p:tav tm="100000">
                                          <p:val>
                                            <p:strVal val="#ppt_w"/>
                                          </p:val>
                                        </p:tav>
                                      </p:tavLst>
                                    </p:anim>
                                    <p:anim calcmode="lin" valueType="num">
                                      <p:cBhvr additive="base">
                                        <p:cTn id="128" dur="500"/>
                                        <p:tgtEl>
                                          <p:spTgt spid="765"/>
                                        </p:tgtEl>
                                        <p:attrNameLst>
                                          <p:attrName>ppt_h</p:attrName>
                                        </p:attrNameLst>
                                      </p:cBhvr>
                                      <p:tavLst>
                                        <p:tav tm="0">
                                          <p:val>
                                            <p:strVal val="0"/>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756"/>
                                        </p:tgtEl>
                                        <p:attrNameLst>
                                          <p:attrName>style.visibility</p:attrName>
                                        </p:attrNameLst>
                                      </p:cBhvr>
                                      <p:to>
                                        <p:strVal val="visible"/>
                                      </p:to>
                                    </p:set>
                                    <p:animEffect transition="in" filter="fade">
                                      <p:cBhvr>
                                        <p:cTn id="133" dur="500"/>
                                        <p:tgtEl>
                                          <p:spTgt spid="756"/>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xit" presetSubtype="0" fill="hold" nodeType="clickEffect">
                                  <p:stCondLst>
                                    <p:cond delay="0"/>
                                  </p:stCondLst>
                                  <p:childTnLst>
                                    <p:animEffect transition="out" filter="fade">
                                      <p:cBhvr>
                                        <p:cTn id="137" dur="500"/>
                                        <p:tgtEl>
                                          <p:spTgt spid="759"/>
                                        </p:tgtEl>
                                      </p:cBhvr>
                                    </p:animEffect>
                                    <p:set>
                                      <p:cBhvr>
                                        <p:cTn id="138" dur="1" fill="hold">
                                          <p:stCondLst>
                                            <p:cond delay="500"/>
                                          </p:stCondLst>
                                        </p:cTn>
                                        <p:tgtEl>
                                          <p:spTgt spid="759"/>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500"/>
                                        <p:tgtEl>
                                          <p:spTgt spid="766"/>
                                        </p:tgtEl>
                                      </p:cBhvr>
                                    </p:animEffect>
                                    <p:set>
                                      <p:cBhvr>
                                        <p:cTn id="141" dur="1" fill="hold">
                                          <p:stCondLst>
                                            <p:cond delay="500"/>
                                          </p:stCondLst>
                                        </p:cTn>
                                        <p:tgtEl>
                                          <p:spTgt spid="766"/>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500"/>
                                        <p:tgtEl>
                                          <p:spTgt spid="767"/>
                                        </p:tgtEl>
                                      </p:cBhvr>
                                    </p:animEffect>
                                    <p:set>
                                      <p:cBhvr>
                                        <p:cTn id="144" dur="1" fill="hold">
                                          <p:stCondLst>
                                            <p:cond delay="500"/>
                                          </p:stCondLst>
                                        </p:cTn>
                                        <p:tgtEl>
                                          <p:spTgt spid="767"/>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500"/>
                                        <p:tgtEl>
                                          <p:spTgt spid="768"/>
                                        </p:tgtEl>
                                      </p:cBhvr>
                                    </p:animEffect>
                                    <p:set>
                                      <p:cBhvr>
                                        <p:cTn id="147" dur="1" fill="hold">
                                          <p:stCondLst>
                                            <p:cond delay="500"/>
                                          </p:stCondLst>
                                        </p:cTn>
                                        <p:tgtEl>
                                          <p:spTgt spid="768"/>
                                        </p:tgtEl>
                                        <p:attrNameLst>
                                          <p:attrName>style.visibility</p:attrName>
                                        </p:attrNameLst>
                                      </p:cBhvr>
                                      <p:to>
                                        <p:strVal val="hidden"/>
                                      </p:to>
                                    </p:set>
                                  </p:childTnLst>
                                </p:cTn>
                              </p:par>
                              <p:par>
                                <p:cTn id="148" presetID="1" presetClass="exit" presetSubtype="0" fill="hold" nodeType="withEffect">
                                  <p:stCondLst>
                                    <p:cond delay="0"/>
                                  </p:stCondLst>
                                  <p:childTnLst>
                                    <p:set>
                                      <p:cBhvr>
                                        <p:cTn id="149" dur="1" fill="hold">
                                          <p:stCondLst>
                                            <p:cond delay="1"/>
                                          </p:stCondLst>
                                        </p:cTn>
                                        <p:tgtEl>
                                          <p:spTgt spid="765"/>
                                        </p:tgtEl>
                                        <p:attrNameLst>
                                          <p:attrName>style.visibility</p:attrName>
                                        </p:attrNameLst>
                                      </p:cBhvr>
                                      <p:to>
                                        <p:strVal val="hidden"/>
                                      </p:to>
                                    </p:set>
                                  </p:childTnLst>
                                </p:cTn>
                              </p:par>
                            </p:childTnLst>
                          </p:cTn>
                        </p:par>
                      </p:childTnLst>
                    </p:cTn>
                  </p:par>
                  <p:par>
                    <p:cTn id="150" fill="hold">
                      <p:stCondLst>
                        <p:cond delay="indefinite"/>
                      </p:stCondLst>
                      <p:childTnLst>
                        <p:par>
                          <p:cTn id="151" fill="hold">
                            <p:stCondLst>
                              <p:cond delay="0"/>
                            </p:stCondLst>
                            <p:childTnLst>
                              <p:par>
                                <p:cTn id="152" presetID="23" presetClass="entr" presetSubtype="16" fill="hold" nodeType="clickEffect">
                                  <p:stCondLst>
                                    <p:cond delay="0"/>
                                  </p:stCondLst>
                                  <p:childTnLst>
                                    <p:set>
                                      <p:cBhvr>
                                        <p:cTn id="153" dur="1" fill="hold">
                                          <p:stCondLst>
                                            <p:cond delay="0"/>
                                          </p:stCondLst>
                                        </p:cTn>
                                        <p:tgtEl>
                                          <p:spTgt spid="761"/>
                                        </p:tgtEl>
                                        <p:attrNameLst>
                                          <p:attrName>style.visibility</p:attrName>
                                        </p:attrNameLst>
                                      </p:cBhvr>
                                      <p:to>
                                        <p:strVal val="visible"/>
                                      </p:to>
                                    </p:set>
                                    <p:anim calcmode="lin" valueType="num">
                                      <p:cBhvr additive="base">
                                        <p:cTn id="154" dur="500"/>
                                        <p:tgtEl>
                                          <p:spTgt spid="761"/>
                                        </p:tgtEl>
                                        <p:attrNameLst>
                                          <p:attrName>ppt_w</p:attrName>
                                        </p:attrNameLst>
                                      </p:cBhvr>
                                      <p:tavLst>
                                        <p:tav tm="0">
                                          <p:val>
                                            <p:strVal val="0"/>
                                          </p:val>
                                        </p:tav>
                                        <p:tav tm="100000">
                                          <p:val>
                                            <p:strVal val="#ppt_w"/>
                                          </p:val>
                                        </p:tav>
                                      </p:tavLst>
                                    </p:anim>
                                    <p:anim calcmode="lin" valueType="num">
                                      <p:cBhvr additive="base">
                                        <p:cTn id="155" dur="500"/>
                                        <p:tgtEl>
                                          <p:spTgt spid="761"/>
                                        </p:tgtEl>
                                        <p:attrNameLst>
                                          <p:attrName>ppt_h</p:attrName>
                                        </p:attrNameLst>
                                      </p:cBhvr>
                                      <p:tavLst>
                                        <p:tav tm="0">
                                          <p:val>
                                            <p:strVal val="0"/>
                                          </p:val>
                                        </p:tav>
                                        <p:tav tm="100000">
                                          <p:val>
                                            <p:strVal val="#ppt_h"/>
                                          </p:val>
                                        </p:tav>
                                      </p:tavLst>
                                    </p:anim>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nodeType="clickEffect">
                                  <p:stCondLst>
                                    <p:cond delay="0"/>
                                  </p:stCondLst>
                                  <p:childTnLst>
                                    <p:set>
                                      <p:cBhvr>
                                        <p:cTn id="159" dur="1" fill="hold">
                                          <p:stCondLst>
                                            <p:cond delay="0"/>
                                          </p:stCondLst>
                                        </p:cTn>
                                        <p:tgtEl>
                                          <p:spTgt spid="757"/>
                                        </p:tgtEl>
                                        <p:attrNameLst>
                                          <p:attrName>style.visibility</p:attrName>
                                        </p:attrNameLst>
                                      </p:cBhvr>
                                      <p:to>
                                        <p:strVal val="visible"/>
                                      </p:to>
                                    </p:set>
                                    <p:animEffect transition="in" filter="fade">
                                      <p:cBhvr>
                                        <p:cTn id="160" dur="500"/>
                                        <p:tgtEl>
                                          <p:spTgt spid="757"/>
                                        </p:tgtEl>
                                      </p:cBhvr>
                                    </p:animEffect>
                                  </p:childTnLst>
                                </p:cTn>
                              </p:par>
                              <p:par>
                                <p:cTn id="161" presetID="1" presetClass="exit" presetSubtype="0" fill="hold" nodeType="withEffect">
                                  <p:stCondLst>
                                    <p:cond delay="0"/>
                                  </p:stCondLst>
                                  <p:childTnLst>
                                    <p:set>
                                      <p:cBhvr>
                                        <p:cTn id="162" dur="1" fill="hold">
                                          <p:stCondLst>
                                            <p:cond delay="1"/>
                                          </p:stCondLst>
                                        </p:cTn>
                                        <p:tgtEl>
                                          <p:spTgt spid="760"/>
                                        </p:tgtEl>
                                        <p:attrNameLst>
                                          <p:attrName>style.visibility</p:attrName>
                                        </p:attrNameLst>
                                      </p:cBhvr>
                                      <p:to>
                                        <p:strVal val="hidden"/>
                                      </p:to>
                                    </p:set>
                                  </p:childTnLst>
                                </p:cTn>
                              </p:par>
                              <p:par>
                                <p:cTn id="163" presetID="1" presetClass="exit" presetSubtype="0" fill="hold" nodeType="withEffect">
                                  <p:stCondLst>
                                    <p:cond delay="0"/>
                                  </p:stCondLst>
                                  <p:childTnLst>
                                    <p:set>
                                      <p:cBhvr>
                                        <p:cTn id="164" dur="1" fill="hold">
                                          <p:stCondLst>
                                            <p:cond delay="1"/>
                                          </p:stCondLst>
                                        </p:cTn>
                                        <p:tgtEl>
                                          <p:spTgt spid="762"/>
                                        </p:tgtEl>
                                        <p:attrNameLst>
                                          <p:attrName>style.visibility</p:attrName>
                                        </p:attrNameLst>
                                      </p:cBhvr>
                                      <p:to>
                                        <p:strVal val="hidden"/>
                                      </p:to>
                                    </p:set>
                                  </p:childTnLst>
                                </p:cTn>
                              </p:par>
                              <p:par>
                                <p:cTn id="165" presetID="1" presetClass="exit" presetSubtype="0" fill="hold" nodeType="withEffect">
                                  <p:stCondLst>
                                    <p:cond delay="0"/>
                                  </p:stCondLst>
                                  <p:childTnLst>
                                    <p:set>
                                      <p:cBhvr>
                                        <p:cTn id="166" dur="1" fill="hold">
                                          <p:stCondLst>
                                            <p:cond delay="1"/>
                                          </p:stCondLst>
                                        </p:cTn>
                                        <p:tgtEl>
                                          <p:spTgt spid="761"/>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23" presetClass="entr" presetSubtype="16" fill="hold" nodeType="clickEffect">
                                  <p:stCondLst>
                                    <p:cond delay="0"/>
                                  </p:stCondLst>
                                  <p:childTnLst>
                                    <p:set>
                                      <p:cBhvr>
                                        <p:cTn id="170" dur="1" fill="hold">
                                          <p:stCondLst>
                                            <p:cond delay="0"/>
                                          </p:stCondLst>
                                        </p:cTn>
                                        <p:tgtEl>
                                          <p:spTgt spid="763"/>
                                        </p:tgtEl>
                                        <p:attrNameLst>
                                          <p:attrName>style.visibility</p:attrName>
                                        </p:attrNameLst>
                                      </p:cBhvr>
                                      <p:to>
                                        <p:strVal val="visible"/>
                                      </p:to>
                                    </p:set>
                                    <p:anim calcmode="lin" valueType="num">
                                      <p:cBhvr additive="base">
                                        <p:cTn id="171" dur="500"/>
                                        <p:tgtEl>
                                          <p:spTgt spid="763"/>
                                        </p:tgtEl>
                                        <p:attrNameLst>
                                          <p:attrName>ppt_w</p:attrName>
                                        </p:attrNameLst>
                                      </p:cBhvr>
                                      <p:tavLst>
                                        <p:tav tm="0">
                                          <p:val>
                                            <p:strVal val="0"/>
                                          </p:val>
                                        </p:tav>
                                        <p:tav tm="100000">
                                          <p:val>
                                            <p:strVal val="#ppt_w"/>
                                          </p:val>
                                        </p:tav>
                                      </p:tavLst>
                                    </p:anim>
                                    <p:anim calcmode="lin" valueType="num">
                                      <p:cBhvr additive="base">
                                        <p:cTn id="172" dur="500"/>
                                        <p:tgtEl>
                                          <p:spTgt spid="763"/>
                                        </p:tgtEl>
                                        <p:attrNameLst>
                                          <p:attrName>ppt_h</p:attrName>
                                        </p:attrNameLst>
                                      </p:cBhvr>
                                      <p:tavLst>
                                        <p:tav tm="0">
                                          <p:val>
                                            <p:strVal val="0"/>
                                          </p:val>
                                        </p:tav>
                                        <p:tav tm="100000">
                                          <p:val>
                                            <p:strVal val="#ppt_h"/>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758"/>
                                        </p:tgtEl>
                                        <p:attrNameLst>
                                          <p:attrName>style.visibility</p:attrName>
                                        </p:attrNameLst>
                                      </p:cBhvr>
                                      <p:to>
                                        <p:strVal val="visible"/>
                                      </p:to>
                                    </p:set>
                                    <p:anim calcmode="lin" valueType="num">
                                      <p:cBhvr additive="base">
                                        <p:cTn id="177" dur="500"/>
                                        <p:tgtEl>
                                          <p:spTgt spid="758"/>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23" presetClass="entr" presetSubtype="16" fill="hold" nodeType="clickEffect">
                                  <p:stCondLst>
                                    <p:cond delay="0"/>
                                  </p:stCondLst>
                                  <p:childTnLst>
                                    <p:set>
                                      <p:cBhvr>
                                        <p:cTn id="181" dur="1" fill="hold">
                                          <p:stCondLst>
                                            <p:cond delay="0"/>
                                          </p:stCondLst>
                                        </p:cTn>
                                        <p:tgtEl>
                                          <p:spTgt spid="769"/>
                                        </p:tgtEl>
                                        <p:attrNameLst>
                                          <p:attrName>style.visibility</p:attrName>
                                        </p:attrNameLst>
                                      </p:cBhvr>
                                      <p:to>
                                        <p:strVal val="visible"/>
                                      </p:to>
                                    </p:set>
                                    <p:anim calcmode="lin" valueType="num">
                                      <p:cBhvr additive="base">
                                        <p:cTn id="182" dur="500"/>
                                        <p:tgtEl>
                                          <p:spTgt spid="769"/>
                                        </p:tgtEl>
                                        <p:attrNameLst>
                                          <p:attrName>ppt_w</p:attrName>
                                        </p:attrNameLst>
                                      </p:cBhvr>
                                      <p:tavLst>
                                        <p:tav tm="0">
                                          <p:val>
                                            <p:strVal val="0"/>
                                          </p:val>
                                        </p:tav>
                                        <p:tav tm="100000">
                                          <p:val>
                                            <p:strVal val="#ppt_w"/>
                                          </p:val>
                                        </p:tav>
                                      </p:tavLst>
                                    </p:anim>
                                    <p:anim calcmode="lin" valueType="num">
                                      <p:cBhvr additive="base">
                                        <p:cTn id="183" dur="500"/>
                                        <p:tgtEl>
                                          <p:spTgt spid="76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6"/>
          <p:cNvSpPr txBox="1">
            <a:spLocks noGrp="1"/>
          </p:cNvSpPr>
          <p:nvPr>
            <p:ph type="title"/>
          </p:nvPr>
        </p:nvSpPr>
        <p:spPr>
          <a:xfrm>
            <a:off x="715448" y="53975"/>
            <a:ext cx="77114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Clase Arrays</a:t>
            </a:r>
            <a:endParaRPr/>
          </a:p>
        </p:txBody>
      </p:sp>
      <p:grpSp>
        <p:nvGrpSpPr>
          <p:cNvPr id="776" name="Google Shape;776;p16"/>
          <p:cNvGrpSpPr/>
          <p:nvPr/>
        </p:nvGrpSpPr>
        <p:grpSpPr>
          <a:xfrm>
            <a:off x="670121" y="1124744"/>
            <a:ext cx="7370662" cy="1217602"/>
            <a:chOff x="670121" y="3842064"/>
            <a:chExt cx="7370662" cy="1217602"/>
          </a:xfrm>
        </p:grpSpPr>
        <p:sp>
          <p:nvSpPr>
            <p:cNvPr id="777" name="Google Shape;777;p16"/>
            <p:cNvSpPr/>
            <p:nvPr/>
          </p:nvSpPr>
          <p:spPr>
            <a:xfrm>
              <a:off x="924867" y="4180618"/>
              <a:ext cx="7115916" cy="87904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78" name="Google Shape;778;p16"/>
            <p:cNvSpPr/>
            <p:nvPr/>
          </p:nvSpPr>
          <p:spPr>
            <a:xfrm>
              <a:off x="756280" y="3964594"/>
              <a:ext cx="754153" cy="36004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79" name="Google Shape;779;p16"/>
            <p:cNvSpPr txBox="1"/>
            <p:nvPr/>
          </p:nvSpPr>
          <p:spPr>
            <a:xfrm>
              <a:off x="670121" y="3988784"/>
              <a:ext cx="98590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FILL</a:t>
              </a:r>
              <a:endParaRPr sz="1600" b="1">
                <a:solidFill>
                  <a:schemeClr val="lt1"/>
                </a:solidFill>
                <a:latin typeface="Arial"/>
                <a:ea typeface="Arial"/>
                <a:cs typeface="Arial"/>
                <a:sym typeface="Arial"/>
              </a:endParaRPr>
            </a:p>
          </p:txBody>
        </p:sp>
        <p:sp>
          <p:nvSpPr>
            <p:cNvPr id="780" name="Google Shape;780;p16"/>
            <p:cNvSpPr/>
            <p:nvPr/>
          </p:nvSpPr>
          <p:spPr>
            <a:xfrm>
              <a:off x="1836400" y="3842064"/>
              <a:ext cx="6048672"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 sz="1800" i="1">
                  <a:solidFill>
                    <a:srgbClr val="66A3FF"/>
                  </a:solidFill>
                  <a:latin typeface="Arial"/>
                  <a:ea typeface="Arial"/>
                  <a:cs typeface="Arial"/>
                  <a:sym typeface="Arial"/>
                </a:rPr>
                <a:t>rellena un array con el valor deseado</a:t>
              </a:r>
              <a:endParaRPr/>
            </a:p>
          </p:txBody>
        </p:sp>
      </p:grpSp>
      <p:sp>
        <p:nvSpPr>
          <p:cNvPr id="781" name="Google Shape;781;p16"/>
          <p:cNvSpPr/>
          <p:nvPr/>
        </p:nvSpPr>
        <p:spPr>
          <a:xfrm>
            <a:off x="1510433" y="1586572"/>
            <a:ext cx="594478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int[] arrayInt = new int[7];</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Arrays.fill( arrayInt, </a:t>
            </a:r>
            <a:r>
              <a:rPr lang="es-ES" sz="1800">
                <a:solidFill>
                  <a:srgbClr val="FF0000"/>
                </a:solidFill>
                <a:latin typeface="Arial"/>
                <a:ea typeface="Arial"/>
                <a:cs typeface="Arial"/>
                <a:sym typeface="Arial"/>
              </a:rPr>
              <a:t>23</a:t>
            </a:r>
            <a:r>
              <a:rPr lang="es-ES" sz="1800">
                <a:solidFill>
                  <a:schemeClr val="dk1"/>
                </a:solidFill>
                <a:latin typeface="Arial"/>
                <a:ea typeface="Arial"/>
                <a:cs typeface="Arial"/>
                <a:sym typeface="Arial"/>
              </a:rPr>
              <a:t> );</a:t>
            </a:r>
            <a:endParaRPr/>
          </a:p>
        </p:txBody>
      </p:sp>
      <p:grpSp>
        <p:nvGrpSpPr>
          <p:cNvPr id="782" name="Google Shape;782;p16"/>
          <p:cNvGrpSpPr/>
          <p:nvPr/>
        </p:nvGrpSpPr>
        <p:grpSpPr>
          <a:xfrm>
            <a:off x="2336939" y="2539504"/>
            <a:ext cx="3916639" cy="338554"/>
            <a:chOff x="2336939" y="2539504"/>
            <a:chExt cx="3916639" cy="338554"/>
          </a:xfrm>
        </p:grpSpPr>
        <p:sp>
          <p:nvSpPr>
            <p:cNvPr id="783" name="Google Shape;783;p16"/>
            <p:cNvSpPr txBox="1"/>
            <p:nvPr/>
          </p:nvSpPr>
          <p:spPr>
            <a:xfrm>
              <a:off x="2336939" y="2539504"/>
              <a:ext cx="101092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arrayInt</a:t>
              </a:r>
              <a:endParaRPr sz="1600" b="1">
                <a:solidFill>
                  <a:srgbClr val="FF0000"/>
                </a:solidFill>
                <a:latin typeface="Arial"/>
                <a:ea typeface="Arial"/>
                <a:cs typeface="Arial"/>
                <a:sym typeface="Arial"/>
              </a:endParaRPr>
            </a:p>
          </p:txBody>
        </p:sp>
        <p:grpSp>
          <p:nvGrpSpPr>
            <p:cNvPr id="784" name="Google Shape;784;p16"/>
            <p:cNvGrpSpPr/>
            <p:nvPr/>
          </p:nvGrpSpPr>
          <p:grpSpPr>
            <a:xfrm>
              <a:off x="3383552" y="2570307"/>
              <a:ext cx="2870026" cy="288033"/>
              <a:chOff x="3671584" y="3124250"/>
              <a:chExt cx="2870026" cy="288033"/>
            </a:xfrm>
          </p:grpSpPr>
          <p:sp>
            <p:nvSpPr>
              <p:cNvPr id="785" name="Google Shape;785;p16"/>
              <p:cNvSpPr/>
              <p:nvPr/>
            </p:nvSpPr>
            <p:spPr>
              <a:xfrm rot="-5400000">
                <a:off x="37318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86" name="Google Shape;786;p16"/>
              <p:cNvSpPr/>
              <p:nvPr/>
            </p:nvSpPr>
            <p:spPr>
              <a:xfrm rot="-5400000">
                <a:off x="414206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87" name="Google Shape;787;p16"/>
              <p:cNvSpPr/>
              <p:nvPr/>
            </p:nvSpPr>
            <p:spPr>
              <a:xfrm rot="-5400000">
                <a:off x="455232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88" name="Google Shape;788;p16"/>
              <p:cNvSpPr/>
              <p:nvPr/>
            </p:nvSpPr>
            <p:spPr>
              <a:xfrm rot="-5400000">
                <a:off x="496258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89" name="Google Shape;789;p16"/>
              <p:cNvSpPr/>
              <p:nvPr/>
            </p:nvSpPr>
            <p:spPr>
              <a:xfrm rot="-5400000">
                <a:off x="537284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90" name="Google Shape;790;p16"/>
              <p:cNvSpPr/>
              <p:nvPr/>
            </p:nvSpPr>
            <p:spPr>
              <a:xfrm rot="-5400000">
                <a:off x="57831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791" name="Google Shape;791;p16"/>
              <p:cNvSpPr/>
              <p:nvPr/>
            </p:nvSpPr>
            <p:spPr>
              <a:xfrm rot="-5400000">
                <a:off x="619336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sp>
        <p:nvSpPr>
          <p:cNvPr id="792" name="Google Shape;792;p16"/>
          <p:cNvSpPr txBox="1"/>
          <p:nvPr/>
        </p:nvSpPr>
        <p:spPr>
          <a:xfrm>
            <a:off x="5840032"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93" name="Google Shape;793;p16"/>
          <p:cNvSpPr txBox="1"/>
          <p:nvPr/>
        </p:nvSpPr>
        <p:spPr>
          <a:xfrm>
            <a:off x="3371986"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94" name="Google Shape;794;p16"/>
          <p:cNvSpPr txBox="1"/>
          <p:nvPr/>
        </p:nvSpPr>
        <p:spPr>
          <a:xfrm>
            <a:off x="3782057"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95" name="Google Shape;795;p16"/>
          <p:cNvSpPr txBox="1"/>
          <p:nvPr/>
        </p:nvSpPr>
        <p:spPr>
          <a:xfrm>
            <a:off x="4192128"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96" name="Google Shape;796;p16"/>
          <p:cNvSpPr txBox="1"/>
          <p:nvPr/>
        </p:nvSpPr>
        <p:spPr>
          <a:xfrm>
            <a:off x="4609819"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97" name="Google Shape;797;p16"/>
          <p:cNvSpPr txBox="1"/>
          <p:nvPr/>
        </p:nvSpPr>
        <p:spPr>
          <a:xfrm>
            <a:off x="5012270"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798" name="Google Shape;798;p16"/>
          <p:cNvSpPr txBox="1"/>
          <p:nvPr/>
        </p:nvSpPr>
        <p:spPr>
          <a:xfrm>
            <a:off x="5422341" y="256490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grpSp>
        <p:nvGrpSpPr>
          <p:cNvPr id="799" name="Google Shape;799;p16"/>
          <p:cNvGrpSpPr/>
          <p:nvPr/>
        </p:nvGrpSpPr>
        <p:grpSpPr>
          <a:xfrm>
            <a:off x="777368" y="3140968"/>
            <a:ext cx="7284503" cy="1456432"/>
            <a:chOff x="756280" y="3842064"/>
            <a:chExt cx="7284503" cy="1456432"/>
          </a:xfrm>
        </p:grpSpPr>
        <p:sp>
          <p:nvSpPr>
            <p:cNvPr id="800" name="Google Shape;800;p16"/>
            <p:cNvSpPr/>
            <p:nvPr/>
          </p:nvSpPr>
          <p:spPr>
            <a:xfrm>
              <a:off x="924867" y="4180618"/>
              <a:ext cx="7115916" cy="111787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01" name="Google Shape;801;p16"/>
            <p:cNvSpPr/>
            <p:nvPr/>
          </p:nvSpPr>
          <p:spPr>
            <a:xfrm>
              <a:off x="756280" y="3964594"/>
              <a:ext cx="2426480" cy="36004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02" name="Google Shape;802;p16"/>
            <p:cNvSpPr txBox="1"/>
            <p:nvPr/>
          </p:nvSpPr>
          <p:spPr>
            <a:xfrm>
              <a:off x="824385" y="4001484"/>
              <a:ext cx="228205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lt1"/>
                  </a:solidFill>
                  <a:latin typeface="Arial"/>
                  <a:ea typeface="Arial"/>
                  <a:cs typeface="Arial"/>
                  <a:sym typeface="Arial"/>
                </a:rPr>
                <a:t>SYSTEM.ARRAYCOPY</a:t>
              </a:r>
              <a:endParaRPr sz="1400" b="1">
                <a:solidFill>
                  <a:schemeClr val="lt1"/>
                </a:solidFill>
                <a:latin typeface="Arial"/>
                <a:ea typeface="Arial"/>
                <a:cs typeface="Arial"/>
                <a:sym typeface="Arial"/>
              </a:endParaRPr>
            </a:p>
          </p:txBody>
        </p:sp>
        <p:sp>
          <p:nvSpPr>
            <p:cNvPr id="803" name="Google Shape;803;p16"/>
            <p:cNvSpPr/>
            <p:nvPr/>
          </p:nvSpPr>
          <p:spPr>
            <a:xfrm>
              <a:off x="1836400" y="3842064"/>
              <a:ext cx="6048672" cy="353943"/>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 sz="1700" i="1">
                  <a:solidFill>
                    <a:srgbClr val="66A3FF"/>
                  </a:solidFill>
                  <a:latin typeface="Arial"/>
                  <a:ea typeface="Arial"/>
                  <a:cs typeface="Arial"/>
                  <a:sym typeface="Arial"/>
                </a:rPr>
                <a:t>copia parte del contenido de un array en otro</a:t>
              </a:r>
              <a:endParaRPr/>
            </a:p>
          </p:txBody>
        </p:sp>
      </p:grpSp>
      <p:sp>
        <p:nvSpPr>
          <p:cNvPr id="804" name="Google Shape;804;p16"/>
          <p:cNvSpPr/>
          <p:nvPr/>
        </p:nvSpPr>
        <p:spPr>
          <a:xfrm>
            <a:off x="1531521" y="3640896"/>
            <a:ext cx="594478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int[] A = {</a:t>
            </a:r>
            <a:r>
              <a:rPr lang="es-ES" sz="1800">
                <a:solidFill>
                  <a:schemeClr val="accent1"/>
                </a:solidFill>
                <a:latin typeface="Arial"/>
                <a:ea typeface="Arial"/>
                <a:cs typeface="Arial"/>
                <a:sym typeface="Arial"/>
              </a:rPr>
              <a:t>5, 4, 7, 6, 8</a:t>
            </a:r>
            <a:r>
              <a:rPr lang="es-E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int[] B = {</a:t>
            </a:r>
            <a:r>
              <a:rPr lang="es-ES" sz="1800">
                <a:solidFill>
                  <a:srgbClr val="FF0066"/>
                </a:solidFill>
                <a:latin typeface="Arial"/>
                <a:ea typeface="Arial"/>
                <a:cs typeface="Arial"/>
                <a:sym typeface="Arial"/>
              </a:rPr>
              <a:t>1, 1, 1, 1, 1, 1, 1, 1</a:t>
            </a:r>
            <a:r>
              <a:rPr lang="es-E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800">
                <a:solidFill>
                  <a:schemeClr val="dk1"/>
                </a:solidFill>
                <a:latin typeface="Arial"/>
                <a:ea typeface="Arial"/>
                <a:cs typeface="Arial"/>
                <a:sym typeface="Arial"/>
              </a:rPr>
              <a:t>System.arrayCopy(   ,   ,   ,   ,    );</a:t>
            </a:r>
            <a:endParaRPr/>
          </a:p>
        </p:txBody>
      </p:sp>
      <p:grpSp>
        <p:nvGrpSpPr>
          <p:cNvPr id="805" name="Google Shape;805;p16"/>
          <p:cNvGrpSpPr/>
          <p:nvPr/>
        </p:nvGrpSpPr>
        <p:grpSpPr>
          <a:xfrm>
            <a:off x="2560081" y="4941168"/>
            <a:ext cx="3988074" cy="600568"/>
            <a:chOff x="2560081" y="4941168"/>
            <a:chExt cx="3988074" cy="600568"/>
          </a:xfrm>
        </p:grpSpPr>
        <p:sp>
          <p:nvSpPr>
            <p:cNvPr id="806" name="Google Shape;806;p16"/>
            <p:cNvSpPr/>
            <p:nvPr/>
          </p:nvSpPr>
          <p:spPr>
            <a:xfrm rot="-5400000">
              <a:off x="4581540" y="3575121"/>
              <a:ext cx="600568" cy="3332662"/>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807" name="Google Shape;807;p16"/>
            <p:cNvGrpSpPr/>
            <p:nvPr/>
          </p:nvGrpSpPr>
          <p:grpSpPr>
            <a:xfrm>
              <a:off x="3273848" y="5161960"/>
              <a:ext cx="3235223" cy="324102"/>
              <a:chOff x="3671584" y="3124250"/>
              <a:chExt cx="2049506" cy="288033"/>
            </a:xfrm>
          </p:grpSpPr>
          <p:sp>
            <p:nvSpPr>
              <p:cNvPr id="808" name="Google Shape;808;p16"/>
              <p:cNvSpPr/>
              <p:nvPr/>
            </p:nvSpPr>
            <p:spPr>
              <a:xfrm rot="-5400000">
                <a:off x="373180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09" name="Google Shape;809;p16"/>
              <p:cNvSpPr/>
              <p:nvPr/>
            </p:nvSpPr>
            <p:spPr>
              <a:xfrm rot="-5400000">
                <a:off x="414206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10" name="Google Shape;810;p16"/>
              <p:cNvSpPr/>
              <p:nvPr/>
            </p:nvSpPr>
            <p:spPr>
              <a:xfrm rot="-5400000">
                <a:off x="455232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11" name="Google Shape;811;p16"/>
              <p:cNvSpPr/>
              <p:nvPr/>
            </p:nvSpPr>
            <p:spPr>
              <a:xfrm rot="-5400000">
                <a:off x="4962581" y="3064033"/>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12" name="Google Shape;812;p16"/>
              <p:cNvSpPr/>
              <p:nvPr/>
            </p:nvSpPr>
            <p:spPr>
              <a:xfrm rot="-5400000">
                <a:off x="5372841" y="3064034"/>
                <a:ext cx="288032" cy="408466"/>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813" name="Google Shape;813;p16"/>
            <p:cNvGrpSpPr/>
            <p:nvPr/>
          </p:nvGrpSpPr>
          <p:grpSpPr>
            <a:xfrm>
              <a:off x="3460400" y="4941168"/>
              <a:ext cx="3048671" cy="437253"/>
              <a:chOff x="3741117" y="2902084"/>
              <a:chExt cx="1931328" cy="276999"/>
            </a:xfrm>
          </p:grpSpPr>
          <p:sp>
            <p:nvSpPr>
              <p:cNvPr id="814" name="Google Shape;814;p16"/>
              <p:cNvSpPr txBox="1"/>
              <p:nvPr/>
            </p:nvSpPr>
            <p:spPr>
              <a:xfrm>
                <a:off x="5384413"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4</a:t>
                </a:r>
                <a:endParaRPr sz="1200" b="1">
                  <a:solidFill>
                    <a:srgbClr val="FF0000"/>
                  </a:solidFill>
                  <a:latin typeface="Arial"/>
                  <a:ea typeface="Arial"/>
                  <a:cs typeface="Arial"/>
                  <a:sym typeface="Arial"/>
                </a:endParaRPr>
              </a:p>
            </p:txBody>
          </p:sp>
          <p:sp>
            <p:nvSpPr>
              <p:cNvPr id="815" name="Google Shape;815;p16"/>
              <p:cNvSpPr txBox="1"/>
              <p:nvPr/>
            </p:nvSpPr>
            <p:spPr>
              <a:xfrm>
                <a:off x="3741117"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0</a:t>
                </a:r>
                <a:endParaRPr sz="1200" b="1">
                  <a:solidFill>
                    <a:srgbClr val="FF0000"/>
                  </a:solidFill>
                  <a:latin typeface="Arial"/>
                  <a:ea typeface="Arial"/>
                  <a:cs typeface="Arial"/>
                  <a:sym typeface="Arial"/>
                </a:endParaRPr>
              </a:p>
            </p:txBody>
          </p:sp>
          <p:sp>
            <p:nvSpPr>
              <p:cNvPr id="816" name="Google Shape;816;p16"/>
              <p:cNvSpPr txBox="1"/>
              <p:nvPr/>
            </p:nvSpPr>
            <p:spPr>
              <a:xfrm>
                <a:off x="4151941"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1</a:t>
                </a:r>
                <a:endParaRPr sz="1200" b="1">
                  <a:solidFill>
                    <a:srgbClr val="FF0000"/>
                  </a:solidFill>
                  <a:latin typeface="Arial"/>
                  <a:ea typeface="Arial"/>
                  <a:cs typeface="Arial"/>
                  <a:sym typeface="Arial"/>
                </a:endParaRPr>
              </a:p>
            </p:txBody>
          </p:sp>
          <p:sp>
            <p:nvSpPr>
              <p:cNvPr id="817" name="Google Shape;817;p16"/>
              <p:cNvSpPr txBox="1"/>
              <p:nvPr/>
            </p:nvSpPr>
            <p:spPr>
              <a:xfrm>
                <a:off x="4973589"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3</a:t>
                </a:r>
                <a:endParaRPr sz="1200" b="1">
                  <a:solidFill>
                    <a:srgbClr val="FF0000"/>
                  </a:solidFill>
                  <a:latin typeface="Arial"/>
                  <a:ea typeface="Arial"/>
                  <a:cs typeface="Arial"/>
                  <a:sym typeface="Arial"/>
                </a:endParaRPr>
              </a:p>
            </p:txBody>
          </p:sp>
          <p:sp>
            <p:nvSpPr>
              <p:cNvPr id="818" name="Google Shape;818;p16"/>
              <p:cNvSpPr txBox="1"/>
              <p:nvPr/>
            </p:nvSpPr>
            <p:spPr>
              <a:xfrm>
                <a:off x="4562765" y="2902084"/>
                <a:ext cx="2880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2</a:t>
                </a:r>
                <a:endParaRPr sz="1200" b="1">
                  <a:solidFill>
                    <a:srgbClr val="FF0000"/>
                  </a:solidFill>
                  <a:latin typeface="Arial"/>
                  <a:ea typeface="Arial"/>
                  <a:cs typeface="Arial"/>
                  <a:sym typeface="Arial"/>
                </a:endParaRPr>
              </a:p>
            </p:txBody>
          </p:sp>
        </p:grpSp>
        <p:sp>
          <p:nvSpPr>
            <p:cNvPr id="819" name="Google Shape;819;p16"/>
            <p:cNvSpPr txBox="1"/>
            <p:nvPr/>
          </p:nvSpPr>
          <p:spPr>
            <a:xfrm>
              <a:off x="3432336" y="5142162"/>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5</a:t>
              </a:r>
              <a:endParaRPr/>
            </a:p>
          </p:txBody>
        </p:sp>
        <p:sp>
          <p:nvSpPr>
            <p:cNvPr id="820" name="Google Shape;820;p16"/>
            <p:cNvSpPr txBox="1"/>
            <p:nvPr/>
          </p:nvSpPr>
          <p:spPr>
            <a:xfrm>
              <a:off x="4087586" y="5142162"/>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4</a:t>
              </a:r>
              <a:endParaRPr/>
            </a:p>
          </p:txBody>
        </p:sp>
        <p:sp>
          <p:nvSpPr>
            <p:cNvPr id="821" name="Google Shape;821;p16"/>
            <p:cNvSpPr txBox="1"/>
            <p:nvPr/>
          </p:nvSpPr>
          <p:spPr>
            <a:xfrm>
              <a:off x="4715942" y="5142162"/>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7</a:t>
              </a:r>
              <a:endParaRPr/>
            </a:p>
          </p:txBody>
        </p:sp>
        <p:sp>
          <p:nvSpPr>
            <p:cNvPr id="822" name="Google Shape;822;p16"/>
            <p:cNvSpPr txBox="1"/>
            <p:nvPr/>
          </p:nvSpPr>
          <p:spPr>
            <a:xfrm>
              <a:off x="5379174" y="5142162"/>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6</a:t>
              </a:r>
              <a:endParaRPr/>
            </a:p>
          </p:txBody>
        </p:sp>
        <p:sp>
          <p:nvSpPr>
            <p:cNvPr id="823" name="Google Shape;823;p16"/>
            <p:cNvSpPr txBox="1"/>
            <p:nvPr/>
          </p:nvSpPr>
          <p:spPr>
            <a:xfrm>
              <a:off x="6041941" y="5142162"/>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8</a:t>
              </a:r>
              <a:endParaRPr/>
            </a:p>
          </p:txBody>
        </p:sp>
        <p:sp>
          <p:nvSpPr>
            <p:cNvPr id="824" name="Google Shape;824;p16"/>
            <p:cNvSpPr txBox="1"/>
            <p:nvPr/>
          </p:nvSpPr>
          <p:spPr>
            <a:xfrm>
              <a:off x="2560081" y="5169030"/>
              <a:ext cx="80353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A</a:t>
              </a:r>
              <a:endParaRPr sz="1600" b="1">
                <a:solidFill>
                  <a:srgbClr val="FF0000"/>
                </a:solidFill>
                <a:latin typeface="Arial"/>
                <a:ea typeface="Arial"/>
                <a:cs typeface="Arial"/>
                <a:sym typeface="Arial"/>
              </a:endParaRPr>
            </a:p>
          </p:txBody>
        </p:sp>
      </p:grpSp>
      <p:grpSp>
        <p:nvGrpSpPr>
          <p:cNvPr id="825" name="Google Shape;825;p16"/>
          <p:cNvGrpSpPr/>
          <p:nvPr/>
        </p:nvGrpSpPr>
        <p:grpSpPr>
          <a:xfrm>
            <a:off x="1547664" y="5686648"/>
            <a:ext cx="5958040" cy="608922"/>
            <a:chOff x="1547664" y="5686648"/>
            <a:chExt cx="5958040" cy="608922"/>
          </a:xfrm>
        </p:grpSpPr>
        <p:sp>
          <p:nvSpPr>
            <p:cNvPr id="826" name="Google Shape;826;p16"/>
            <p:cNvSpPr/>
            <p:nvPr/>
          </p:nvSpPr>
          <p:spPr>
            <a:xfrm rot="-5400000">
              <a:off x="4554106" y="3343973"/>
              <a:ext cx="600568" cy="5302627"/>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27" name="Google Shape;827;p16"/>
            <p:cNvSpPr/>
            <p:nvPr/>
          </p:nvSpPr>
          <p:spPr>
            <a:xfrm rot="-5400000">
              <a:off x="2421770" y="5755457"/>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28" name="Google Shape;828;p16"/>
            <p:cNvSpPr/>
            <p:nvPr/>
          </p:nvSpPr>
          <p:spPr>
            <a:xfrm rot="-5400000">
              <a:off x="3069381" y="5755456"/>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29" name="Google Shape;829;p16"/>
            <p:cNvSpPr/>
            <p:nvPr/>
          </p:nvSpPr>
          <p:spPr>
            <a:xfrm rot="-5400000">
              <a:off x="3716992" y="5755456"/>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30" name="Google Shape;830;p16"/>
            <p:cNvSpPr/>
            <p:nvPr/>
          </p:nvSpPr>
          <p:spPr>
            <a:xfrm rot="-5400000">
              <a:off x="4364603" y="5755456"/>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31" name="Google Shape;831;p16"/>
            <p:cNvSpPr/>
            <p:nvPr/>
          </p:nvSpPr>
          <p:spPr>
            <a:xfrm rot="-5400000">
              <a:off x="5012214" y="5755457"/>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32" name="Google Shape;832;p16"/>
            <p:cNvSpPr txBox="1"/>
            <p:nvPr/>
          </p:nvSpPr>
          <p:spPr>
            <a:xfrm>
              <a:off x="5047795" y="5686648"/>
              <a:ext cx="454669" cy="4372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4</a:t>
              </a:r>
              <a:endParaRPr sz="1200" b="1">
                <a:solidFill>
                  <a:srgbClr val="FF0000"/>
                </a:solidFill>
                <a:latin typeface="Arial"/>
                <a:ea typeface="Arial"/>
                <a:cs typeface="Arial"/>
                <a:sym typeface="Arial"/>
              </a:endParaRPr>
            </a:p>
          </p:txBody>
        </p:sp>
        <p:sp>
          <p:nvSpPr>
            <p:cNvPr id="833" name="Google Shape;833;p16"/>
            <p:cNvSpPr txBox="1"/>
            <p:nvPr/>
          </p:nvSpPr>
          <p:spPr>
            <a:xfrm>
              <a:off x="2447983" y="5686648"/>
              <a:ext cx="454669" cy="4372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0</a:t>
              </a:r>
              <a:endParaRPr sz="1200" b="1">
                <a:solidFill>
                  <a:srgbClr val="FF0000"/>
                </a:solidFill>
                <a:latin typeface="Arial"/>
                <a:ea typeface="Arial"/>
                <a:cs typeface="Arial"/>
                <a:sym typeface="Arial"/>
              </a:endParaRPr>
            </a:p>
          </p:txBody>
        </p:sp>
        <p:sp>
          <p:nvSpPr>
            <p:cNvPr id="834" name="Google Shape;834;p16"/>
            <p:cNvSpPr txBox="1"/>
            <p:nvPr/>
          </p:nvSpPr>
          <p:spPr>
            <a:xfrm>
              <a:off x="3097936" y="5686648"/>
              <a:ext cx="454669" cy="4372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1</a:t>
              </a:r>
              <a:endParaRPr sz="1200" b="1">
                <a:solidFill>
                  <a:srgbClr val="FF0000"/>
                </a:solidFill>
                <a:latin typeface="Arial"/>
                <a:ea typeface="Arial"/>
                <a:cs typeface="Arial"/>
                <a:sym typeface="Arial"/>
              </a:endParaRPr>
            </a:p>
          </p:txBody>
        </p:sp>
        <p:sp>
          <p:nvSpPr>
            <p:cNvPr id="835" name="Google Shape;835;p16"/>
            <p:cNvSpPr txBox="1"/>
            <p:nvPr/>
          </p:nvSpPr>
          <p:spPr>
            <a:xfrm>
              <a:off x="4397842" y="5686648"/>
              <a:ext cx="454669" cy="4372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3</a:t>
              </a:r>
              <a:endParaRPr sz="1200" b="1">
                <a:solidFill>
                  <a:srgbClr val="FF0000"/>
                </a:solidFill>
                <a:latin typeface="Arial"/>
                <a:ea typeface="Arial"/>
                <a:cs typeface="Arial"/>
                <a:sym typeface="Arial"/>
              </a:endParaRPr>
            </a:p>
          </p:txBody>
        </p:sp>
        <p:sp>
          <p:nvSpPr>
            <p:cNvPr id="836" name="Google Shape;836;p16"/>
            <p:cNvSpPr txBox="1"/>
            <p:nvPr/>
          </p:nvSpPr>
          <p:spPr>
            <a:xfrm>
              <a:off x="3747889" y="5686648"/>
              <a:ext cx="454669" cy="4372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2</a:t>
              </a:r>
              <a:endParaRPr sz="1200" b="1">
                <a:solidFill>
                  <a:srgbClr val="FF0000"/>
                </a:solidFill>
                <a:latin typeface="Arial"/>
                <a:ea typeface="Arial"/>
                <a:cs typeface="Arial"/>
                <a:sym typeface="Arial"/>
              </a:endParaRPr>
            </a:p>
          </p:txBody>
        </p:sp>
        <p:sp>
          <p:nvSpPr>
            <p:cNvPr id="837" name="Google Shape;837;p16"/>
            <p:cNvSpPr txBox="1"/>
            <p:nvPr/>
          </p:nvSpPr>
          <p:spPr>
            <a:xfrm>
              <a:off x="1547664" y="5922865"/>
              <a:ext cx="80353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B</a:t>
              </a:r>
              <a:endParaRPr sz="1600" b="1">
                <a:solidFill>
                  <a:srgbClr val="FF0000"/>
                </a:solidFill>
                <a:latin typeface="Arial"/>
                <a:ea typeface="Arial"/>
                <a:cs typeface="Arial"/>
                <a:sym typeface="Arial"/>
              </a:endParaRPr>
            </a:p>
          </p:txBody>
        </p:sp>
        <p:sp>
          <p:nvSpPr>
            <p:cNvPr id="838" name="Google Shape;838;p16"/>
            <p:cNvSpPr/>
            <p:nvPr/>
          </p:nvSpPr>
          <p:spPr>
            <a:xfrm rot="-5400000">
              <a:off x="5663352" y="5754245"/>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39" name="Google Shape;839;p16"/>
            <p:cNvSpPr txBox="1"/>
            <p:nvPr/>
          </p:nvSpPr>
          <p:spPr>
            <a:xfrm>
              <a:off x="5697748" y="5686648"/>
              <a:ext cx="4546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5</a:t>
              </a:r>
              <a:endParaRPr sz="1200" b="1">
                <a:solidFill>
                  <a:srgbClr val="FF0000"/>
                </a:solidFill>
                <a:latin typeface="Arial"/>
                <a:ea typeface="Arial"/>
                <a:cs typeface="Arial"/>
                <a:sym typeface="Arial"/>
              </a:endParaRPr>
            </a:p>
          </p:txBody>
        </p:sp>
        <p:sp>
          <p:nvSpPr>
            <p:cNvPr id="840" name="Google Shape;840;p16"/>
            <p:cNvSpPr/>
            <p:nvPr/>
          </p:nvSpPr>
          <p:spPr>
            <a:xfrm rot="-5400000">
              <a:off x="6316515" y="5755457"/>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41" name="Google Shape;841;p16"/>
            <p:cNvSpPr txBox="1"/>
            <p:nvPr/>
          </p:nvSpPr>
          <p:spPr>
            <a:xfrm>
              <a:off x="6347701" y="5686648"/>
              <a:ext cx="4546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6</a:t>
              </a:r>
              <a:endParaRPr sz="1200" b="1">
                <a:solidFill>
                  <a:srgbClr val="FF0000"/>
                </a:solidFill>
                <a:latin typeface="Arial"/>
                <a:ea typeface="Arial"/>
                <a:cs typeface="Arial"/>
                <a:sym typeface="Arial"/>
              </a:endParaRPr>
            </a:p>
          </p:txBody>
        </p:sp>
        <p:sp>
          <p:nvSpPr>
            <p:cNvPr id="842" name="Google Shape;842;p16"/>
            <p:cNvSpPr/>
            <p:nvPr/>
          </p:nvSpPr>
          <p:spPr>
            <a:xfrm rot="-5400000">
              <a:off x="6961294" y="5753970"/>
              <a:ext cx="324101" cy="644779"/>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43" name="Google Shape;843;p16"/>
            <p:cNvSpPr txBox="1"/>
            <p:nvPr/>
          </p:nvSpPr>
          <p:spPr>
            <a:xfrm>
              <a:off x="6997651" y="5686648"/>
              <a:ext cx="4546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7</a:t>
              </a:r>
              <a:endParaRPr sz="1200" b="1">
                <a:solidFill>
                  <a:srgbClr val="FF0000"/>
                </a:solidFill>
                <a:latin typeface="Arial"/>
                <a:ea typeface="Arial"/>
                <a:cs typeface="Arial"/>
                <a:sym typeface="Arial"/>
              </a:endParaRPr>
            </a:p>
          </p:txBody>
        </p:sp>
      </p:grpSp>
      <p:sp>
        <p:nvSpPr>
          <p:cNvPr id="844" name="Google Shape;844;p16"/>
          <p:cNvSpPr/>
          <p:nvPr/>
        </p:nvSpPr>
        <p:spPr>
          <a:xfrm>
            <a:off x="3501405" y="4194894"/>
            <a:ext cx="27378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A</a:t>
            </a:r>
            <a:endParaRPr/>
          </a:p>
        </p:txBody>
      </p:sp>
      <p:sp>
        <p:nvSpPr>
          <p:cNvPr id="845" name="Google Shape;845;p16"/>
          <p:cNvSpPr/>
          <p:nvPr/>
        </p:nvSpPr>
        <p:spPr>
          <a:xfrm>
            <a:off x="3770387" y="4194894"/>
            <a:ext cx="304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2</a:t>
            </a:r>
            <a:endParaRPr/>
          </a:p>
        </p:txBody>
      </p:sp>
      <p:sp>
        <p:nvSpPr>
          <p:cNvPr id="846" name="Google Shape;846;p16"/>
          <p:cNvSpPr/>
          <p:nvPr/>
        </p:nvSpPr>
        <p:spPr>
          <a:xfrm>
            <a:off x="4018896" y="4194894"/>
            <a:ext cx="2936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B</a:t>
            </a:r>
            <a:endParaRPr/>
          </a:p>
        </p:txBody>
      </p:sp>
      <p:sp>
        <p:nvSpPr>
          <p:cNvPr id="847" name="Google Shape;847;p16"/>
          <p:cNvSpPr/>
          <p:nvPr/>
        </p:nvSpPr>
        <p:spPr>
          <a:xfrm>
            <a:off x="4290923" y="4194894"/>
            <a:ext cx="3188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4</a:t>
            </a:r>
            <a:endParaRPr/>
          </a:p>
        </p:txBody>
      </p:sp>
      <p:sp>
        <p:nvSpPr>
          <p:cNvPr id="848" name="Google Shape;848;p16"/>
          <p:cNvSpPr/>
          <p:nvPr/>
        </p:nvSpPr>
        <p:spPr>
          <a:xfrm>
            <a:off x="4572563" y="4194894"/>
            <a:ext cx="3188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3</a:t>
            </a:r>
            <a:endParaRPr/>
          </a:p>
        </p:txBody>
      </p:sp>
      <p:grpSp>
        <p:nvGrpSpPr>
          <p:cNvPr id="849" name="Google Shape;849;p16"/>
          <p:cNvGrpSpPr/>
          <p:nvPr/>
        </p:nvGrpSpPr>
        <p:grpSpPr>
          <a:xfrm>
            <a:off x="4716267" y="5146658"/>
            <a:ext cx="1646733" cy="384721"/>
            <a:chOff x="4715942" y="5420543"/>
            <a:chExt cx="1646733" cy="384721"/>
          </a:xfrm>
        </p:grpSpPr>
        <p:sp>
          <p:nvSpPr>
            <p:cNvPr id="850" name="Google Shape;850;p16"/>
            <p:cNvSpPr txBox="1"/>
            <p:nvPr/>
          </p:nvSpPr>
          <p:spPr>
            <a:xfrm>
              <a:off x="4715942" y="5420543"/>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7</a:t>
              </a:r>
              <a:endParaRPr/>
            </a:p>
          </p:txBody>
        </p:sp>
        <p:sp>
          <p:nvSpPr>
            <p:cNvPr id="851" name="Google Shape;851;p16"/>
            <p:cNvSpPr txBox="1"/>
            <p:nvPr/>
          </p:nvSpPr>
          <p:spPr>
            <a:xfrm>
              <a:off x="5379174" y="5420543"/>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6</a:t>
              </a:r>
              <a:endParaRPr/>
            </a:p>
          </p:txBody>
        </p:sp>
        <p:sp>
          <p:nvSpPr>
            <p:cNvPr id="852" name="Google Shape;852;p16"/>
            <p:cNvSpPr txBox="1"/>
            <p:nvPr/>
          </p:nvSpPr>
          <p:spPr>
            <a:xfrm>
              <a:off x="6041754" y="5420543"/>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chemeClr val="accent1"/>
                  </a:solidFill>
                  <a:latin typeface="Arial"/>
                  <a:ea typeface="Arial"/>
                  <a:cs typeface="Arial"/>
                  <a:sym typeface="Arial"/>
                </a:rPr>
                <a:t>8</a:t>
              </a:r>
              <a:endParaRPr/>
            </a:p>
          </p:txBody>
        </p:sp>
      </p:grpSp>
      <p:sp>
        <p:nvSpPr>
          <p:cNvPr id="853" name="Google Shape;853;p16"/>
          <p:cNvSpPr txBox="1"/>
          <p:nvPr/>
        </p:nvSpPr>
        <p:spPr>
          <a:xfrm>
            <a:off x="2419919"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54" name="Google Shape;854;p16"/>
          <p:cNvSpPr txBox="1"/>
          <p:nvPr/>
        </p:nvSpPr>
        <p:spPr>
          <a:xfrm>
            <a:off x="3075169"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55" name="Google Shape;855;p16"/>
          <p:cNvSpPr txBox="1"/>
          <p:nvPr/>
        </p:nvSpPr>
        <p:spPr>
          <a:xfrm>
            <a:off x="3703525"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56" name="Google Shape;856;p16"/>
          <p:cNvSpPr txBox="1"/>
          <p:nvPr/>
        </p:nvSpPr>
        <p:spPr>
          <a:xfrm>
            <a:off x="4366757"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57" name="Google Shape;857;p16"/>
          <p:cNvSpPr txBox="1"/>
          <p:nvPr/>
        </p:nvSpPr>
        <p:spPr>
          <a:xfrm>
            <a:off x="5029524"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58" name="Google Shape;858;p16"/>
          <p:cNvSpPr txBox="1"/>
          <p:nvPr/>
        </p:nvSpPr>
        <p:spPr>
          <a:xfrm>
            <a:off x="5693362" y="5877272"/>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59" name="Google Shape;859;p16"/>
          <p:cNvSpPr txBox="1"/>
          <p:nvPr/>
        </p:nvSpPr>
        <p:spPr>
          <a:xfrm>
            <a:off x="6344444"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sp>
        <p:nvSpPr>
          <p:cNvPr id="860" name="Google Shape;860;p16"/>
          <p:cNvSpPr txBox="1"/>
          <p:nvPr/>
        </p:nvSpPr>
        <p:spPr>
          <a:xfrm>
            <a:off x="6962883" y="5885627"/>
            <a:ext cx="320921"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FF0000"/>
                </a:solidFill>
                <a:latin typeface="Arial"/>
                <a:ea typeface="Arial"/>
                <a:cs typeface="Arial"/>
                <a:sym typeface="Arial"/>
              </a:rPr>
              <a:t>1</a:t>
            </a:r>
            <a:endParaRPr/>
          </a:p>
        </p:txBody>
      </p:sp>
      <p:grpSp>
        <p:nvGrpSpPr>
          <p:cNvPr id="861" name="Google Shape;861;p16"/>
          <p:cNvGrpSpPr/>
          <p:nvPr/>
        </p:nvGrpSpPr>
        <p:grpSpPr>
          <a:xfrm>
            <a:off x="4739986" y="4916919"/>
            <a:ext cx="272832" cy="276999"/>
            <a:chOff x="4961819" y="4623835"/>
            <a:chExt cx="272832" cy="276999"/>
          </a:xfrm>
        </p:grpSpPr>
        <p:sp>
          <p:nvSpPr>
            <p:cNvPr id="862" name="Google Shape;862;p16"/>
            <p:cNvSpPr/>
            <p:nvPr/>
          </p:nvSpPr>
          <p:spPr>
            <a:xfrm>
              <a:off x="4985156" y="4654970"/>
              <a:ext cx="207109" cy="207109"/>
            </a:xfrm>
            <a:prstGeom prst="ellipse">
              <a:avLst/>
            </a:prstGeom>
            <a:solidFill>
              <a:srgbClr val="FFC000"/>
            </a:solidFill>
            <a:ln w="28575" cap="flat" cmpd="sng">
              <a:solidFill>
                <a:srgbClr val="FFFF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63" name="Google Shape;863;p16"/>
            <p:cNvSpPr/>
            <p:nvPr/>
          </p:nvSpPr>
          <p:spPr>
            <a:xfrm>
              <a:off x="4961819" y="4623835"/>
              <a:ext cx="2728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2</a:t>
              </a:r>
              <a:endParaRPr sz="1200" b="1">
                <a:solidFill>
                  <a:srgbClr val="FF0000"/>
                </a:solidFill>
                <a:latin typeface="Arial"/>
                <a:ea typeface="Arial"/>
                <a:cs typeface="Arial"/>
                <a:sym typeface="Arial"/>
              </a:endParaRPr>
            </a:p>
          </p:txBody>
        </p:sp>
      </p:grpSp>
      <p:grpSp>
        <p:nvGrpSpPr>
          <p:cNvPr id="864" name="Google Shape;864;p16"/>
          <p:cNvGrpSpPr/>
          <p:nvPr/>
        </p:nvGrpSpPr>
        <p:grpSpPr>
          <a:xfrm>
            <a:off x="5061417" y="5682901"/>
            <a:ext cx="272832" cy="276999"/>
            <a:chOff x="4971344" y="4633360"/>
            <a:chExt cx="272832" cy="276999"/>
          </a:xfrm>
        </p:grpSpPr>
        <p:sp>
          <p:nvSpPr>
            <p:cNvPr id="865" name="Google Shape;865;p16"/>
            <p:cNvSpPr/>
            <p:nvPr/>
          </p:nvSpPr>
          <p:spPr>
            <a:xfrm>
              <a:off x="4994681" y="4654970"/>
              <a:ext cx="207109" cy="207109"/>
            </a:xfrm>
            <a:prstGeom prst="ellipse">
              <a:avLst/>
            </a:prstGeom>
            <a:solidFill>
              <a:srgbClr val="FFC000"/>
            </a:solidFill>
            <a:ln w="28575" cap="flat" cmpd="sng">
              <a:solidFill>
                <a:srgbClr val="FFFF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66" name="Google Shape;866;p16"/>
            <p:cNvSpPr/>
            <p:nvPr/>
          </p:nvSpPr>
          <p:spPr>
            <a:xfrm>
              <a:off x="4971344" y="4633360"/>
              <a:ext cx="27283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a:solidFill>
                    <a:schemeClr val="dk1"/>
                  </a:solidFill>
                  <a:latin typeface="Arial"/>
                  <a:ea typeface="Arial"/>
                  <a:cs typeface="Arial"/>
                  <a:sym typeface="Arial"/>
                </a:rPr>
                <a:t>4</a:t>
              </a:r>
              <a:endParaRPr sz="1200" b="1">
                <a:solidFill>
                  <a:srgbClr val="FF0000"/>
                </a:solidFill>
                <a:latin typeface="Arial"/>
                <a:ea typeface="Arial"/>
                <a:cs typeface="Arial"/>
                <a:sym typeface="Arial"/>
              </a:endParaRPr>
            </a:p>
          </p:txBody>
        </p:sp>
      </p:grpSp>
      <p:sp>
        <p:nvSpPr>
          <p:cNvPr id="867" name="Google Shape;867;p16"/>
          <p:cNvSpPr/>
          <p:nvPr/>
        </p:nvSpPr>
        <p:spPr>
          <a:xfrm rot="-5400000">
            <a:off x="5420631" y="3859646"/>
            <a:ext cx="233453" cy="1853390"/>
          </a:xfrm>
          <a:prstGeom prst="rightBrace">
            <a:avLst>
              <a:gd name="adj1" fmla="val 51133"/>
              <a:gd name="adj2" fmla="val 49872"/>
            </a:avLst>
          </a:prstGeom>
          <a:no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6"/>
                                        </p:tgtEl>
                                        <p:attrNameLst>
                                          <p:attrName>style.visibility</p:attrName>
                                        </p:attrNameLst>
                                      </p:cBhvr>
                                      <p:to>
                                        <p:strVal val="visible"/>
                                      </p:to>
                                    </p:set>
                                    <p:animEffect transition="in" filter="fade">
                                      <p:cBhvr>
                                        <p:cTn id="7" dur="500"/>
                                        <p:tgtEl>
                                          <p:spTgt spid="77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781">
                                            <p:txEl>
                                              <p:pRg st="0" end="0"/>
                                            </p:txEl>
                                          </p:spTgt>
                                        </p:tgtEl>
                                        <p:attrNameLst>
                                          <p:attrName>style.visibility</p:attrName>
                                        </p:attrNameLst>
                                      </p:cBhvr>
                                      <p:to>
                                        <p:strVal val="visible"/>
                                      </p:to>
                                    </p:set>
                                    <p:anim calcmode="lin" valueType="num">
                                      <p:cBhvr additive="base">
                                        <p:cTn id="12" dur="500"/>
                                        <p:tgtEl>
                                          <p:spTgt spid="781">
                                            <p:txEl>
                                              <p:pRg st="0" end="0"/>
                                            </p:txEl>
                                          </p:spTgt>
                                        </p:tgtEl>
                                        <p:attrNameLst>
                                          <p:attrName>ppt_w</p:attrName>
                                        </p:attrNameLst>
                                      </p:cBhvr>
                                      <p:tavLst>
                                        <p:tav tm="0">
                                          <p:val>
                                            <p:strVal val="0"/>
                                          </p:val>
                                        </p:tav>
                                        <p:tav tm="100000">
                                          <p:val>
                                            <p:strVal val="#ppt_w"/>
                                          </p:val>
                                        </p:tav>
                                      </p:tavLst>
                                    </p:anim>
                                    <p:anim calcmode="lin" valueType="num">
                                      <p:cBhvr additive="base">
                                        <p:cTn id="13" dur="500"/>
                                        <p:tgtEl>
                                          <p:spTgt spid="781">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781">
                                            <p:txEl>
                                              <p:pRg st="1" end="1"/>
                                            </p:txEl>
                                          </p:spTgt>
                                        </p:tgtEl>
                                        <p:attrNameLst>
                                          <p:attrName>style.visibility</p:attrName>
                                        </p:attrNameLst>
                                      </p:cBhvr>
                                      <p:to>
                                        <p:strVal val="visible"/>
                                      </p:to>
                                    </p:set>
                                    <p:anim calcmode="lin" valueType="num">
                                      <p:cBhvr additive="base">
                                        <p:cTn id="18" dur="500"/>
                                        <p:tgtEl>
                                          <p:spTgt spid="781">
                                            <p:txEl>
                                              <p:pRg st="1" end="1"/>
                                            </p:txEl>
                                          </p:spTgt>
                                        </p:tgtEl>
                                        <p:attrNameLst>
                                          <p:attrName>ppt_w</p:attrName>
                                        </p:attrNameLst>
                                      </p:cBhvr>
                                      <p:tavLst>
                                        <p:tav tm="0">
                                          <p:val>
                                            <p:strVal val="0"/>
                                          </p:val>
                                        </p:tav>
                                        <p:tav tm="100000">
                                          <p:val>
                                            <p:strVal val="#ppt_w"/>
                                          </p:val>
                                        </p:tav>
                                      </p:tavLst>
                                    </p:anim>
                                    <p:anim calcmode="lin" valueType="num">
                                      <p:cBhvr additive="base">
                                        <p:cTn id="19" dur="500"/>
                                        <p:tgtEl>
                                          <p:spTgt spid="781">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782"/>
                                        </p:tgtEl>
                                        <p:attrNameLst>
                                          <p:attrName>style.visibility</p:attrName>
                                        </p:attrNameLst>
                                      </p:cBhvr>
                                      <p:to>
                                        <p:strVal val="visible"/>
                                      </p:to>
                                    </p:set>
                                    <p:anim calcmode="lin" valueType="num">
                                      <p:cBhvr additive="base">
                                        <p:cTn id="24" dur="500"/>
                                        <p:tgtEl>
                                          <p:spTgt spid="782"/>
                                        </p:tgtEl>
                                        <p:attrNameLst>
                                          <p:attrName>ppt_w</p:attrName>
                                        </p:attrNameLst>
                                      </p:cBhvr>
                                      <p:tavLst>
                                        <p:tav tm="0">
                                          <p:val>
                                            <p:strVal val="0"/>
                                          </p:val>
                                        </p:tav>
                                        <p:tav tm="100000">
                                          <p:val>
                                            <p:strVal val="#ppt_w"/>
                                          </p:val>
                                        </p:tav>
                                      </p:tavLst>
                                    </p:anim>
                                    <p:anim calcmode="lin" valueType="num">
                                      <p:cBhvr additive="base">
                                        <p:cTn id="25" dur="500"/>
                                        <p:tgtEl>
                                          <p:spTgt spid="782"/>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793"/>
                                        </p:tgtEl>
                                        <p:attrNameLst>
                                          <p:attrName>style.visibility</p:attrName>
                                        </p:attrNameLst>
                                      </p:cBhvr>
                                      <p:to>
                                        <p:strVal val="visible"/>
                                      </p:to>
                                    </p:set>
                                    <p:anim calcmode="lin" valueType="num">
                                      <p:cBhvr additive="base">
                                        <p:cTn id="30" dur="500"/>
                                        <p:tgtEl>
                                          <p:spTgt spid="793"/>
                                        </p:tgtEl>
                                        <p:attrNameLst>
                                          <p:attrName>ppt_w</p:attrName>
                                        </p:attrNameLst>
                                      </p:cBhvr>
                                      <p:tavLst>
                                        <p:tav tm="0">
                                          <p:val>
                                            <p:strVal val="0"/>
                                          </p:val>
                                        </p:tav>
                                        <p:tav tm="100000">
                                          <p:val>
                                            <p:strVal val="#ppt_w"/>
                                          </p:val>
                                        </p:tav>
                                      </p:tavLst>
                                    </p:anim>
                                    <p:anim calcmode="lin" valueType="num">
                                      <p:cBhvr additive="base">
                                        <p:cTn id="31" dur="500"/>
                                        <p:tgtEl>
                                          <p:spTgt spid="793"/>
                                        </p:tgtEl>
                                        <p:attrNameLst>
                                          <p:attrName>ppt_h</p:attrName>
                                        </p:attrNameLst>
                                      </p:cBhvr>
                                      <p:tavLst>
                                        <p:tav tm="0">
                                          <p:val>
                                            <p:strVal val="0"/>
                                          </p:val>
                                        </p:tav>
                                        <p:tav tm="100000">
                                          <p:val>
                                            <p:strVal val="#ppt_h"/>
                                          </p:val>
                                        </p:tav>
                                      </p:tavLst>
                                    </p:anim>
                                  </p:childTnLst>
                                </p:cTn>
                              </p:par>
                            </p:childTnLst>
                          </p:cTn>
                        </p:par>
                        <p:par>
                          <p:cTn id="32" fill="hold">
                            <p:stCondLst>
                              <p:cond delay="500"/>
                            </p:stCondLst>
                            <p:childTnLst>
                              <p:par>
                                <p:cTn id="33" presetID="23" presetClass="entr" presetSubtype="16" fill="hold" nodeType="afterEffect">
                                  <p:stCondLst>
                                    <p:cond delay="0"/>
                                  </p:stCondLst>
                                  <p:childTnLst>
                                    <p:set>
                                      <p:cBhvr>
                                        <p:cTn id="34" dur="1" fill="hold">
                                          <p:stCondLst>
                                            <p:cond delay="0"/>
                                          </p:stCondLst>
                                        </p:cTn>
                                        <p:tgtEl>
                                          <p:spTgt spid="794"/>
                                        </p:tgtEl>
                                        <p:attrNameLst>
                                          <p:attrName>style.visibility</p:attrName>
                                        </p:attrNameLst>
                                      </p:cBhvr>
                                      <p:to>
                                        <p:strVal val="visible"/>
                                      </p:to>
                                    </p:set>
                                    <p:anim calcmode="lin" valueType="num">
                                      <p:cBhvr additive="base">
                                        <p:cTn id="35" dur="500"/>
                                        <p:tgtEl>
                                          <p:spTgt spid="794"/>
                                        </p:tgtEl>
                                        <p:attrNameLst>
                                          <p:attrName>ppt_w</p:attrName>
                                        </p:attrNameLst>
                                      </p:cBhvr>
                                      <p:tavLst>
                                        <p:tav tm="0">
                                          <p:val>
                                            <p:strVal val="0"/>
                                          </p:val>
                                        </p:tav>
                                        <p:tav tm="100000">
                                          <p:val>
                                            <p:strVal val="#ppt_w"/>
                                          </p:val>
                                        </p:tav>
                                      </p:tavLst>
                                    </p:anim>
                                    <p:anim calcmode="lin" valueType="num">
                                      <p:cBhvr additive="base">
                                        <p:cTn id="36" dur="500"/>
                                        <p:tgtEl>
                                          <p:spTgt spid="794"/>
                                        </p:tgtEl>
                                        <p:attrNameLst>
                                          <p:attrName>ppt_h</p:attrName>
                                        </p:attrNameLst>
                                      </p:cBhvr>
                                      <p:tavLst>
                                        <p:tav tm="0">
                                          <p:val>
                                            <p:strVal val="0"/>
                                          </p:val>
                                        </p:tav>
                                        <p:tav tm="100000">
                                          <p:val>
                                            <p:strVal val="#ppt_h"/>
                                          </p:val>
                                        </p:tav>
                                      </p:tavLst>
                                    </p:anim>
                                  </p:childTnLst>
                                </p:cTn>
                              </p:par>
                            </p:childTnLst>
                          </p:cTn>
                        </p:par>
                        <p:par>
                          <p:cTn id="37" fill="hold">
                            <p:stCondLst>
                              <p:cond delay="1000"/>
                            </p:stCondLst>
                            <p:childTnLst>
                              <p:par>
                                <p:cTn id="38" presetID="23" presetClass="entr" presetSubtype="16" fill="hold" nodeType="afterEffect">
                                  <p:stCondLst>
                                    <p:cond delay="0"/>
                                  </p:stCondLst>
                                  <p:childTnLst>
                                    <p:set>
                                      <p:cBhvr>
                                        <p:cTn id="39" dur="1" fill="hold">
                                          <p:stCondLst>
                                            <p:cond delay="0"/>
                                          </p:stCondLst>
                                        </p:cTn>
                                        <p:tgtEl>
                                          <p:spTgt spid="795"/>
                                        </p:tgtEl>
                                        <p:attrNameLst>
                                          <p:attrName>style.visibility</p:attrName>
                                        </p:attrNameLst>
                                      </p:cBhvr>
                                      <p:to>
                                        <p:strVal val="visible"/>
                                      </p:to>
                                    </p:set>
                                    <p:anim calcmode="lin" valueType="num">
                                      <p:cBhvr additive="base">
                                        <p:cTn id="40" dur="500"/>
                                        <p:tgtEl>
                                          <p:spTgt spid="795"/>
                                        </p:tgtEl>
                                        <p:attrNameLst>
                                          <p:attrName>ppt_w</p:attrName>
                                        </p:attrNameLst>
                                      </p:cBhvr>
                                      <p:tavLst>
                                        <p:tav tm="0">
                                          <p:val>
                                            <p:strVal val="0"/>
                                          </p:val>
                                        </p:tav>
                                        <p:tav tm="100000">
                                          <p:val>
                                            <p:strVal val="#ppt_w"/>
                                          </p:val>
                                        </p:tav>
                                      </p:tavLst>
                                    </p:anim>
                                    <p:anim calcmode="lin" valueType="num">
                                      <p:cBhvr additive="base">
                                        <p:cTn id="41" dur="500"/>
                                        <p:tgtEl>
                                          <p:spTgt spid="795"/>
                                        </p:tgtEl>
                                        <p:attrNameLst>
                                          <p:attrName>ppt_h</p:attrName>
                                        </p:attrNameLst>
                                      </p:cBhvr>
                                      <p:tavLst>
                                        <p:tav tm="0">
                                          <p:val>
                                            <p:strVal val="0"/>
                                          </p:val>
                                        </p:tav>
                                        <p:tav tm="100000">
                                          <p:val>
                                            <p:strVal val="#ppt_h"/>
                                          </p:val>
                                        </p:tav>
                                      </p:tavLst>
                                    </p:anim>
                                  </p:childTnLst>
                                </p:cTn>
                              </p:par>
                            </p:childTnLst>
                          </p:cTn>
                        </p:par>
                        <p:par>
                          <p:cTn id="42" fill="hold">
                            <p:stCondLst>
                              <p:cond delay="1500"/>
                            </p:stCondLst>
                            <p:childTnLst>
                              <p:par>
                                <p:cTn id="43" presetID="23" presetClass="entr" presetSubtype="16" fill="hold" nodeType="afterEffect">
                                  <p:stCondLst>
                                    <p:cond delay="0"/>
                                  </p:stCondLst>
                                  <p:childTnLst>
                                    <p:set>
                                      <p:cBhvr>
                                        <p:cTn id="44" dur="1" fill="hold">
                                          <p:stCondLst>
                                            <p:cond delay="0"/>
                                          </p:stCondLst>
                                        </p:cTn>
                                        <p:tgtEl>
                                          <p:spTgt spid="796"/>
                                        </p:tgtEl>
                                        <p:attrNameLst>
                                          <p:attrName>style.visibility</p:attrName>
                                        </p:attrNameLst>
                                      </p:cBhvr>
                                      <p:to>
                                        <p:strVal val="visible"/>
                                      </p:to>
                                    </p:set>
                                    <p:anim calcmode="lin" valueType="num">
                                      <p:cBhvr additive="base">
                                        <p:cTn id="45" dur="500"/>
                                        <p:tgtEl>
                                          <p:spTgt spid="796"/>
                                        </p:tgtEl>
                                        <p:attrNameLst>
                                          <p:attrName>ppt_w</p:attrName>
                                        </p:attrNameLst>
                                      </p:cBhvr>
                                      <p:tavLst>
                                        <p:tav tm="0">
                                          <p:val>
                                            <p:strVal val="0"/>
                                          </p:val>
                                        </p:tav>
                                        <p:tav tm="100000">
                                          <p:val>
                                            <p:strVal val="#ppt_w"/>
                                          </p:val>
                                        </p:tav>
                                      </p:tavLst>
                                    </p:anim>
                                    <p:anim calcmode="lin" valueType="num">
                                      <p:cBhvr additive="base">
                                        <p:cTn id="46" dur="500"/>
                                        <p:tgtEl>
                                          <p:spTgt spid="796"/>
                                        </p:tgtEl>
                                        <p:attrNameLst>
                                          <p:attrName>ppt_h</p:attrName>
                                        </p:attrNameLst>
                                      </p:cBhvr>
                                      <p:tavLst>
                                        <p:tav tm="0">
                                          <p:val>
                                            <p:strVal val="0"/>
                                          </p:val>
                                        </p:tav>
                                        <p:tav tm="100000">
                                          <p:val>
                                            <p:strVal val="#ppt_h"/>
                                          </p:val>
                                        </p:tav>
                                      </p:tavLst>
                                    </p:anim>
                                  </p:childTnLst>
                                </p:cTn>
                              </p:par>
                            </p:childTnLst>
                          </p:cTn>
                        </p:par>
                        <p:par>
                          <p:cTn id="47" fill="hold">
                            <p:stCondLst>
                              <p:cond delay="2000"/>
                            </p:stCondLst>
                            <p:childTnLst>
                              <p:par>
                                <p:cTn id="48" presetID="23" presetClass="entr" presetSubtype="16" fill="hold" nodeType="afterEffect">
                                  <p:stCondLst>
                                    <p:cond delay="0"/>
                                  </p:stCondLst>
                                  <p:childTnLst>
                                    <p:set>
                                      <p:cBhvr>
                                        <p:cTn id="49" dur="1" fill="hold">
                                          <p:stCondLst>
                                            <p:cond delay="0"/>
                                          </p:stCondLst>
                                        </p:cTn>
                                        <p:tgtEl>
                                          <p:spTgt spid="797"/>
                                        </p:tgtEl>
                                        <p:attrNameLst>
                                          <p:attrName>style.visibility</p:attrName>
                                        </p:attrNameLst>
                                      </p:cBhvr>
                                      <p:to>
                                        <p:strVal val="visible"/>
                                      </p:to>
                                    </p:set>
                                    <p:anim calcmode="lin" valueType="num">
                                      <p:cBhvr additive="base">
                                        <p:cTn id="50" dur="500"/>
                                        <p:tgtEl>
                                          <p:spTgt spid="797"/>
                                        </p:tgtEl>
                                        <p:attrNameLst>
                                          <p:attrName>ppt_w</p:attrName>
                                        </p:attrNameLst>
                                      </p:cBhvr>
                                      <p:tavLst>
                                        <p:tav tm="0">
                                          <p:val>
                                            <p:strVal val="0"/>
                                          </p:val>
                                        </p:tav>
                                        <p:tav tm="100000">
                                          <p:val>
                                            <p:strVal val="#ppt_w"/>
                                          </p:val>
                                        </p:tav>
                                      </p:tavLst>
                                    </p:anim>
                                    <p:anim calcmode="lin" valueType="num">
                                      <p:cBhvr additive="base">
                                        <p:cTn id="51" dur="500"/>
                                        <p:tgtEl>
                                          <p:spTgt spid="797"/>
                                        </p:tgtEl>
                                        <p:attrNameLst>
                                          <p:attrName>ppt_h</p:attrName>
                                        </p:attrNameLst>
                                      </p:cBhvr>
                                      <p:tavLst>
                                        <p:tav tm="0">
                                          <p:val>
                                            <p:strVal val="0"/>
                                          </p:val>
                                        </p:tav>
                                        <p:tav tm="100000">
                                          <p:val>
                                            <p:strVal val="#ppt_h"/>
                                          </p:val>
                                        </p:tav>
                                      </p:tavLst>
                                    </p:anim>
                                  </p:childTnLst>
                                </p:cTn>
                              </p:par>
                            </p:childTnLst>
                          </p:cTn>
                        </p:par>
                        <p:par>
                          <p:cTn id="52" fill="hold">
                            <p:stCondLst>
                              <p:cond delay="2500"/>
                            </p:stCondLst>
                            <p:childTnLst>
                              <p:par>
                                <p:cTn id="53" presetID="23" presetClass="entr" presetSubtype="16" fill="hold" nodeType="afterEffect">
                                  <p:stCondLst>
                                    <p:cond delay="0"/>
                                  </p:stCondLst>
                                  <p:childTnLst>
                                    <p:set>
                                      <p:cBhvr>
                                        <p:cTn id="54" dur="1" fill="hold">
                                          <p:stCondLst>
                                            <p:cond delay="0"/>
                                          </p:stCondLst>
                                        </p:cTn>
                                        <p:tgtEl>
                                          <p:spTgt spid="798"/>
                                        </p:tgtEl>
                                        <p:attrNameLst>
                                          <p:attrName>style.visibility</p:attrName>
                                        </p:attrNameLst>
                                      </p:cBhvr>
                                      <p:to>
                                        <p:strVal val="visible"/>
                                      </p:to>
                                    </p:set>
                                    <p:anim calcmode="lin" valueType="num">
                                      <p:cBhvr additive="base">
                                        <p:cTn id="55" dur="500"/>
                                        <p:tgtEl>
                                          <p:spTgt spid="798"/>
                                        </p:tgtEl>
                                        <p:attrNameLst>
                                          <p:attrName>ppt_w</p:attrName>
                                        </p:attrNameLst>
                                      </p:cBhvr>
                                      <p:tavLst>
                                        <p:tav tm="0">
                                          <p:val>
                                            <p:strVal val="0"/>
                                          </p:val>
                                        </p:tav>
                                        <p:tav tm="100000">
                                          <p:val>
                                            <p:strVal val="#ppt_w"/>
                                          </p:val>
                                        </p:tav>
                                      </p:tavLst>
                                    </p:anim>
                                    <p:anim calcmode="lin" valueType="num">
                                      <p:cBhvr additive="base">
                                        <p:cTn id="56" dur="500"/>
                                        <p:tgtEl>
                                          <p:spTgt spid="798"/>
                                        </p:tgtEl>
                                        <p:attrNameLst>
                                          <p:attrName>ppt_h</p:attrName>
                                        </p:attrNameLst>
                                      </p:cBhvr>
                                      <p:tavLst>
                                        <p:tav tm="0">
                                          <p:val>
                                            <p:strVal val="0"/>
                                          </p:val>
                                        </p:tav>
                                        <p:tav tm="100000">
                                          <p:val>
                                            <p:strVal val="#ppt_h"/>
                                          </p:val>
                                        </p:tav>
                                      </p:tavLst>
                                    </p:anim>
                                  </p:childTnLst>
                                </p:cTn>
                              </p:par>
                            </p:childTnLst>
                          </p:cTn>
                        </p:par>
                        <p:par>
                          <p:cTn id="57" fill="hold">
                            <p:stCondLst>
                              <p:cond delay="3000"/>
                            </p:stCondLst>
                            <p:childTnLst>
                              <p:par>
                                <p:cTn id="58" presetID="23" presetClass="entr" presetSubtype="16" fill="hold" nodeType="afterEffect">
                                  <p:stCondLst>
                                    <p:cond delay="0"/>
                                  </p:stCondLst>
                                  <p:childTnLst>
                                    <p:set>
                                      <p:cBhvr>
                                        <p:cTn id="59" dur="1" fill="hold">
                                          <p:stCondLst>
                                            <p:cond delay="0"/>
                                          </p:stCondLst>
                                        </p:cTn>
                                        <p:tgtEl>
                                          <p:spTgt spid="792"/>
                                        </p:tgtEl>
                                        <p:attrNameLst>
                                          <p:attrName>style.visibility</p:attrName>
                                        </p:attrNameLst>
                                      </p:cBhvr>
                                      <p:to>
                                        <p:strVal val="visible"/>
                                      </p:to>
                                    </p:set>
                                    <p:anim calcmode="lin" valueType="num">
                                      <p:cBhvr additive="base">
                                        <p:cTn id="60" dur="500"/>
                                        <p:tgtEl>
                                          <p:spTgt spid="792"/>
                                        </p:tgtEl>
                                        <p:attrNameLst>
                                          <p:attrName>ppt_w</p:attrName>
                                        </p:attrNameLst>
                                      </p:cBhvr>
                                      <p:tavLst>
                                        <p:tav tm="0">
                                          <p:val>
                                            <p:strVal val="0"/>
                                          </p:val>
                                        </p:tav>
                                        <p:tav tm="100000">
                                          <p:val>
                                            <p:strVal val="#ppt_w"/>
                                          </p:val>
                                        </p:tav>
                                      </p:tavLst>
                                    </p:anim>
                                    <p:anim calcmode="lin" valueType="num">
                                      <p:cBhvr additive="base">
                                        <p:cTn id="61" dur="500"/>
                                        <p:tgtEl>
                                          <p:spTgt spid="792"/>
                                        </p:tgtEl>
                                        <p:attrNameLst>
                                          <p:attrName>ppt_h</p:attrName>
                                        </p:attrNameLst>
                                      </p:cBhvr>
                                      <p:tavLst>
                                        <p:tav tm="0">
                                          <p:val>
                                            <p:str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99"/>
                                        </p:tgtEl>
                                        <p:attrNameLst>
                                          <p:attrName>style.visibility</p:attrName>
                                        </p:attrNameLst>
                                      </p:cBhvr>
                                      <p:to>
                                        <p:strVal val="visible"/>
                                      </p:to>
                                    </p:set>
                                    <p:animEffect transition="in" filter="fade">
                                      <p:cBhvr>
                                        <p:cTn id="66" dur="500"/>
                                        <p:tgtEl>
                                          <p:spTgt spid="799"/>
                                        </p:tgtEl>
                                      </p:cBhvr>
                                    </p:animEffect>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nodeType="clickEffect">
                                  <p:stCondLst>
                                    <p:cond delay="0"/>
                                  </p:stCondLst>
                                  <p:childTnLst>
                                    <p:set>
                                      <p:cBhvr>
                                        <p:cTn id="70" dur="1" fill="hold">
                                          <p:stCondLst>
                                            <p:cond delay="0"/>
                                          </p:stCondLst>
                                        </p:cTn>
                                        <p:tgtEl>
                                          <p:spTgt spid="804">
                                            <p:txEl>
                                              <p:pRg st="0" end="0"/>
                                            </p:txEl>
                                          </p:spTgt>
                                        </p:tgtEl>
                                        <p:attrNameLst>
                                          <p:attrName>style.visibility</p:attrName>
                                        </p:attrNameLst>
                                      </p:cBhvr>
                                      <p:to>
                                        <p:strVal val="visible"/>
                                      </p:to>
                                    </p:set>
                                    <p:anim calcmode="lin" valueType="num">
                                      <p:cBhvr additive="base">
                                        <p:cTn id="71" dur="500"/>
                                        <p:tgtEl>
                                          <p:spTgt spid="804">
                                            <p:txEl>
                                              <p:pRg st="0" end="0"/>
                                            </p:txEl>
                                          </p:spTgt>
                                        </p:tgtEl>
                                        <p:attrNameLst>
                                          <p:attrName>ppt_w</p:attrName>
                                        </p:attrNameLst>
                                      </p:cBhvr>
                                      <p:tavLst>
                                        <p:tav tm="0">
                                          <p:val>
                                            <p:strVal val="0"/>
                                          </p:val>
                                        </p:tav>
                                        <p:tav tm="100000">
                                          <p:val>
                                            <p:strVal val="#ppt_w"/>
                                          </p:val>
                                        </p:tav>
                                      </p:tavLst>
                                    </p:anim>
                                    <p:anim calcmode="lin" valueType="num">
                                      <p:cBhvr additive="base">
                                        <p:cTn id="72" dur="500"/>
                                        <p:tgtEl>
                                          <p:spTgt spid="804">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804">
                                            <p:txEl>
                                              <p:pRg st="1" end="1"/>
                                            </p:txEl>
                                          </p:spTgt>
                                        </p:tgtEl>
                                        <p:attrNameLst>
                                          <p:attrName>style.visibility</p:attrName>
                                        </p:attrNameLst>
                                      </p:cBhvr>
                                      <p:to>
                                        <p:strVal val="visible"/>
                                      </p:to>
                                    </p:set>
                                    <p:anim calcmode="lin" valueType="num">
                                      <p:cBhvr additive="base">
                                        <p:cTn id="77" dur="500"/>
                                        <p:tgtEl>
                                          <p:spTgt spid="804">
                                            <p:txEl>
                                              <p:pRg st="1" end="1"/>
                                            </p:txEl>
                                          </p:spTgt>
                                        </p:tgtEl>
                                        <p:attrNameLst>
                                          <p:attrName>ppt_w</p:attrName>
                                        </p:attrNameLst>
                                      </p:cBhvr>
                                      <p:tavLst>
                                        <p:tav tm="0">
                                          <p:val>
                                            <p:strVal val="0"/>
                                          </p:val>
                                        </p:tav>
                                        <p:tav tm="100000">
                                          <p:val>
                                            <p:strVal val="#ppt_w"/>
                                          </p:val>
                                        </p:tav>
                                      </p:tavLst>
                                    </p:anim>
                                    <p:anim calcmode="lin" valueType="num">
                                      <p:cBhvr additive="base">
                                        <p:cTn id="78" dur="500"/>
                                        <p:tgtEl>
                                          <p:spTgt spid="804">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804">
                                            <p:txEl>
                                              <p:pRg st="2" end="2"/>
                                            </p:txEl>
                                          </p:spTgt>
                                        </p:tgtEl>
                                        <p:attrNameLst>
                                          <p:attrName>style.visibility</p:attrName>
                                        </p:attrNameLst>
                                      </p:cBhvr>
                                      <p:to>
                                        <p:strVal val="visible"/>
                                      </p:to>
                                    </p:set>
                                    <p:anim calcmode="lin" valueType="num">
                                      <p:cBhvr additive="base">
                                        <p:cTn id="83" dur="500"/>
                                        <p:tgtEl>
                                          <p:spTgt spid="804">
                                            <p:txEl>
                                              <p:pRg st="2" end="2"/>
                                            </p:txEl>
                                          </p:spTgt>
                                        </p:tgtEl>
                                        <p:attrNameLst>
                                          <p:attrName>ppt_w</p:attrName>
                                        </p:attrNameLst>
                                      </p:cBhvr>
                                      <p:tavLst>
                                        <p:tav tm="0">
                                          <p:val>
                                            <p:strVal val="0"/>
                                          </p:val>
                                        </p:tav>
                                        <p:tav tm="100000">
                                          <p:val>
                                            <p:strVal val="#ppt_w"/>
                                          </p:val>
                                        </p:tav>
                                      </p:tavLst>
                                    </p:anim>
                                    <p:anim calcmode="lin" valueType="num">
                                      <p:cBhvr additive="base">
                                        <p:cTn id="84" dur="500"/>
                                        <p:tgtEl>
                                          <p:spTgt spid="804">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805"/>
                                        </p:tgtEl>
                                        <p:attrNameLst>
                                          <p:attrName>style.visibility</p:attrName>
                                        </p:attrNameLst>
                                      </p:cBhvr>
                                      <p:to>
                                        <p:strVal val="visible"/>
                                      </p:to>
                                    </p:set>
                                    <p:animEffect transition="in" filter="fade">
                                      <p:cBhvr>
                                        <p:cTn id="89" dur="500"/>
                                        <p:tgtEl>
                                          <p:spTgt spid="805"/>
                                        </p:tgtEl>
                                      </p:cBhvr>
                                    </p:animEffect>
                                  </p:childTnLst>
                                </p:cTn>
                              </p:par>
                              <p:par>
                                <p:cTn id="90" presetID="10" presetClass="entr" presetSubtype="0" fill="hold" nodeType="withEffect">
                                  <p:stCondLst>
                                    <p:cond delay="0"/>
                                  </p:stCondLst>
                                  <p:childTnLst>
                                    <p:set>
                                      <p:cBhvr>
                                        <p:cTn id="91" dur="1" fill="hold">
                                          <p:stCondLst>
                                            <p:cond delay="0"/>
                                          </p:stCondLst>
                                        </p:cTn>
                                        <p:tgtEl>
                                          <p:spTgt spid="849"/>
                                        </p:tgtEl>
                                        <p:attrNameLst>
                                          <p:attrName>style.visibility</p:attrName>
                                        </p:attrNameLst>
                                      </p:cBhvr>
                                      <p:to>
                                        <p:strVal val="visible"/>
                                      </p:to>
                                    </p:set>
                                    <p:animEffect transition="in" filter="fade">
                                      <p:cBhvr>
                                        <p:cTn id="92" dur="500"/>
                                        <p:tgtEl>
                                          <p:spTgt spid="84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825"/>
                                        </p:tgtEl>
                                        <p:attrNameLst>
                                          <p:attrName>style.visibility</p:attrName>
                                        </p:attrNameLst>
                                      </p:cBhvr>
                                      <p:to>
                                        <p:strVal val="visible"/>
                                      </p:to>
                                    </p:set>
                                    <p:animEffect transition="in" filter="fade">
                                      <p:cBhvr>
                                        <p:cTn id="97" dur="500"/>
                                        <p:tgtEl>
                                          <p:spTgt spid="825"/>
                                        </p:tgtEl>
                                      </p:cBhvr>
                                    </p:animEffect>
                                  </p:childTnLst>
                                </p:cTn>
                              </p:par>
                              <p:par>
                                <p:cTn id="98" presetID="10" presetClass="entr" presetSubtype="0" fill="hold" nodeType="withEffect">
                                  <p:stCondLst>
                                    <p:cond delay="0"/>
                                  </p:stCondLst>
                                  <p:childTnLst>
                                    <p:set>
                                      <p:cBhvr>
                                        <p:cTn id="99" dur="1" fill="hold">
                                          <p:stCondLst>
                                            <p:cond delay="0"/>
                                          </p:stCondLst>
                                        </p:cTn>
                                        <p:tgtEl>
                                          <p:spTgt spid="853"/>
                                        </p:tgtEl>
                                        <p:attrNameLst>
                                          <p:attrName>style.visibility</p:attrName>
                                        </p:attrNameLst>
                                      </p:cBhvr>
                                      <p:to>
                                        <p:strVal val="visible"/>
                                      </p:to>
                                    </p:set>
                                    <p:animEffect transition="in" filter="fade">
                                      <p:cBhvr>
                                        <p:cTn id="100" dur="500"/>
                                        <p:tgtEl>
                                          <p:spTgt spid="853"/>
                                        </p:tgtEl>
                                      </p:cBhvr>
                                    </p:animEffect>
                                  </p:childTnLst>
                                </p:cTn>
                              </p:par>
                              <p:par>
                                <p:cTn id="101" presetID="10" presetClass="entr" presetSubtype="0" fill="hold" nodeType="withEffect">
                                  <p:stCondLst>
                                    <p:cond delay="0"/>
                                  </p:stCondLst>
                                  <p:childTnLst>
                                    <p:set>
                                      <p:cBhvr>
                                        <p:cTn id="102" dur="1" fill="hold">
                                          <p:stCondLst>
                                            <p:cond delay="0"/>
                                          </p:stCondLst>
                                        </p:cTn>
                                        <p:tgtEl>
                                          <p:spTgt spid="854"/>
                                        </p:tgtEl>
                                        <p:attrNameLst>
                                          <p:attrName>style.visibility</p:attrName>
                                        </p:attrNameLst>
                                      </p:cBhvr>
                                      <p:to>
                                        <p:strVal val="visible"/>
                                      </p:to>
                                    </p:set>
                                    <p:animEffect transition="in" filter="fade">
                                      <p:cBhvr>
                                        <p:cTn id="103" dur="500"/>
                                        <p:tgtEl>
                                          <p:spTgt spid="854"/>
                                        </p:tgtEl>
                                      </p:cBhvr>
                                    </p:animEffect>
                                  </p:childTnLst>
                                </p:cTn>
                              </p:par>
                              <p:par>
                                <p:cTn id="104" presetID="10" presetClass="entr" presetSubtype="0" fill="hold" nodeType="withEffect">
                                  <p:stCondLst>
                                    <p:cond delay="0"/>
                                  </p:stCondLst>
                                  <p:childTnLst>
                                    <p:set>
                                      <p:cBhvr>
                                        <p:cTn id="105" dur="1" fill="hold">
                                          <p:stCondLst>
                                            <p:cond delay="0"/>
                                          </p:stCondLst>
                                        </p:cTn>
                                        <p:tgtEl>
                                          <p:spTgt spid="855"/>
                                        </p:tgtEl>
                                        <p:attrNameLst>
                                          <p:attrName>style.visibility</p:attrName>
                                        </p:attrNameLst>
                                      </p:cBhvr>
                                      <p:to>
                                        <p:strVal val="visible"/>
                                      </p:to>
                                    </p:set>
                                    <p:animEffect transition="in" filter="fade">
                                      <p:cBhvr>
                                        <p:cTn id="106" dur="500"/>
                                        <p:tgtEl>
                                          <p:spTgt spid="855"/>
                                        </p:tgtEl>
                                      </p:cBhvr>
                                    </p:animEffect>
                                  </p:childTnLst>
                                </p:cTn>
                              </p:par>
                              <p:par>
                                <p:cTn id="107" presetID="10" presetClass="entr" presetSubtype="0" fill="hold" nodeType="withEffect">
                                  <p:stCondLst>
                                    <p:cond delay="0"/>
                                  </p:stCondLst>
                                  <p:childTnLst>
                                    <p:set>
                                      <p:cBhvr>
                                        <p:cTn id="108" dur="1" fill="hold">
                                          <p:stCondLst>
                                            <p:cond delay="0"/>
                                          </p:stCondLst>
                                        </p:cTn>
                                        <p:tgtEl>
                                          <p:spTgt spid="856"/>
                                        </p:tgtEl>
                                        <p:attrNameLst>
                                          <p:attrName>style.visibility</p:attrName>
                                        </p:attrNameLst>
                                      </p:cBhvr>
                                      <p:to>
                                        <p:strVal val="visible"/>
                                      </p:to>
                                    </p:set>
                                    <p:animEffect transition="in" filter="fade">
                                      <p:cBhvr>
                                        <p:cTn id="109" dur="500"/>
                                        <p:tgtEl>
                                          <p:spTgt spid="856"/>
                                        </p:tgtEl>
                                      </p:cBhvr>
                                    </p:animEffect>
                                  </p:childTnLst>
                                </p:cTn>
                              </p:par>
                              <p:par>
                                <p:cTn id="110" presetID="10" presetClass="entr" presetSubtype="0" fill="hold" nodeType="withEffect">
                                  <p:stCondLst>
                                    <p:cond delay="0"/>
                                  </p:stCondLst>
                                  <p:childTnLst>
                                    <p:set>
                                      <p:cBhvr>
                                        <p:cTn id="111" dur="1" fill="hold">
                                          <p:stCondLst>
                                            <p:cond delay="0"/>
                                          </p:stCondLst>
                                        </p:cTn>
                                        <p:tgtEl>
                                          <p:spTgt spid="857"/>
                                        </p:tgtEl>
                                        <p:attrNameLst>
                                          <p:attrName>style.visibility</p:attrName>
                                        </p:attrNameLst>
                                      </p:cBhvr>
                                      <p:to>
                                        <p:strVal val="visible"/>
                                      </p:to>
                                    </p:set>
                                    <p:animEffect transition="in" filter="fade">
                                      <p:cBhvr>
                                        <p:cTn id="112" dur="500"/>
                                        <p:tgtEl>
                                          <p:spTgt spid="857"/>
                                        </p:tgtEl>
                                      </p:cBhvr>
                                    </p:animEffect>
                                  </p:childTnLst>
                                </p:cTn>
                              </p:par>
                              <p:par>
                                <p:cTn id="113" presetID="10" presetClass="entr" presetSubtype="0" fill="hold" nodeType="withEffect">
                                  <p:stCondLst>
                                    <p:cond delay="0"/>
                                  </p:stCondLst>
                                  <p:childTnLst>
                                    <p:set>
                                      <p:cBhvr>
                                        <p:cTn id="114" dur="1" fill="hold">
                                          <p:stCondLst>
                                            <p:cond delay="0"/>
                                          </p:stCondLst>
                                        </p:cTn>
                                        <p:tgtEl>
                                          <p:spTgt spid="858"/>
                                        </p:tgtEl>
                                        <p:attrNameLst>
                                          <p:attrName>style.visibility</p:attrName>
                                        </p:attrNameLst>
                                      </p:cBhvr>
                                      <p:to>
                                        <p:strVal val="visible"/>
                                      </p:to>
                                    </p:set>
                                    <p:animEffect transition="in" filter="fade">
                                      <p:cBhvr>
                                        <p:cTn id="115" dur="500"/>
                                        <p:tgtEl>
                                          <p:spTgt spid="858"/>
                                        </p:tgtEl>
                                      </p:cBhvr>
                                    </p:animEffect>
                                  </p:childTnLst>
                                </p:cTn>
                              </p:par>
                              <p:par>
                                <p:cTn id="116" presetID="10" presetClass="entr" presetSubtype="0" fill="hold" nodeType="withEffect">
                                  <p:stCondLst>
                                    <p:cond delay="0"/>
                                  </p:stCondLst>
                                  <p:childTnLst>
                                    <p:set>
                                      <p:cBhvr>
                                        <p:cTn id="117" dur="1" fill="hold">
                                          <p:stCondLst>
                                            <p:cond delay="0"/>
                                          </p:stCondLst>
                                        </p:cTn>
                                        <p:tgtEl>
                                          <p:spTgt spid="859"/>
                                        </p:tgtEl>
                                        <p:attrNameLst>
                                          <p:attrName>style.visibility</p:attrName>
                                        </p:attrNameLst>
                                      </p:cBhvr>
                                      <p:to>
                                        <p:strVal val="visible"/>
                                      </p:to>
                                    </p:set>
                                    <p:animEffect transition="in" filter="fade">
                                      <p:cBhvr>
                                        <p:cTn id="118" dur="500"/>
                                        <p:tgtEl>
                                          <p:spTgt spid="859"/>
                                        </p:tgtEl>
                                      </p:cBhvr>
                                    </p:animEffect>
                                  </p:childTnLst>
                                </p:cTn>
                              </p:par>
                              <p:par>
                                <p:cTn id="119" presetID="10" presetClass="entr" presetSubtype="0" fill="hold" nodeType="withEffect">
                                  <p:stCondLst>
                                    <p:cond delay="0"/>
                                  </p:stCondLst>
                                  <p:childTnLst>
                                    <p:set>
                                      <p:cBhvr>
                                        <p:cTn id="120" dur="1" fill="hold">
                                          <p:stCondLst>
                                            <p:cond delay="0"/>
                                          </p:stCondLst>
                                        </p:cTn>
                                        <p:tgtEl>
                                          <p:spTgt spid="860"/>
                                        </p:tgtEl>
                                        <p:attrNameLst>
                                          <p:attrName>style.visibility</p:attrName>
                                        </p:attrNameLst>
                                      </p:cBhvr>
                                      <p:to>
                                        <p:strVal val="visible"/>
                                      </p:to>
                                    </p:set>
                                    <p:animEffect transition="in" filter="fade">
                                      <p:cBhvr>
                                        <p:cTn id="121" dur="500"/>
                                        <p:tgtEl>
                                          <p:spTgt spid="860"/>
                                        </p:tgtEl>
                                      </p:cBhvr>
                                    </p:animEffect>
                                  </p:childTnLst>
                                </p:cTn>
                              </p:par>
                            </p:childTnLst>
                          </p:cTn>
                        </p:par>
                      </p:childTnLst>
                    </p:cTn>
                  </p:par>
                  <p:par>
                    <p:cTn id="122" fill="hold">
                      <p:stCondLst>
                        <p:cond delay="indefinite"/>
                      </p:stCondLst>
                      <p:childTnLst>
                        <p:par>
                          <p:cTn id="123" fill="hold">
                            <p:stCondLst>
                              <p:cond delay="0"/>
                            </p:stCondLst>
                            <p:childTnLst>
                              <p:par>
                                <p:cTn id="124" presetID="23" presetClass="entr" presetSubtype="16" fill="hold" nodeType="clickEffect">
                                  <p:stCondLst>
                                    <p:cond delay="0"/>
                                  </p:stCondLst>
                                  <p:childTnLst>
                                    <p:set>
                                      <p:cBhvr>
                                        <p:cTn id="125" dur="1" fill="hold">
                                          <p:stCondLst>
                                            <p:cond delay="0"/>
                                          </p:stCondLst>
                                        </p:cTn>
                                        <p:tgtEl>
                                          <p:spTgt spid="844"/>
                                        </p:tgtEl>
                                        <p:attrNameLst>
                                          <p:attrName>style.visibility</p:attrName>
                                        </p:attrNameLst>
                                      </p:cBhvr>
                                      <p:to>
                                        <p:strVal val="visible"/>
                                      </p:to>
                                    </p:set>
                                    <p:anim calcmode="lin" valueType="num">
                                      <p:cBhvr additive="base">
                                        <p:cTn id="126" dur="500"/>
                                        <p:tgtEl>
                                          <p:spTgt spid="844"/>
                                        </p:tgtEl>
                                        <p:attrNameLst>
                                          <p:attrName>ppt_w</p:attrName>
                                        </p:attrNameLst>
                                      </p:cBhvr>
                                      <p:tavLst>
                                        <p:tav tm="0">
                                          <p:val>
                                            <p:strVal val="0"/>
                                          </p:val>
                                        </p:tav>
                                        <p:tav tm="100000">
                                          <p:val>
                                            <p:strVal val="#ppt_w"/>
                                          </p:val>
                                        </p:tav>
                                      </p:tavLst>
                                    </p:anim>
                                    <p:anim calcmode="lin" valueType="num">
                                      <p:cBhvr additive="base">
                                        <p:cTn id="127" dur="500"/>
                                        <p:tgtEl>
                                          <p:spTgt spid="844"/>
                                        </p:tgtEl>
                                        <p:attrNameLst>
                                          <p:attrName>ppt_h</p:attrName>
                                        </p:attrNameLst>
                                      </p:cBhvr>
                                      <p:tavLst>
                                        <p:tav tm="0">
                                          <p:val>
                                            <p:str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23" presetClass="entr" presetSubtype="16" fill="hold" nodeType="clickEffect">
                                  <p:stCondLst>
                                    <p:cond delay="0"/>
                                  </p:stCondLst>
                                  <p:childTnLst>
                                    <p:set>
                                      <p:cBhvr>
                                        <p:cTn id="131" dur="1" fill="hold">
                                          <p:stCondLst>
                                            <p:cond delay="0"/>
                                          </p:stCondLst>
                                        </p:cTn>
                                        <p:tgtEl>
                                          <p:spTgt spid="846"/>
                                        </p:tgtEl>
                                        <p:attrNameLst>
                                          <p:attrName>style.visibility</p:attrName>
                                        </p:attrNameLst>
                                      </p:cBhvr>
                                      <p:to>
                                        <p:strVal val="visible"/>
                                      </p:to>
                                    </p:set>
                                    <p:anim calcmode="lin" valueType="num">
                                      <p:cBhvr additive="base">
                                        <p:cTn id="132" dur="500"/>
                                        <p:tgtEl>
                                          <p:spTgt spid="846"/>
                                        </p:tgtEl>
                                        <p:attrNameLst>
                                          <p:attrName>ppt_w</p:attrName>
                                        </p:attrNameLst>
                                      </p:cBhvr>
                                      <p:tavLst>
                                        <p:tav tm="0">
                                          <p:val>
                                            <p:strVal val="0"/>
                                          </p:val>
                                        </p:tav>
                                        <p:tav tm="100000">
                                          <p:val>
                                            <p:strVal val="#ppt_w"/>
                                          </p:val>
                                        </p:tav>
                                      </p:tavLst>
                                    </p:anim>
                                    <p:anim calcmode="lin" valueType="num">
                                      <p:cBhvr additive="base">
                                        <p:cTn id="133" dur="500"/>
                                        <p:tgtEl>
                                          <p:spTgt spid="846"/>
                                        </p:tgtEl>
                                        <p:attrNameLst>
                                          <p:attrName>ppt_h</p:attrName>
                                        </p:attrNameLst>
                                      </p:cBhvr>
                                      <p:tavLst>
                                        <p:tav tm="0">
                                          <p:val>
                                            <p:strVal val="0"/>
                                          </p:val>
                                        </p:tav>
                                        <p:tav tm="100000">
                                          <p:val>
                                            <p:strVal val="#ppt_h"/>
                                          </p:val>
                                        </p:tav>
                                      </p:tavLst>
                                    </p:anim>
                                  </p:childTnLst>
                                </p:cTn>
                              </p:par>
                            </p:childTnLst>
                          </p:cTn>
                        </p:par>
                      </p:childTnLst>
                    </p:cTn>
                  </p:par>
                  <p:par>
                    <p:cTn id="134" fill="hold">
                      <p:stCondLst>
                        <p:cond delay="indefinite"/>
                      </p:stCondLst>
                      <p:childTnLst>
                        <p:par>
                          <p:cTn id="135" fill="hold">
                            <p:stCondLst>
                              <p:cond delay="0"/>
                            </p:stCondLst>
                            <p:childTnLst>
                              <p:par>
                                <p:cTn id="136" presetID="23" presetClass="entr" presetSubtype="16" fill="hold" nodeType="clickEffect">
                                  <p:stCondLst>
                                    <p:cond delay="0"/>
                                  </p:stCondLst>
                                  <p:childTnLst>
                                    <p:set>
                                      <p:cBhvr>
                                        <p:cTn id="137" dur="1" fill="hold">
                                          <p:stCondLst>
                                            <p:cond delay="0"/>
                                          </p:stCondLst>
                                        </p:cTn>
                                        <p:tgtEl>
                                          <p:spTgt spid="845"/>
                                        </p:tgtEl>
                                        <p:attrNameLst>
                                          <p:attrName>style.visibility</p:attrName>
                                        </p:attrNameLst>
                                      </p:cBhvr>
                                      <p:to>
                                        <p:strVal val="visible"/>
                                      </p:to>
                                    </p:set>
                                    <p:anim calcmode="lin" valueType="num">
                                      <p:cBhvr additive="base">
                                        <p:cTn id="138" dur="500"/>
                                        <p:tgtEl>
                                          <p:spTgt spid="845"/>
                                        </p:tgtEl>
                                        <p:attrNameLst>
                                          <p:attrName>ppt_w</p:attrName>
                                        </p:attrNameLst>
                                      </p:cBhvr>
                                      <p:tavLst>
                                        <p:tav tm="0">
                                          <p:val>
                                            <p:strVal val="0"/>
                                          </p:val>
                                        </p:tav>
                                        <p:tav tm="100000">
                                          <p:val>
                                            <p:strVal val="#ppt_w"/>
                                          </p:val>
                                        </p:tav>
                                      </p:tavLst>
                                    </p:anim>
                                    <p:anim calcmode="lin" valueType="num">
                                      <p:cBhvr additive="base">
                                        <p:cTn id="139" dur="500"/>
                                        <p:tgtEl>
                                          <p:spTgt spid="845"/>
                                        </p:tgtEl>
                                        <p:attrNameLst>
                                          <p:attrName>ppt_h</p:attrName>
                                        </p:attrNameLst>
                                      </p:cBhvr>
                                      <p:tavLst>
                                        <p:tav tm="0">
                                          <p:val>
                                            <p:strVal val="0"/>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23" presetClass="entr" presetSubtype="16" fill="hold" nodeType="clickEffect">
                                  <p:stCondLst>
                                    <p:cond delay="0"/>
                                  </p:stCondLst>
                                  <p:childTnLst>
                                    <p:set>
                                      <p:cBhvr>
                                        <p:cTn id="143" dur="1" fill="hold">
                                          <p:stCondLst>
                                            <p:cond delay="0"/>
                                          </p:stCondLst>
                                        </p:cTn>
                                        <p:tgtEl>
                                          <p:spTgt spid="861"/>
                                        </p:tgtEl>
                                        <p:attrNameLst>
                                          <p:attrName>style.visibility</p:attrName>
                                        </p:attrNameLst>
                                      </p:cBhvr>
                                      <p:to>
                                        <p:strVal val="visible"/>
                                      </p:to>
                                    </p:set>
                                    <p:anim calcmode="lin" valueType="num">
                                      <p:cBhvr additive="base">
                                        <p:cTn id="144" dur="500"/>
                                        <p:tgtEl>
                                          <p:spTgt spid="861"/>
                                        </p:tgtEl>
                                        <p:attrNameLst>
                                          <p:attrName>ppt_w</p:attrName>
                                        </p:attrNameLst>
                                      </p:cBhvr>
                                      <p:tavLst>
                                        <p:tav tm="0">
                                          <p:val>
                                            <p:strVal val="0"/>
                                          </p:val>
                                        </p:tav>
                                        <p:tav tm="100000">
                                          <p:val>
                                            <p:strVal val="#ppt_w"/>
                                          </p:val>
                                        </p:tav>
                                      </p:tavLst>
                                    </p:anim>
                                    <p:anim calcmode="lin" valueType="num">
                                      <p:cBhvr additive="base">
                                        <p:cTn id="145" dur="500"/>
                                        <p:tgtEl>
                                          <p:spTgt spid="861"/>
                                        </p:tgtEl>
                                        <p:attrNameLst>
                                          <p:attrName>ppt_h</p:attrName>
                                        </p:attrNameLst>
                                      </p:cBhvr>
                                      <p:tavLst>
                                        <p:tav tm="0">
                                          <p:val>
                                            <p:strVal val="0"/>
                                          </p:val>
                                        </p:tav>
                                        <p:tav tm="100000">
                                          <p:val>
                                            <p:strVal val="#ppt_h"/>
                                          </p:val>
                                        </p:tav>
                                      </p:tavLst>
                                    </p:anim>
                                  </p:childTnLst>
                                </p:cTn>
                              </p:par>
                            </p:childTnLst>
                          </p:cTn>
                        </p:par>
                      </p:childTnLst>
                    </p:cTn>
                  </p:par>
                  <p:par>
                    <p:cTn id="146" fill="hold">
                      <p:stCondLst>
                        <p:cond delay="indefinite"/>
                      </p:stCondLst>
                      <p:childTnLst>
                        <p:par>
                          <p:cTn id="147" fill="hold">
                            <p:stCondLst>
                              <p:cond delay="0"/>
                            </p:stCondLst>
                            <p:childTnLst>
                              <p:par>
                                <p:cTn id="148" presetID="23" presetClass="entr" presetSubtype="16" fill="hold" nodeType="clickEffect">
                                  <p:stCondLst>
                                    <p:cond delay="0"/>
                                  </p:stCondLst>
                                  <p:childTnLst>
                                    <p:set>
                                      <p:cBhvr>
                                        <p:cTn id="149" dur="1" fill="hold">
                                          <p:stCondLst>
                                            <p:cond delay="0"/>
                                          </p:stCondLst>
                                        </p:cTn>
                                        <p:tgtEl>
                                          <p:spTgt spid="848"/>
                                        </p:tgtEl>
                                        <p:attrNameLst>
                                          <p:attrName>style.visibility</p:attrName>
                                        </p:attrNameLst>
                                      </p:cBhvr>
                                      <p:to>
                                        <p:strVal val="visible"/>
                                      </p:to>
                                    </p:set>
                                    <p:anim calcmode="lin" valueType="num">
                                      <p:cBhvr additive="base">
                                        <p:cTn id="150" dur="500"/>
                                        <p:tgtEl>
                                          <p:spTgt spid="848"/>
                                        </p:tgtEl>
                                        <p:attrNameLst>
                                          <p:attrName>ppt_w</p:attrName>
                                        </p:attrNameLst>
                                      </p:cBhvr>
                                      <p:tavLst>
                                        <p:tav tm="0">
                                          <p:val>
                                            <p:strVal val="0"/>
                                          </p:val>
                                        </p:tav>
                                        <p:tav tm="100000">
                                          <p:val>
                                            <p:strVal val="#ppt_w"/>
                                          </p:val>
                                        </p:tav>
                                      </p:tavLst>
                                    </p:anim>
                                    <p:anim calcmode="lin" valueType="num">
                                      <p:cBhvr additive="base">
                                        <p:cTn id="151" dur="500"/>
                                        <p:tgtEl>
                                          <p:spTgt spid="848"/>
                                        </p:tgtEl>
                                        <p:attrNameLst>
                                          <p:attrName>ppt_h</p:attrName>
                                        </p:attrNameLst>
                                      </p:cBhvr>
                                      <p:tavLst>
                                        <p:tav tm="0">
                                          <p:val>
                                            <p:strVal val="0"/>
                                          </p:val>
                                        </p:tav>
                                        <p:tav tm="100000">
                                          <p:val>
                                            <p:strVal val="#ppt_h"/>
                                          </p:val>
                                        </p:tav>
                                      </p:tavLst>
                                    </p:anim>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867"/>
                                        </p:tgtEl>
                                        <p:attrNameLst>
                                          <p:attrName>style.visibility</p:attrName>
                                        </p:attrNameLst>
                                      </p:cBhvr>
                                      <p:to>
                                        <p:strVal val="visible"/>
                                      </p:to>
                                    </p:set>
                                    <p:animEffect transition="in" filter="fade">
                                      <p:cBhvr>
                                        <p:cTn id="156" dur="500"/>
                                        <p:tgtEl>
                                          <p:spTgt spid="867"/>
                                        </p:tgtEl>
                                      </p:cBhvr>
                                    </p:animEffect>
                                  </p:childTnLst>
                                </p:cTn>
                              </p:par>
                            </p:childTnLst>
                          </p:cTn>
                        </p:par>
                      </p:childTnLst>
                    </p:cTn>
                  </p:par>
                  <p:par>
                    <p:cTn id="157" fill="hold">
                      <p:stCondLst>
                        <p:cond delay="indefinite"/>
                      </p:stCondLst>
                      <p:childTnLst>
                        <p:par>
                          <p:cTn id="158" fill="hold">
                            <p:stCondLst>
                              <p:cond delay="0"/>
                            </p:stCondLst>
                            <p:childTnLst>
                              <p:par>
                                <p:cTn id="159" presetID="23" presetClass="entr" presetSubtype="16" fill="hold" nodeType="clickEffect">
                                  <p:stCondLst>
                                    <p:cond delay="0"/>
                                  </p:stCondLst>
                                  <p:childTnLst>
                                    <p:set>
                                      <p:cBhvr>
                                        <p:cTn id="160" dur="1" fill="hold">
                                          <p:stCondLst>
                                            <p:cond delay="0"/>
                                          </p:stCondLst>
                                        </p:cTn>
                                        <p:tgtEl>
                                          <p:spTgt spid="847"/>
                                        </p:tgtEl>
                                        <p:attrNameLst>
                                          <p:attrName>style.visibility</p:attrName>
                                        </p:attrNameLst>
                                      </p:cBhvr>
                                      <p:to>
                                        <p:strVal val="visible"/>
                                      </p:to>
                                    </p:set>
                                    <p:anim calcmode="lin" valueType="num">
                                      <p:cBhvr additive="base">
                                        <p:cTn id="161" dur="500"/>
                                        <p:tgtEl>
                                          <p:spTgt spid="847"/>
                                        </p:tgtEl>
                                        <p:attrNameLst>
                                          <p:attrName>ppt_w</p:attrName>
                                        </p:attrNameLst>
                                      </p:cBhvr>
                                      <p:tavLst>
                                        <p:tav tm="0">
                                          <p:val>
                                            <p:strVal val="0"/>
                                          </p:val>
                                        </p:tav>
                                        <p:tav tm="100000">
                                          <p:val>
                                            <p:strVal val="#ppt_w"/>
                                          </p:val>
                                        </p:tav>
                                      </p:tavLst>
                                    </p:anim>
                                    <p:anim calcmode="lin" valueType="num">
                                      <p:cBhvr additive="base">
                                        <p:cTn id="162" dur="500"/>
                                        <p:tgtEl>
                                          <p:spTgt spid="847"/>
                                        </p:tgtEl>
                                        <p:attrNameLst>
                                          <p:attrName>ppt_h</p:attrName>
                                        </p:attrNameLst>
                                      </p:cBhvr>
                                      <p:tavLst>
                                        <p:tav tm="0">
                                          <p:val>
                                            <p:strVal val="0"/>
                                          </p:val>
                                        </p:tav>
                                        <p:tav tm="100000">
                                          <p:val>
                                            <p:strVal val="#ppt_h"/>
                                          </p:val>
                                        </p:tav>
                                      </p:tavLst>
                                    </p:anim>
                                  </p:childTnLst>
                                </p:cTn>
                              </p:par>
                            </p:childTnLst>
                          </p:cTn>
                        </p:par>
                      </p:childTnLst>
                    </p:cTn>
                  </p:par>
                  <p:par>
                    <p:cTn id="163" fill="hold">
                      <p:stCondLst>
                        <p:cond delay="indefinite"/>
                      </p:stCondLst>
                      <p:childTnLst>
                        <p:par>
                          <p:cTn id="164" fill="hold">
                            <p:stCondLst>
                              <p:cond delay="0"/>
                            </p:stCondLst>
                            <p:childTnLst>
                              <p:par>
                                <p:cTn id="165" presetID="23" presetClass="entr" presetSubtype="16" fill="hold" nodeType="clickEffect">
                                  <p:stCondLst>
                                    <p:cond delay="0"/>
                                  </p:stCondLst>
                                  <p:childTnLst>
                                    <p:set>
                                      <p:cBhvr>
                                        <p:cTn id="166" dur="1" fill="hold">
                                          <p:stCondLst>
                                            <p:cond delay="0"/>
                                          </p:stCondLst>
                                        </p:cTn>
                                        <p:tgtEl>
                                          <p:spTgt spid="864"/>
                                        </p:tgtEl>
                                        <p:attrNameLst>
                                          <p:attrName>style.visibility</p:attrName>
                                        </p:attrNameLst>
                                      </p:cBhvr>
                                      <p:to>
                                        <p:strVal val="visible"/>
                                      </p:to>
                                    </p:set>
                                    <p:anim calcmode="lin" valueType="num">
                                      <p:cBhvr additive="base">
                                        <p:cTn id="167" dur="500"/>
                                        <p:tgtEl>
                                          <p:spTgt spid="864"/>
                                        </p:tgtEl>
                                        <p:attrNameLst>
                                          <p:attrName>ppt_w</p:attrName>
                                        </p:attrNameLst>
                                      </p:cBhvr>
                                      <p:tavLst>
                                        <p:tav tm="0">
                                          <p:val>
                                            <p:strVal val="0"/>
                                          </p:val>
                                        </p:tav>
                                        <p:tav tm="100000">
                                          <p:val>
                                            <p:strVal val="#ppt_w"/>
                                          </p:val>
                                        </p:tav>
                                      </p:tavLst>
                                    </p:anim>
                                    <p:anim calcmode="lin" valueType="num">
                                      <p:cBhvr additive="base">
                                        <p:cTn id="168" dur="500"/>
                                        <p:tgtEl>
                                          <p:spTgt spid="864"/>
                                        </p:tgtEl>
                                        <p:attrNameLst>
                                          <p:attrName>ppt_h</p:attrName>
                                        </p:attrNameLst>
                                      </p:cBhvr>
                                      <p:tavLst>
                                        <p:tav tm="0">
                                          <p:val>
                                            <p:strVal val="0"/>
                                          </p:val>
                                        </p:tav>
                                        <p:tav tm="100000">
                                          <p:val>
                                            <p:strVal val="#ppt_h"/>
                                          </p:val>
                                        </p:tav>
                                      </p:tavLst>
                                    </p:anim>
                                  </p:childTnLst>
                                </p:cTn>
                              </p:par>
                            </p:childTnLst>
                          </p:cTn>
                        </p:par>
                      </p:childTnLst>
                    </p:cTn>
                  </p:par>
                  <p:par>
                    <p:cTn id="169" fill="hold">
                      <p:stCondLst>
                        <p:cond delay="indefinite"/>
                      </p:stCondLst>
                      <p:childTnLst>
                        <p:par>
                          <p:cTn id="170" fill="hold">
                            <p:stCondLst>
                              <p:cond delay="0"/>
                            </p:stCondLst>
                            <p:childTnLst>
                              <p:par>
                                <p:cTn id="171" presetID="10" presetClass="exit" presetSubtype="0" fill="hold" nodeType="clickEffect">
                                  <p:stCondLst>
                                    <p:cond delay="0"/>
                                  </p:stCondLst>
                                  <p:childTnLst>
                                    <p:animEffect transition="out" filter="fade">
                                      <p:cBhvr>
                                        <p:cTn id="172" dur="500"/>
                                        <p:tgtEl>
                                          <p:spTgt spid="857"/>
                                        </p:tgtEl>
                                      </p:cBhvr>
                                    </p:animEffect>
                                    <p:set>
                                      <p:cBhvr>
                                        <p:cTn id="173" dur="1" fill="hold">
                                          <p:stCondLst>
                                            <p:cond delay="500"/>
                                          </p:stCondLst>
                                        </p:cTn>
                                        <p:tgtEl>
                                          <p:spTgt spid="857"/>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500"/>
                                        <p:tgtEl>
                                          <p:spTgt spid="858"/>
                                        </p:tgtEl>
                                      </p:cBhvr>
                                    </p:animEffect>
                                    <p:set>
                                      <p:cBhvr>
                                        <p:cTn id="176" dur="1" fill="hold">
                                          <p:stCondLst>
                                            <p:cond delay="500"/>
                                          </p:stCondLst>
                                        </p:cTn>
                                        <p:tgtEl>
                                          <p:spTgt spid="858"/>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500"/>
                                        <p:tgtEl>
                                          <p:spTgt spid="859"/>
                                        </p:tgtEl>
                                      </p:cBhvr>
                                    </p:animEffect>
                                    <p:set>
                                      <p:cBhvr>
                                        <p:cTn id="179" dur="1" fill="hold">
                                          <p:stCondLst>
                                            <p:cond delay="500"/>
                                          </p:stCondLst>
                                        </p:cTn>
                                        <p:tgtEl>
                                          <p:spTgt spid="8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7"/>
          <p:cNvSpPr txBox="1">
            <a:spLocks noGrp="1"/>
          </p:cNvSpPr>
          <p:nvPr>
            <p:ph type="title"/>
          </p:nvPr>
        </p:nvSpPr>
        <p:spPr>
          <a:xfrm>
            <a:off x="715448" y="53975"/>
            <a:ext cx="7711415"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Clase Arrays</a:t>
            </a:r>
            <a:endParaRPr/>
          </a:p>
        </p:txBody>
      </p:sp>
      <p:grpSp>
        <p:nvGrpSpPr>
          <p:cNvPr id="873" name="Google Shape;873;p17"/>
          <p:cNvGrpSpPr/>
          <p:nvPr/>
        </p:nvGrpSpPr>
        <p:grpSpPr>
          <a:xfrm>
            <a:off x="838927" y="1037675"/>
            <a:ext cx="7287796" cy="1217602"/>
            <a:chOff x="752987" y="3842064"/>
            <a:chExt cx="7287796" cy="1217602"/>
          </a:xfrm>
        </p:grpSpPr>
        <p:sp>
          <p:nvSpPr>
            <p:cNvPr id="874" name="Google Shape;874;p17"/>
            <p:cNvSpPr/>
            <p:nvPr/>
          </p:nvSpPr>
          <p:spPr>
            <a:xfrm>
              <a:off x="924867" y="4180618"/>
              <a:ext cx="7115916" cy="87904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75" name="Google Shape;875;p17"/>
            <p:cNvSpPr/>
            <p:nvPr/>
          </p:nvSpPr>
          <p:spPr>
            <a:xfrm>
              <a:off x="756280" y="3964594"/>
              <a:ext cx="1803801" cy="36004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76" name="Google Shape;876;p17"/>
            <p:cNvSpPr txBox="1"/>
            <p:nvPr/>
          </p:nvSpPr>
          <p:spPr>
            <a:xfrm>
              <a:off x="752987" y="3971207"/>
              <a:ext cx="138159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TOSTRING</a:t>
              </a:r>
              <a:endParaRPr sz="1600" b="1">
                <a:solidFill>
                  <a:schemeClr val="lt1"/>
                </a:solidFill>
                <a:latin typeface="Arial"/>
                <a:ea typeface="Arial"/>
                <a:cs typeface="Arial"/>
                <a:sym typeface="Arial"/>
              </a:endParaRPr>
            </a:p>
          </p:txBody>
        </p:sp>
        <p:sp>
          <p:nvSpPr>
            <p:cNvPr id="877" name="Google Shape;877;p17"/>
            <p:cNvSpPr/>
            <p:nvPr/>
          </p:nvSpPr>
          <p:spPr>
            <a:xfrm>
              <a:off x="1836400" y="3842064"/>
              <a:ext cx="6048672"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 sz="1800" i="1">
                  <a:solidFill>
                    <a:srgbClr val="66A3FF"/>
                  </a:solidFill>
                  <a:latin typeface="Arial"/>
                  <a:ea typeface="Arial"/>
                  <a:cs typeface="Arial"/>
                  <a:sym typeface="Arial"/>
                </a:rPr>
                <a:t>Imprime por pantalla el contenido del array</a:t>
              </a:r>
              <a:endParaRPr sz="1800" i="1">
                <a:solidFill>
                  <a:srgbClr val="66A3FF"/>
                </a:solidFill>
                <a:latin typeface="Arial"/>
                <a:ea typeface="Arial"/>
                <a:cs typeface="Arial"/>
                <a:sym typeface="Arial"/>
              </a:endParaRPr>
            </a:p>
          </p:txBody>
        </p:sp>
      </p:grpSp>
      <p:sp>
        <p:nvSpPr>
          <p:cNvPr id="878" name="Google Shape;878;p17"/>
          <p:cNvSpPr/>
          <p:nvPr/>
        </p:nvSpPr>
        <p:spPr>
          <a:xfrm>
            <a:off x="1510433" y="1586572"/>
            <a:ext cx="594478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int[] arrayInt = {8, 41, 37, 22, 19}</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s-ES" sz="1800">
                <a:solidFill>
                  <a:schemeClr val="dk1"/>
                </a:solidFill>
                <a:latin typeface="Arial"/>
                <a:ea typeface="Arial"/>
                <a:cs typeface="Arial"/>
                <a:sym typeface="Arial"/>
              </a:rPr>
              <a:t>System.out.println(Arrays.toString(arrayInt));</a:t>
            </a:r>
            <a:endParaRPr sz="1800">
              <a:solidFill>
                <a:schemeClr val="dk1"/>
              </a:solidFill>
              <a:latin typeface="Arial"/>
              <a:ea typeface="Arial"/>
              <a:cs typeface="Arial"/>
              <a:sym typeface="Arial"/>
            </a:endParaRPr>
          </a:p>
        </p:txBody>
      </p:sp>
      <p:sp>
        <p:nvSpPr>
          <p:cNvPr id="879" name="Google Shape;879;p17"/>
          <p:cNvSpPr txBox="1"/>
          <p:nvPr/>
        </p:nvSpPr>
        <p:spPr>
          <a:xfrm>
            <a:off x="1520981" y="2677452"/>
            <a:ext cx="5618817"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a:solidFill>
                  <a:schemeClr val="dk1"/>
                </a:solidFill>
                <a:latin typeface="Arial"/>
                <a:ea typeface="Arial"/>
                <a:cs typeface="Arial"/>
                <a:sym typeface="Arial"/>
              </a:rPr>
              <a:t>[8, 41, 37, 22, 19]</a:t>
            </a:r>
            <a:endParaRPr sz="1900">
              <a:solidFill>
                <a:schemeClr val="dk1"/>
              </a:solidFill>
              <a:latin typeface="Arial"/>
              <a:ea typeface="Arial"/>
              <a:cs typeface="Arial"/>
              <a:sym typeface="Arial"/>
            </a:endParaRPr>
          </a:p>
        </p:txBody>
      </p:sp>
      <p:grpSp>
        <p:nvGrpSpPr>
          <p:cNvPr id="880" name="Google Shape;880;p17"/>
          <p:cNvGrpSpPr/>
          <p:nvPr/>
        </p:nvGrpSpPr>
        <p:grpSpPr>
          <a:xfrm>
            <a:off x="814180" y="3480457"/>
            <a:ext cx="7287796" cy="1696548"/>
            <a:chOff x="752987" y="3842064"/>
            <a:chExt cx="7287796" cy="1487519"/>
          </a:xfrm>
        </p:grpSpPr>
        <p:sp>
          <p:nvSpPr>
            <p:cNvPr id="881" name="Google Shape;881;p17"/>
            <p:cNvSpPr/>
            <p:nvPr/>
          </p:nvSpPr>
          <p:spPr>
            <a:xfrm>
              <a:off x="924867" y="4180617"/>
              <a:ext cx="7115916" cy="1148966"/>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r>
                <a:rPr lang="es-ES" sz="19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Clr>
                  <a:schemeClr val="dk1"/>
                </a:buClr>
                <a:buSzPts val="1900"/>
                <a:buFont typeface="Arial"/>
                <a:buNone/>
              </a:pPr>
              <a:r>
                <a:rPr lang="es-ES" sz="1900">
                  <a:solidFill>
                    <a:schemeClr val="dk1"/>
                  </a:solidFill>
                  <a:latin typeface="Arial"/>
                  <a:ea typeface="Arial"/>
                  <a:cs typeface="Arial"/>
                  <a:sym typeface="Arial"/>
                </a:rPr>
                <a:t>	int[] t1={4, 5, 6}</a:t>
              </a:r>
              <a:endParaRPr/>
            </a:p>
            <a:p>
              <a:pPr marL="0" marR="0" lvl="0" indent="0" algn="l" rtl="0">
                <a:lnSpc>
                  <a:spcPct val="100000"/>
                </a:lnSpc>
                <a:spcBef>
                  <a:spcPts val="0"/>
                </a:spcBef>
                <a:spcAft>
                  <a:spcPts val="0"/>
                </a:spcAft>
                <a:buClr>
                  <a:schemeClr val="dk1"/>
                </a:buClr>
                <a:buSzPts val="1900"/>
                <a:buFont typeface="Arial"/>
                <a:buNone/>
              </a:pPr>
              <a:r>
                <a:rPr lang="es-ES" sz="1900" b="0" i="0" u="none" strike="noStrike" cap="none">
                  <a:solidFill>
                    <a:schemeClr val="dk1"/>
                  </a:solidFill>
                  <a:latin typeface="Arial"/>
                  <a:ea typeface="Arial"/>
                  <a:cs typeface="Arial"/>
                  <a:sym typeface="Arial"/>
                </a:rPr>
                <a:t>	int[] t2={4, 5, 6}</a:t>
              </a:r>
              <a:endParaRPr/>
            </a:p>
            <a:p>
              <a:pPr marL="0" marR="0" lvl="0" indent="0" algn="l" rtl="0">
                <a:lnSpc>
                  <a:spcPct val="100000"/>
                </a:lnSpc>
                <a:spcBef>
                  <a:spcPts val="0"/>
                </a:spcBef>
                <a:spcAft>
                  <a:spcPts val="0"/>
                </a:spcAft>
                <a:buClr>
                  <a:schemeClr val="dk1"/>
                </a:buClr>
                <a:buSzPts val="1900"/>
                <a:buFont typeface="Arial"/>
                <a:buNone/>
              </a:pPr>
              <a:r>
                <a:rPr lang="es-ES" sz="1900">
                  <a:solidFill>
                    <a:schemeClr val="dk1"/>
                  </a:solidFill>
                  <a:latin typeface="Arial"/>
                  <a:ea typeface="Arial"/>
                  <a:cs typeface="Arial"/>
                  <a:sym typeface="Arial"/>
                </a:rPr>
                <a:t>	System.out.println(Arrays.equals(t1,t2)) //Muestra true</a:t>
              </a:r>
              <a:endParaRPr sz="1900" b="0" i="0" u="none" strike="noStrike" cap="none">
                <a:solidFill>
                  <a:schemeClr val="dk1"/>
                </a:solidFill>
                <a:latin typeface="Arial"/>
                <a:ea typeface="Arial"/>
                <a:cs typeface="Arial"/>
                <a:sym typeface="Arial"/>
              </a:endParaRPr>
            </a:p>
          </p:txBody>
        </p:sp>
        <p:sp>
          <p:nvSpPr>
            <p:cNvPr id="882" name="Google Shape;882;p17"/>
            <p:cNvSpPr/>
            <p:nvPr/>
          </p:nvSpPr>
          <p:spPr>
            <a:xfrm>
              <a:off x="756280" y="3964594"/>
              <a:ext cx="1803801" cy="36004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83" name="Google Shape;883;p17"/>
            <p:cNvSpPr txBox="1"/>
            <p:nvPr/>
          </p:nvSpPr>
          <p:spPr>
            <a:xfrm>
              <a:off x="752987" y="3971207"/>
              <a:ext cx="1381599" cy="2968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EQUALS</a:t>
              </a:r>
              <a:endParaRPr sz="1600" b="1">
                <a:solidFill>
                  <a:schemeClr val="lt1"/>
                </a:solidFill>
                <a:latin typeface="Arial"/>
                <a:ea typeface="Arial"/>
                <a:cs typeface="Arial"/>
                <a:sym typeface="Arial"/>
              </a:endParaRPr>
            </a:p>
          </p:txBody>
        </p:sp>
        <p:sp>
          <p:nvSpPr>
            <p:cNvPr id="884" name="Google Shape;884;p17"/>
            <p:cNvSpPr/>
            <p:nvPr/>
          </p:nvSpPr>
          <p:spPr>
            <a:xfrm>
              <a:off x="1836400" y="3842064"/>
              <a:ext cx="6048672" cy="2968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 sz="1600" i="1">
                  <a:solidFill>
                    <a:srgbClr val="66A3FF"/>
                  </a:solidFill>
                  <a:latin typeface="Arial"/>
                  <a:ea typeface="Arial"/>
                  <a:cs typeface="Arial"/>
                  <a:sym typeface="Arial"/>
                </a:rPr>
                <a:t>Compara si dos tablas son iguales elemento a elemento</a:t>
              </a:r>
              <a:endParaRPr sz="1600" i="1">
                <a:solidFill>
                  <a:srgbClr val="66A3FF"/>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3"/>
                                        </p:tgtEl>
                                        <p:attrNameLst>
                                          <p:attrName>style.visibility</p:attrName>
                                        </p:attrNameLst>
                                      </p:cBhvr>
                                      <p:to>
                                        <p:strVal val="visible"/>
                                      </p:to>
                                    </p:set>
                                    <p:animEffect transition="in" filter="fade">
                                      <p:cBhvr>
                                        <p:cTn id="7" dur="500"/>
                                        <p:tgtEl>
                                          <p:spTgt spid="87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878">
                                            <p:txEl>
                                              <p:pRg st="0" end="0"/>
                                            </p:txEl>
                                          </p:spTgt>
                                        </p:tgtEl>
                                        <p:attrNameLst>
                                          <p:attrName>style.visibility</p:attrName>
                                        </p:attrNameLst>
                                      </p:cBhvr>
                                      <p:to>
                                        <p:strVal val="visible"/>
                                      </p:to>
                                    </p:set>
                                    <p:anim calcmode="lin" valueType="num">
                                      <p:cBhvr additive="base">
                                        <p:cTn id="12" dur="500"/>
                                        <p:tgtEl>
                                          <p:spTgt spid="878">
                                            <p:txEl>
                                              <p:pRg st="0" end="0"/>
                                            </p:txEl>
                                          </p:spTgt>
                                        </p:tgtEl>
                                        <p:attrNameLst>
                                          <p:attrName>ppt_w</p:attrName>
                                        </p:attrNameLst>
                                      </p:cBhvr>
                                      <p:tavLst>
                                        <p:tav tm="0">
                                          <p:val>
                                            <p:strVal val="0"/>
                                          </p:val>
                                        </p:tav>
                                        <p:tav tm="100000">
                                          <p:val>
                                            <p:strVal val="#ppt_w"/>
                                          </p:val>
                                        </p:tav>
                                      </p:tavLst>
                                    </p:anim>
                                    <p:anim calcmode="lin" valueType="num">
                                      <p:cBhvr additive="base">
                                        <p:cTn id="13" dur="500"/>
                                        <p:tgtEl>
                                          <p:spTgt spid="878">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878">
                                            <p:txEl>
                                              <p:pRg st="1" end="1"/>
                                            </p:txEl>
                                          </p:spTgt>
                                        </p:tgtEl>
                                        <p:attrNameLst>
                                          <p:attrName>style.visibility</p:attrName>
                                        </p:attrNameLst>
                                      </p:cBhvr>
                                      <p:to>
                                        <p:strVal val="visible"/>
                                      </p:to>
                                    </p:set>
                                    <p:anim calcmode="lin" valueType="num">
                                      <p:cBhvr additive="base">
                                        <p:cTn id="18" dur="500"/>
                                        <p:tgtEl>
                                          <p:spTgt spid="878">
                                            <p:txEl>
                                              <p:pRg st="1" end="1"/>
                                            </p:txEl>
                                          </p:spTgt>
                                        </p:tgtEl>
                                        <p:attrNameLst>
                                          <p:attrName>ppt_w</p:attrName>
                                        </p:attrNameLst>
                                      </p:cBhvr>
                                      <p:tavLst>
                                        <p:tav tm="0">
                                          <p:val>
                                            <p:strVal val="0"/>
                                          </p:val>
                                        </p:tav>
                                        <p:tav tm="100000">
                                          <p:val>
                                            <p:strVal val="#ppt_w"/>
                                          </p:val>
                                        </p:tav>
                                      </p:tavLst>
                                    </p:anim>
                                    <p:anim calcmode="lin" valueType="num">
                                      <p:cBhvr additive="base">
                                        <p:cTn id="19" dur="500"/>
                                        <p:tgtEl>
                                          <p:spTgt spid="878">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7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80"/>
                                        </p:tgtEl>
                                        <p:attrNameLst>
                                          <p:attrName>style.visibility</p:attrName>
                                        </p:attrNameLst>
                                      </p:cBhvr>
                                      <p:to>
                                        <p:strVal val="visible"/>
                                      </p:to>
                                    </p:set>
                                    <p:animEffect transition="in" filter="fade">
                                      <p:cBhvr>
                                        <p:cTn id="28" dur="500"/>
                                        <p:tgtEl>
                                          <p:spTgt spid="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grpSp>
        <p:nvGrpSpPr>
          <p:cNvPr id="889" name="Google Shape;889;p18"/>
          <p:cNvGrpSpPr/>
          <p:nvPr/>
        </p:nvGrpSpPr>
        <p:grpSpPr>
          <a:xfrm>
            <a:off x="3968303" y="2567113"/>
            <a:ext cx="3925590" cy="827372"/>
            <a:chOff x="3968303" y="2581627"/>
            <a:chExt cx="3925590" cy="827372"/>
          </a:xfrm>
        </p:grpSpPr>
        <p:sp>
          <p:nvSpPr>
            <p:cNvPr id="890" name="Google Shape;890;p18"/>
            <p:cNvSpPr/>
            <p:nvPr/>
          </p:nvSpPr>
          <p:spPr>
            <a:xfrm>
              <a:off x="3968303" y="2875805"/>
              <a:ext cx="3925590" cy="533194"/>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91" name="Google Shape;891;p18"/>
            <p:cNvSpPr txBox="1"/>
            <p:nvPr/>
          </p:nvSpPr>
          <p:spPr>
            <a:xfrm>
              <a:off x="4977098" y="2581627"/>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asignación</a:t>
              </a:r>
              <a:endParaRPr/>
            </a:p>
          </p:txBody>
        </p:sp>
        <p:sp>
          <p:nvSpPr>
            <p:cNvPr id="892" name="Google Shape;892;p18"/>
            <p:cNvSpPr txBox="1"/>
            <p:nvPr/>
          </p:nvSpPr>
          <p:spPr>
            <a:xfrm>
              <a:off x="4716016" y="2862436"/>
              <a:ext cx="2448273"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i="1">
                  <a:solidFill>
                    <a:srgbClr val="00B050"/>
                  </a:solidFill>
                  <a:latin typeface="Comic Sans MS"/>
                  <a:ea typeface="Comic Sans MS"/>
                  <a:cs typeface="Comic Sans MS"/>
                  <a:sym typeface="Comic Sans MS"/>
                </a:rPr>
                <a:t>Poner 23º el jueves a las 21h</a:t>
              </a:r>
              <a:endParaRPr/>
            </a:p>
          </p:txBody>
        </p:sp>
      </p:grpSp>
      <p:sp>
        <p:nvSpPr>
          <p:cNvPr id="893" name="Google Shape;893;p18"/>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Array Bidimensional</a:t>
            </a:r>
            <a:endParaRPr/>
          </a:p>
        </p:txBody>
      </p:sp>
      <p:sp>
        <p:nvSpPr>
          <p:cNvPr id="894" name="Google Shape;894;p18"/>
          <p:cNvSpPr txBox="1"/>
          <p:nvPr/>
        </p:nvSpPr>
        <p:spPr>
          <a:xfrm>
            <a:off x="1619672" y="900009"/>
            <a:ext cx="554461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Supongamos que deseamos almacenar </a:t>
            </a:r>
            <a:endParaRPr/>
          </a:p>
          <a:p>
            <a:pPr marL="0" marR="0" lvl="0" indent="0" algn="ctr" rtl="0">
              <a:spcBef>
                <a:spcPts val="0"/>
              </a:spcBef>
              <a:spcAft>
                <a:spcPts val="0"/>
              </a:spcAft>
              <a:buNone/>
            </a:pPr>
            <a:r>
              <a:rPr lang="es-ES" sz="1600" b="1">
                <a:solidFill>
                  <a:schemeClr val="dk1"/>
                </a:solidFill>
                <a:latin typeface="Arial"/>
                <a:ea typeface="Arial"/>
                <a:cs typeface="Arial"/>
                <a:sym typeface="Arial"/>
              </a:rPr>
              <a:t>3 temperaturas cada día de una semana.</a:t>
            </a:r>
            <a:endParaRPr sz="1600" b="1">
              <a:solidFill>
                <a:srgbClr val="FF0000"/>
              </a:solidFill>
              <a:latin typeface="Arial"/>
              <a:ea typeface="Arial"/>
              <a:cs typeface="Arial"/>
              <a:sym typeface="Arial"/>
            </a:endParaRPr>
          </a:p>
        </p:txBody>
      </p:sp>
      <p:sp>
        <p:nvSpPr>
          <p:cNvPr id="895" name="Google Shape;895;p18"/>
          <p:cNvSpPr txBox="1"/>
          <p:nvPr/>
        </p:nvSpPr>
        <p:spPr>
          <a:xfrm>
            <a:off x="780332" y="2132856"/>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temperaturas</a:t>
            </a:r>
            <a:endParaRPr sz="1600" b="1">
              <a:solidFill>
                <a:srgbClr val="FF0000"/>
              </a:solidFill>
              <a:latin typeface="Arial"/>
              <a:ea typeface="Arial"/>
              <a:cs typeface="Arial"/>
              <a:sym typeface="Arial"/>
            </a:endParaRPr>
          </a:p>
        </p:txBody>
      </p:sp>
      <p:grpSp>
        <p:nvGrpSpPr>
          <p:cNvPr id="896" name="Google Shape;896;p18"/>
          <p:cNvGrpSpPr/>
          <p:nvPr/>
        </p:nvGrpSpPr>
        <p:grpSpPr>
          <a:xfrm>
            <a:off x="780332" y="2723896"/>
            <a:ext cx="3106438" cy="2447584"/>
            <a:chOff x="780332" y="2723896"/>
            <a:chExt cx="3106438" cy="2447584"/>
          </a:xfrm>
        </p:grpSpPr>
        <p:sp>
          <p:nvSpPr>
            <p:cNvPr id="897" name="Google Shape;897;p18"/>
            <p:cNvSpPr/>
            <p:nvPr/>
          </p:nvSpPr>
          <p:spPr>
            <a:xfrm>
              <a:off x="780332" y="2723896"/>
              <a:ext cx="1908000"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98" name="Google Shape;898;p18"/>
            <p:cNvSpPr/>
            <p:nvPr/>
          </p:nvSpPr>
          <p:spPr>
            <a:xfrm>
              <a:off x="863452" y="277195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899" name="Google Shape;899;p18"/>
            <p:cNvSpPr/>
            <p:nvPr/>
          </p:nvSpPr>
          <p:spPr>
            <a:xfrm>
              <a:off x="863452" y="305999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00" name="Google Shape;900;p18"/>
            <p:cNvSpPr/>
            <p:nvPr/>
          </p:nvSpPr>
          <p:spPr>
            <a:xfrm>
              <a:off x="863452" y="334383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01" name="Google Shape;901;p18"/>
            <p:cNvSpPr/>
            <p:nvPr/>
          </p:nvSpPr>
          <p:spPr>
            <a:xfrm>
              <a:off x="863452" y="36360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02" name="Google Shape;902;p18"/>
            <p:cNvSpPr/>
            <p:nvPr/>
          </p:nvSpPr>
          <p:spPr>
            <a:xfrm>
              <a:off x="863452" y="39240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03" name="Google Shape;903;p18"/>
            <p:cNvSpPr/>
            <p:nvPr/>
          </p:nvSpPr>
          <p:spPr>
            <a:xfrm>
              <a:off x="863452" y="42079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04" name="Google Shape;904;p18"/>
            <p:cNvSpPr/>
            <p:nvPr/>
          </p:nvSpPr>
          <p:spPr>
            <a:xfrm>
              <a:off x="863452" y="449595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05" name="Google Shape;905;p18"/>
            <p:cNvSpPr txBox="1"/>
            <p:nvPr/>
          </p:nvSpPr>
          <p:spPr>
            <a:xfrm>
              <a:off x="950111" y="2780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906" name="Google Shape;906;p18"/>
            <p:cNvSpPr txBox="1"/>
            <p:nvPr/>
          </p:nvSpPr>
          <p:spPr>
            <a:xfrm>
              <a:off x="950111" y="3068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21</a:t>
              </a:r>
              <a:endParaRPr/>
            </a:p>
          </p:txBody>
        </p:sp>
        <p:sp>
          <p:nvSpPr>
            <p:cNvPr id="907" name="Google Shape;907;p18"/>
            <p:cNvSpPr txBox="1"/>
            <p:nvPr/>
          </p:nvSpPr>
          <p:spPr>
            <a:xfrm>
              <a:off x="950111" y="33528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908" name="Google Shape;908;p18"/>
            <p:cNvSpPr txBox="1"/>
            <p:nvPr/>
          </p:nvSpPr>
          <p:spPr>
            <a:xfrm>
              <a:off x="950111" y="364502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15</a:t>
              </a:r>
              <a:endParaRPr/>
            </a:p>
          </p:txBody>
        </p:sp>
        <p:sp>
          <p:nvSpPr>
            <p:cNvPr id="909" name="Google Shape;909;p18"/>
            <p:cNvSpPr txBox="1"/>
            <p:nvPr/>
          </p:nvSpPr>
          <p:spPr>
            <a:xfrm>
              <a:off x="950111" y="3933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22</a:t>
              </a:r>
              <a:endParaRPr/>
            </a:p>
          </p:txBody>
        </p:sp>
        <p:sp>
          <p:nvSpPr>
            <p:cNvPr id="910" name="Google Shape;910;p18"/>
            <p:cNvSpPr txBox="1"/>
            <p:nvPr/>
          </p:nvSpPr>
          <p:spPr>
            <a:xfrm>
              <a:off x="950111" y="42168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26</a:t>
              </a:r>
              <a:endParaRPr/>
            </a:p>
          </p:txBody>
        </p:sp>
        <p:sp>
          <p:nvSpPr>
            <p:cNvPr id="911" name="Google Shape;911;p18"/>
            <p:cNvSpPr txBox="1"/>
            <p:nvPr/>
          </p:nvSpPr>
          <p:spPr>
            <a:xfrm>
              <a:off x="950111" y="4504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912" name="Google Shape;912;p18"/>
            <p:cNvSpPr/>
            <p:nvPr/>
          </p:nvSpPr>
          <p:spPr>
            <a:xfrm>
              <a:off x="1447454" y="2771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3" name="Google Shape;913;p18"/>
            <p:cNvSpPr/>
            <p:nvPr/>
          </p:nvSpPr>
          <p:spPr>
            <a:xfrm>
              <a:off x="1447454" y="305943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4" name="Google Shape;914;p18"/>
            <p:cNvSpPr/>
            <p:nvPr/>
          </p:nvSpPr>
          <p:spPr>
            <a:xfrm>
              <a:off x="1447454" y="334327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5" name="Google Shape;915;p18"/>
            <p:cNvSpPr/>
            <p:nvPr/>
          </p:nvSpPr>
          <p:spPr>
            <a:xfrm>
              <a:off x="1447454" y="363549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6" name="Google Shape;916;p18"/>
            <p:cNvSpPr/>
            <p:nvPr/>
          </p:nvSpPr>
          <p:spPr>
            <a:xfrm>
              <a:off x="1447454" y="392353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7" name="Google Shape;917;p18"/>
            <p:cNvSpPr/>
            <p:nvPr/>
          </p:nvSpPr>
          <p:spPr>
            <a:xfrm>
              <a:off x="1447454" y="420737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8" name="Google Shape;918;p18"/>
            <p:cNvSpPr/>
            <p:nvPr/>
          </p:nvSpPr>
          <p:spPr>
            <a:xfrm>
              <a:off x="1447454" y="4495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19" name="Google Shape;919;p18"/>
            <p:cNvSpPr txBox="1"/>
            <p:nvPr/>
          </p:nvSpPr>
          <p:spPr>
            <a:xfrm>
              <a:off x="1534113" y="2780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920" name="Google Shape;920;p18"/>
            <p:cNvSpPr txBox="1"/>
            <p:nvPr/>
          </p:nvSpPr>
          <p:spPr>
            <a:xfrm>
              <a:off x="1534113" y="306840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921" name="Google Shape;921;p18"/>
            <p:cNvSpPr txBox="1"/>
            <p:nvPr/>
          </p:nvSpPr>
          <p:spPr>
            <a:xfrm>
              <a:off x="1534113" y="335224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922" name="Google Shape;922;p18"/>
            <p:cNvSpPr txBox="1"/>
            <p:nvPr/>
          </p:nvSpPr>
          <p:spPr>
            <a:xfrm>
              <a:off x="1534113" y="364446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923" name="Google Shape;923;p18"/>
            <p:cNvSpPr txBox="1"/>
            <p:nvPr/>
          </p:nvSpPr>
          <p:spPr>
            <a:xfrm>
              <a:off x="1534113" y="393250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924" name="Google Shape;924;p18"/>
            <p:cNvSpPr txBox="1"/>
            <p:nvPr/>
          </p:nvSpPr>
          <p:spPr>
            <a:xfrm>
              <a:off x="1534113" y="421634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925" name="Google Shape;925;p18"/>
            <p:cNvSpPr txBox="1"/>
            <p:nvPr/>
          </p:nvSpPr>
          <p:spPr>
            <a:xfrm>
              <a:off x="1534113" y="4504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926" name="Google Shape;926;p18"/>
            <p:cNvSpPr/>
            <p:nvPr/>
          </p:nvSpPr>
          <p:spPr>
            <a:xfrm>
              <a:off x="2033611" y="2771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27" name="Google Shape;927;p18"/>
            <p:cNvSpPr/>
            <p:nvPr/>
          </p:nvSpPr>
          <p:spPr>
            <a:xfrm>
              <a:off x="2033611" y="305943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28" name="Google Shape;928;p18"/>
            <p:cNvSpPr/>
            <p:nvPr/>
          </p:nvSpPr>
          <p:spPr>
            <a:xfrm>
              <a:off x="2033611" y="334327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29" name="Google Shape;929;p18"/>
            <p:cNvSpPr/>
            <p:nvPr/>
          </p:nvSpPr>
          <p:spPr>
            <a:xfrm>
              <a:off x="2033611" y="363549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30" name="Google Shape;930;p18"/>
            <p:cNvSpPr/>
            <p:nvPr/>
          </p:nvSpPr>
          <p:spPr>
            <a:xfrm>
              <a:off x="2033611" y="392353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31" name="Google Shape;931;p18"/>
            <p:cNvSpPr/>
            <p:nvPr/>
          </p:nvSpPr>
          <p:spPr>
            <a:xfrm>
              <a:off x="2033611" y="420737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32" name="Google Shape;932;p18"/>
            <p:cNvSpPr/>
            <p:nvPr/>
          </p:nvSpPr>
          <p:spPr>
            <a:xfrm>
              <a:off x="2033611" y="4495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33" name="Google Shape;933;p18"/>
            <p:cNvSpPr txBox="1"/>
            <p:nvPr/>
          </p:nvSpPr>
          <p:spPr>
            <a:xfrm>
              <a:off x="2120270" y="2780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934" name="Google Shape;934;p18"/>
            <p:cNvSpPr txBox="1"/>
            <p:nvPr/>
          </p:nvSpPr>
          <p:spPr>
            <a:xfrm>
              <a:off x="2120270" y="306840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935" name="Google Shape;935;p18"/>
            <p:cNvSpPr txBox="1"/>
            <p:nvPr/>
          </p:nvSpPr>
          <p:spPr>
            <a:xfrm>
              <a:off x="2120270" y="335224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29</a:t>
              </a:r>
              <a:endParaRPr/>
            </a:p>
          </p:txBody>
        </p:sp>
        <p:sp>
          <p:nvSpPr>
            <p:cNvPr id="936" name="Google Shape;936;p18"/>
            <p:cNvSpPr txBox="1"/>
            <p:nvPr/>
          </p:nvSpPr>
          <p:spPr>
            <a:xfrm>
              <a:off x="2120270" y="364446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937" name="Google Shape;937;p18"/>
            <p:cNvSpPr txBox="1"/>
            <p:nvPr/>
          </p:nvSpPr>
          <p:spPr>
            <a:xfrm>
              <a:off x="2120270" y="393250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938" name="Google Shape;938;p18"/>
            <p:cNvSpPr txBox="1"/>
            <p:nvPr/>
          </p:nvSpPr>
          <p:spPr>
            <a:xfrm>
              <a:off x="2120270" y="421634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939" name="Google Shape;939;p18"/>
            <p:cNvSpPr txBox="1"/>
            <p:nvPr/>
          </p:nvSpPr>
          <p:spPr>
            <a:xfrm>
              <a:off x="2120270" y="4504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28</a:t>
              </a:r>
              <a:endParaRPr/>
            </a:p>
          </p:txBody>
        </p:sp>
        <p:sp>
          <p:nvSpPr>
            <p:cNvPr id="940" name="Google Shape;940;p18"/>
            <p:cNvSpPr txBox="1"/>
            <p:nvPr/>
          </p:nvSpPr>
          <p:spPr>
            <a:xfrm>
              <a:off x="2691210" y="2784242"/>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lunes</a:t>
              </a:r>
              <a:endParaRPr/>
            </a:p>
          </p:txBody>
        </p:sp>
        <p:sp>
          <p:nvSpPr>
            <p:cNvPr id="941" name="Google Shape;941;p18"/>
            <p:cNvSpPr txBox="1"/>
            <p:nvPr/>
          </p:nvSpPr>
          <p:spPr>
            <a:xfrm>
              <a:off x="2691210" y="3070445"/>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martes</a:t>
              </a:r>
              <a:endParaRPr/>
            </a:p>
          </p:txBody>
        </p:sp>
        <p:sp>
          <p:nvSpPr>
            <p:cNvPr id="942" name="Google Shape;942;p18"/>
            <p:cNvSpPr txBox="1"/>
            <p:nvPr/>
          </p:nvSpPr>
          <p:spPr>
            <a:xfrm>
              <a:off x="2699146" y="3356648"/>
              <a:ext cx="118762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miércoles</a:t>
              </a:r>
              <a:endParaRPr/>
            </a:p>
          </p:txBody>
        </p:sp>
        <p:sp>
          <p:nvSpPr>
            <p:cNvPr id="943" name="Google Shape;943;p18"/>
            <p:cNvSpPr txBox="1"/>
            <p:nvPr/>
          </p:nvSpPr>
          <p:spPr>
            <a:xfrm>
              <a:off x="2691210" y="3642851"/>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jueves</a:t>
              </a:r>
              <a:endParaRPr/>
            </a:p>
          </p:txBody>
        </p:sp>
        <p:sp>
          <p:nvSpPr>
            <p:cNvPr id="944" name="Google Shape;944;p18"/>
            <p:cNvSpPr txBox="1"/>
            <p:nvPr/>
          </p:nvSpPr>
          <p:spPr>
            <a:xfrm>
              <a:off x="2691210" y="3929054"/>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viernes</a:t>
              </a:r>
              <a:endParaRPr/>
            </a:p>
          </p:txBody>
        </p:sp>
        <p:sp>
          <p:nvSpPr>
            <p:cNvPr id="945" name="Google Shape;945;p18"/>
            <p:cNvSpPr txBox="1"/>
            <p:nvPr/>
          </p:nvSpPr>
          <p:spPr>
            <a:xfrm>
              <a:off x="2691210" y="4215257"/>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sábado</a:t>
              </a:r>
              <a:endParaRPr/>
            </a:p>
          </p:txBody>
        </p:sp>
        <p:sp>
          <p:nvSpPr>
            <p:cNvPr id="946" name="Google Shape;946;p18"/>
            <p:cNvSpPr txBox="1"/>
            <p:nvPr/>
          </p:nvSpPr>
          <p:spPr>
            <a:xfrm>
              <a:off x="2691210" y="4501461"/>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domingo</a:t>
              </a:r>
              <a:endParaRPr/>
            </a:p>
          </p:txBody>
        </p:sp>
        <p:sp>
          <p:nvSpPr>
            <p:cNvPr id="947" name="Google Shape;947;p18"/>
            <p:cNvSpPr txBox="1"/>
            <p:nvPr/>
          </p:nvSpPr>
          <p:spPr>
            <a:xfrm>
              <a:off x="863451" y="4832926"/>
              <a:ext cx="5760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6h</a:t>
              </a:r>
              <a:endParaRPr/>
            </a:p>
          </p:txBody>
        </p:sp>
        <p:sp>
          <p:nvSpPr>
            <p:cNvPr id="948" name="Google Shape;948;p18"/>
            <p:cNvSpPr txBox="1"/>
            <p:nvPr/>
          </p:nvSpPr>
          <p:spPr>
            <a:xfrm>
              <a:off x="1457547" y="4825040"/>
              <a:ext cx="5760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13h</a:t>
              </a:r>
              <a:endParaRPr/>
            </a:p>
          </p:txBody>
        </p:sp>
        <p:sp>
          <p:nvSpPr>
            <p:cNvPr id="949" name="Google Shape;949;p18"/>
            <p:cNvSpPr txBox="1"/>
            <p:nvPr/>
          </p:nvSpPr>
          <p:spPr>
            <a:xfrm>
              <a:off x="2043138" y="4829963"/>
              <a:ext cx="5760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21h</a:t>
              </a:r>
              <a:endParaRPr/>
            </a:p>
          </p:txBody>
        </p:sp>
      </p:grpSp>
      <p:grpSp>
        <p:nvGrpSpPr>
          <p:cNvPr id="950" name="Google Shape;950;p18"/>
          <p:cNvGrpSpPr/>
          <p:nvPr/>
        </p:nvGrpSpPr>
        <p:grpSpPr>
          <a:xfrm>
            <a:off x="396600" y="2442374"/>
            <a:ext cx="2129349" cy="2397641"/>
            <a:chOff x="396600" y="2442374"/>
            <a:chExt cx="2129349" cy="2397641"/>
          </a:xfrm>
        </p:grpSpPr>
        <p:sp>
          <p:nvSpPr>
            <p:cNvPr id="951" name="Google Shape;951;p18"/>
            <p:cNvSpPr txBox="1"/>
            <p:nvPr/>
          </p:nvSpPr>
          <p:spPr>
            <a:xfrm>
              <a:off x="396600" y="2784242"/>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952" name="Google Shape;952;p18"/>
            <p:cNvSpPr txBox="1"/>
            <p:nvPr/>
          </p:nvSpPr>
          <p:spPr>
            <a:xfrm>
              <a:off x="400770" y="3070451"/>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953" name="Google Shape;953;p18"/>
            <p:cNvSpPr txBox="1"/>
            <p:nvPr/>
          </p:nvSpPr>
          <p:spPr>
            <a:xfrm>
              <a:off x="399504" y="3356628"/>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sp>
          <p:nvSpPr>
            <p:cNvPr id="954" name="Google Shape;954;p18"/>
            <p:cNvSpPr txBox="1"/>
            <p:nvPr/>
          </p:nvSpPr>
          <p:spPr>
            <a:xfrm>
              <a:off x="400770" y="3642837"/>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3</a:t>
              </a:r>
              <a:endParaRPr/>
            </a:p>
          </p:txBody>
        </p:sp>
        <p:sp>
          <p:nvSpPr>
            <p:cNvPr id="955" name="Google Shape;955;p18"/>
            <p:cNvSpPr txBox="1"/>
            <p:nvPr/>
          </p:nvSpPr>
          <p:spPr>
            <a:xfrm>
              <a:off x="400770" y="3929046"/>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4</a:t>
              </a:r>
              <a:endParaRPr/>
            </a:p>
          </p:txBody>
        </p:sp>
        <p:sp>
          <p:nvSpPr>
            <p:cNvPr id="956" name="Google Shape;956;p18"/>
            <p:cNvSpPr txBox="1"/>
            <p:nvPr/>
          </p:nvSpPr>
          <p:spPr>
            <a:xfrm>
              <a:off x="396600" y="4215255"/>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5</a:t>
              </a:r>
              <a:endParaRPr/>
            </a:p>
          </p:txBody>
        </p:sp>
        <p:sp>
          <p:nvSpPr>
            <p:cNvPr id="957" name="Google Shape;957;p18"/>
            <p:cNvSpPr txBox="1"/>
            <p:nvPr/>
          </p:nvSpPr>
          <p:spPr>
            <a:xfrm>
              <a:off x="400770" y="4501461"/>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6</a:t>
              </a:r>
              <a:endParaRPr/>
            </a:p>
          </p:txBody>
        </p:sp>
        <p:sp>
          <p:nvSpPr>
            <p:cNvPr id="958" name="Google Shape;958;p18"/>
            <p:cNvSpPr txBox="1"/>
            <p:nvPr/>
          </p:nvSpPr>
          <p:spPr>
            <a:xfrm>
              <a:off x="919571" y="2442374"/>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959" name="Google Shape;959;p18"/>
            <p:cNvSpPr txBox="1"/>
            <p:nvPr/>
          </p:nvSpPr>
          <p:spPr>
            <a:xfrm>
              <a:off x="1503944" y="2447137"/>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960" name="Google Shape;960;p18"/>
            <p:cNvSpPr txBox="1"/>
            <p:nvPr/>
          </p:nvSpPr>
          <p:spPr>
            <a:xfrm>
              <a:off x="2091369" y="2447137"/>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grpSp>
      <p:grpSp>
        <p:nvGrpSpPr>
          <p:cNvPr id="961" name="Google Shape;961;p18"/>
          <p:cNvGrpSpPr/>
          <p:nvPr/>
        </p:nvGrpSpPr>
        <p:grpSpPr>
          <a:xfrm>
            <a:off x="3958779" y="1722294"/>
            <a:ext cx="3925590" cy="775365"/>
            <a:chOff x="3958779" y="1722294"/>
            <a:chExt cx="3925590" cy="775365"/>
          </a:xfrm>
        </p:grpSpPr>
        <p:sp>
          <p:nvSpPr>
            <p:cNvPr id="962" name="Google Shape;962;p18"/>
            <p:cNvSpPr txBox="1"/>
            <p:nvPr/>
          </p:nvSpPr>
          <p:spPr>
            <a:xfrm>
              <a:off x="4967574" y="1722294"/>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creación</a:t>
              </a:r>
              <a:endParaRPr/>
            </a:p>
          </p:txBody>
        </p:sp>
        <p:sp>
          <p:nvSpPr>
            <p:cNvPr id="963" name="Google Shape;963;p18"/>
            <p:cNvSpPr/>
            <p:nvPr/>
          </p:nvSpPr>
          <p:spPr>
            <a:xfrm>
              <a:off x="3958779" y="2016472"/>
              <a:ext cx="3925590" cy="481187"/>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64" name="Google Shape;964;p18"/>
            <p:cNvSpPr txBox="1"/>
            <p:nvPr/>
          </p:nvSpPr>
          <p:spPr>
            <a:xfrm>
              <a:off x="4139952" y="2129997"/>
              <a:ext cx="374441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temperaturas </a:t>
              </a:r>
              <a:r>
                <a:rPr lang="es-ES" sz="1400">
                  <a:solidFill>
                    <a:schemeClr val="dk1"/>
                  </a:solidFill>
                  <a:latin typeface="Arial"/>
                  <a:ea typeface="Arial"/>
                  <a:cs typeface="Arial"/>
                  <a:sym typeface="Arial"/>
                </a:rPr>
                <a:t>=  </a:t>
              </a:r>
              <a:r>
                <a:rPr lang="es-ES" sz="1400" b="1">
                  <a:solidFill>
                    <a:schemeClr val="dk1"/>
                  </a:solidFill>
                  <a:latin typeface="Arial"/>
                  <a:ea typeface="Arial"/>
                  <a:cs typeface="Arial"/>
                  <a:sym typeface="Arial"/>
                </a:rPr>
                <a:t>new </a:t>
              </a:r>
              <a:r>
                <a:rPr lang="es-ES" sz="1400" b="1">
                  <a:solidFill>
                    <a:srgbClr val="00B0F0"/>
                  </a:solidFill>
                  <a:latin typeface="Arial"/>
                  <a:ea typeface="Arial"/>
                  <a:cs typeface="Arial"/>
                  <a:sym typeface="Arial"/>
                </a:rPr>
                <a:t>int[</a:t>
              </a:r>
              <a:r>
                <a:rPr lang="es-ES" sz="1400" b="1">
                  <a:solidFill>
                    <a:srgbClr val="E8890A"/>
                  </a:solidFill>
                  <a:latin typeface="Arial"/>
                  <a:ea typeface="Arial"/>
                  <a:cs typeface="Arial"/>
                  <a:sym typeface="Arial"/>
                </a:rPr>
                <a:t>7</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3</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grpSp>
        <p:nvGrpSpPr>
          <p:cNvPr id="965" name="Google Shape;965;p18"/>
          <p:cNvGrpSpPr/>
          <p:nvPr/>
        </p:nvGrpSpPr>
        <p:grpSpPr>
          <a:xfrm>
            <a:off x="6313834" y="1537047"/>
            <a:ext cx="720080" cy="646331"/>
            <a:chOff x="6313834" y="1537047"/>
            <a:chExt cx="720080" cy="646331"/>
          </a:xfrm>
        </p:grpSpPr>
        <p:sp>
          <p:nvSpPr>
            <p:cNvPr id="966" name="Google Shape;966;p18"/>
            <p:cNvSpPr txBox="1"/>
            <p:nvPr/>
          </p:nvSpPr>
          <p:spPr>
            <a:xfrm>
              <a:off x="6313834" y="1537047"/>
              <a:ext cx="72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00B050"/>
                  </a:solidFill>
                  <a:latin typeface="Comic Sans MS"/>
                  <a:ea typeface="Comic Sans MS"/>
                  <a:cs typeface="Comic Sans MS"/>
                  <a:sym typeface="Comic Sans MS"/>
                </a:rPr>
                <a:t>filas</a:t>
              </a:r>
              <a:endParaRPr/>
            </a:p>
          </p:txBody>
        </p:sp>
        <p:cxnSp>
          <p:nvCxnSpPr>
            <p:cNvPr id="967" name="Google Shape;967;p18"/>
            <p:cNvCxnSpPr/>
            <p:nvPr/>
          </p:nvCxnSpPr>
          <p:spPr>
            <a:xfrm>
              <a:off x="6667500" y="1788418"/>
              <a:ext cx="366414" cy="394960"/>
            </a:xfrm>
            <a:prstGeom prst="straightConnector1">
              <a:avLst/>
            </a:prstGeom>
            <a:noFill/>
            <a:ln w="28575" cap="flat" cmpd="sng">
              <a:solidFill>
                <a:srgbClr val="00B050"/>
              </a:solidFill>
              <a:prstDash val="solid"/>
              <a:round/>
              <a:headEnd type="none" w="sm" len="sm"/>
              <a:tailEnd type="stealth" w="med" len="med"/>
            </a:ln>
            <a:effectLst>
              <a:outerShdw blurRad="40000" dist="23000" dir="5400000" rotWithShape="0">
                <a:srgbClr val="000000">
                  <a:alpha val="34901"/>
                </a:srgbClr>
              </a:outerShdw>
            </a:effectLst>
          </p:spPr>
        </p:cxnSp>
      </p:grpSp>
      <p:grpSp>
        <p:nvGrpSpPr>
          <p:cNvPr id="968" name="Google Shape;968;p18"/>
          <p:cNvGrpSpPr/>
          <p:nvPr/>
        </p:nvGrpSpPr>
        <p:grpSpPr>
          <a:xfrm>
            <a:off x="6926114" y="1537047"/>
            <a:ext cx="958255" cy="646331"/>
            <a:chOff x="6926114" y="1537047"/>
            <a:chExt cx="958255" cy="646331"/>
          </a:xfrm>
        </p:grpSpPr>
        <p:sp>
          <p:nvSpPr>
            <p:cNvPr id="969" name="Google Shape;969;p18"/>
            <p:cNvSpPr txBox="1"/>
            <p:nvPr/>
          </p:nvSpPr>
          <p:spPr>
            <a:xfrm>
              <a:off x="6926114" y="1537047"/>
              <a:ext cx="95825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00B050"/>
                  </a:solidFill>
                  <a:latin typeface="Comic Sans MS"/>
                  <a:ea typeface="Comic Sans MS"/>
                  <a:cs typeface="Comic Sans MS"/>
                  <a:sym typeface="Comic Sans MS"/>
                </a:rPr>
                <a:t>columnas</a:t>
              </a:r>
              <a:endParaRPr/>
            </a:p>
          </p:txBody>
        </p:sp>
        <p:cxnSp>
          <p:nvCxnSpPr>
            <p:cNvPr id="970" name="Google Shape;970;p18"/>
            <p:cNvCxnSpPr/>
            <p:nvPr/>
          </p:nvCxnSpPr>
          <p:spPr>
            <a:xfrm flipH="1">
              <a:off x="7308304" y="1788418"/>
              <a:ext cx="96937" cy="394960"/>
            </a:xfrm>
            <a:prstGeom prst="straightConnector1">
              <a:avLst/>
            </a:prstGeom>
            <a:noFill/>
            <a:ln w="28575" cap="flat" cmpd="sng">
              <a:solidFill>
                <a:srgbClr val="00B050"/>
              </a:solidFill>
              <a:prstDash val="solid"/>
              <a:round/>
              <a:headEnd type="none" w="sm" len="sm"/>
              <a:tailEnd type="stealth" w="med" len="med"/>
            </a:ln>
            <a:effectLst>
              <a:outerShdw blurRad="40000" dist="23000" dir="5400000" rotWithShape="0">
                <a:srgbClr val="000000">
                  <a:alpha val="34901"/>
                </a:srgbClr>
              </a:outerShdw>
            </a:effectLst>
          </p:spPr>
        </p:cxnSp>
      </p:grpSp>
      <p:sp>
        <p:nvSpPr>
          <p:cNvPr id="971" name="Google Shape;971;p18"/>
          <p:cNvSpPr txBox="1"/>
          <p:nvPr/>
        </p:nvSpPr>
        <p:spPr>
          <a:xfrm>
            <a:off x="6319242" y="1340768"/>
            <a:ext cx="72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92D050"/>
                </a:solidFill>
                <a:latin typeface="Comic Sans MS"/>
                <a:ea typeface="Comic Sans MS"/>
                <a:cs typeface="Comic Sans MS"/>
                <a:sym typeface="Comic Sans MS"/>
              </a:rPr>
              <a:t>días</a:t>
            </a:r>
            <a:endParaRPr/>
          </a:p>
        </p:txBody>
      </p:sp>
      <p:sp>
        <p:nvSpPr>
          <p:cNvPr id="972" name="Google Shape;972;p18"/>
          <p:cNvSpPr txBox="1"/>
          <p:nvPr/>
        </p:nvSpPr>
        <p:spPr>
          <a:xfrm>
            <a:off x="7049862" y="1340768"/>
            <a:ext cx="72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92D050"/>
                </a:solidFill>
                <a:latin typeface="Comic Sans MS"/>
                <a:ea typeface="Comic Sans MS"/>
                <a:cs typeface="Comic Sans MS"/>
                <a:sym typeface="Comic Sans MS"/>
              </a:rPr>
              <a:t>horas</a:t>
            </a:r>
            <a:endParaRPr/>
          </a:p>
        </p:txBody>
      </p:sp>
      <p:sp>
        <p:nvSpPr>
          <p:cNvPr id="973" name="Google Shape;973;p18"/>
          <p:cNvSpPr txBox="1"/>
          <p:nvPr/>
        </p:nvSpPr>
        <p:spPr>
          <a:xfrm>
            <a:off x="4149476" y="3039233"/>
            <a:ext cx="3744416" cy="23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accent1"/>
                </a:solidFill>
                <a:latin typeface="Arial"/>
                <a:ea typeface="Arial"/>
                <a:cs typeface="Arial"/>
                <a:sym typeface="Arial"/>
              </a:rPr>
              <a:t>temperaturas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3</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2</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  </a:t>
            </a:r>
            <a:r>
              <a:rPr lang="es-ES" sz="1400" b="1">
                <a:solidFill>
                  <a:srgbClr val="FF0000"/>
                </a:solidFill>
                <a:latin typeface="Arial"/>
                <a:ea typeface="Arial"/>
                <a:cs typeface="Arial"/>
                <a:sym typeface="Arial"/>
              </a:rPr>
              <a:t>23</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974" name="Google Shape;974;p18"/>
          <p:cNvGrpSpPr/>
          <p:nvPr/>
        </p:nvGrpSpPr>
        <p:grpSpPr>
          <a:xfrm>
            <a:off x="3958779" y="3483202"/>
            <a:ext cx="3205510" cy="2682102"/>
            <a:chOff x="3958779" y="3483202"/>
            <a:chExt cx="3205510" cy="2682102"/>
          </a:xfrm>
        </p:grpSpPr>
        <p:sp>
          <p:nvSpPr>
            <p:cNvPr id="975" name="Google Shape;975;p18"/>
            <p:cNvSpPr/>
            <p:nvPr/>
          </p:nvSpPr>
          <p:spPr>
            <a:xfrm>
              <a:off x="3968303" y="3777380"/>
              <a:ext cx="3195985" cy="2387924"/>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76" name="Google Shape;976;p18"/>
            <p:cNvSpPr txBox="1"/>
            <p:nvPr/>
          </p:nvSpPr>
          <p:spPr>
            <a:xfrm>
              <a:off x="3958779" y="3483202"/>
              <a:ext cx="32055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creación + asignación</a:t>
              </a:r>
              <a:endParaRPr/>
            </a:p>
          </p:txBody>
        </p:sp>
      </p:grpSp>
      <p:sp>
        <p:nvSpPr>
          <p:cNvPr id="977" name="Google Shape;977;p18"/>
          <p:cNvSpPr txBox="1"/>
          <p:nvPr/>
        </p:nvSpPr>
        <p:spPr>
          <a:xfrm>
            <a:off x="4149477" y="3853633"/>
            <a:ext cx="235835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temperaturas </a:t>
            </a:r>
            <a:r>
              <a:rPr lang="es-ES" sz="1400">
                <a:solidFill>
                  <a:schemeClr val="dk1"/>
                </a:solidFill>
                <a:latin typeface="Arial"/>
                <a:ea typeface="Arial"/>
                <a:cs typeface="Arial"/>
                <a:sym typeface="Arial"/>
              </a:rPr>
              <a:t>=  </a:t>
            </a:r>
            <a:endParaRPr/>
          </a:p>
        </p:txBody>
      </p:sp>
      <p:grpSp>
        <p:nvGrpSpPr>
          <p:cNvPr id="978" name="Google Shape;978;p18"/>
          <p:cNvGrpSpPr/>
          <p:nvPr/>
        </p:nvGrpSpPr>
        <p:grpSpPr>
          <a:xfrm>
            <a:off x="6139409" y="4929604"/>
            <a:ext cx="3035454" cy="682601"/>
            <a:chOff x="6139409" y="4929604"/>
            <a:chExt cx="3035454" cy="682601"/>
          </a:xfrm>
        </p:grpSpPr>
        <p:sp>
          <p:nvSpPr>
            <p:cNvPr id="979" name="Google Shape;979;p18"/>
            <p:cNvSpPr/>
            <p:nvPr/>
          </p:nvSpPr>
          <p:spPr>
            <a:xfrm>
              <a:off x="6139409" y="4929604"/>
              <a:ext cx="2808663" cy="68260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80" name="Google Shape;980;p18"/>
            <p:cNvSpPr txBox="1"/>
            <p:nvPr/>
          </p:nvSpPr>
          <p:spPr>
            <a:xfrm>
              <a:off x="6240443" y="4979537"/>
              <a:ext cx="29344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b="1">
                  <a:solidFill>
                    <a:schemeClr val="accent1"/>
                  </a:solidFill>
                  <a:latin typeface="Arial"/>
                  <a:ea typeface="Arial"/>
                  <a:cs typeface="Arial"/>
                  <a:sym typeface="Arial"/>
                </a:rPr>
                <a:t> fila </a:t>
              </a:r>
              <a:r>
                <a:rPr lang="es-ES" sz="1400">
                  <a:solidFill>
                    <a:schemeClr val="dk1"/>
                  </a:solidFill>
                  <a:latin typeface="Arial"/>
                  <a:ea typeface="Arial"/>
                  <a:cs typeface="Arial"/>
                  <a:sym typeface="Arial"/>
                </a:rPr>
                <a:t>= </a:t>
              </a:r>
              <a:r>
                <a:rPr lang="es-ES" sz="1400" b="1">
                  <a:solidFill>
                    <a:schemeClr val="accent1"/>
                  </a:solidFill>
                  <a:latin typeface="Arial"/>
                  <a:ea typeface="Arial"/>
                  <a:cs typeface="Arial"/>
                  <a:sym typeface="Arial"/>
                </a:rPr>
                <a:t>temperaturas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3</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    </a:t>
              </a:r>
              <a:endParaRPr/>
            </a:p>
          </p:txBody>
        </p:sp>
      </p:grpSp>
      <p:sp>
        <p:nvSpPr>
          <p:cNvPr id="981" name="Google Shape;981;p18"/>
          <p:cNvSpPr txBox="1"/>
          <p:nvPr/>
        </p:nvSpPr>
        <p:spPr>
          <a:xfrm>
            <a:off x="6237049" y="5246934"/>
            <a:ext cx="20093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 </a:t>
            </a:r>
            <a:r>
              <a:rPr lang="es-ES" sz="1400" b="1">
                <a:solidFill>
                  <a:schemeClr val="accent1"/>
                </a:solidFill>
                <a:latin typeface="Arial"/>
                <a:ea typeface="Arial"/>
                <a:cs typeface="Arial"/>
                <a:sym typeface="Arial"/>
              </a:rPr>
              <a:t> temp </a:t>
            </a:r>
            <a:r>
              <a:rPr lang="es-ES" sz="1400">
                <a:solidFill>
                  <a:schemeClr val="dk1"/>
                </a:solidFill>
                <a:latin typeface="Arial"/>
                <a:ea typeface="Arial"/>
                <a:cs typeface="Arial"/>
                <a:sym typeface="Arial"/>
              </a:rPr>
              <a:t>= </a:t>
            </a:r>
            <a:r>
              <a:rPr lang="es-ES" sz="1400" b="1">
                <a:solidFill>
                  <a:schemeClr val="accent1"/>
                </a:solidFill>
                <a:latin typeface="Arial"/>
                <a:ea typeface="Arial"/>
                <a:cs typeface="Arial"/>
                <a:sym typeface="Arial"/>
              </a:rPr>
              <a:t>fila</a:t>
            </a:r>
            <a:r>
              <a:rPr lang="es-ES" sz="1400" b="1">
                <a:solidFill>
                  <a:srgbClr val="00B0F0"/>
                </a:solidFill>
                <a:latin typeface="Arial"/>
                <a:ea typeface="Arial"/>
                <a:cs typeface="Arial"/>
                <a:sym typeface="Arial"/>
              </a:rPr>
              <a:t>[</a:t>
            </a:r>
            <a:r>
              <a:rPr lang="es-ES" sz="1400" b="1">
                <a:solidFill>
                  <a:srgbClr val="FFC000"/>
                </a:solidFill>
                <a:latin typeface="Arial"/>
                <a:ea typeface="Arial"/>
                <a:cs typeface="Arial"/>
                <a:sym typeface="Arial"/>
              </a:rPr>
              <a:t>2</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    </a:t>
            </a:r>
            <a:endParaRPr/>
          </a:p>
        </p:txBody>
      </p:sp>
      <p:sp>
        <p:nvSpPr>
          <p:cNvPr id="982" name="Google Shape;982;p18"/>
          <p:cNvSpPr/>
          <p:nvPr/>
        </p:nvSpPr>
        <p:spPr>
          <a:xfrm>
            <a:off x="4608004" y="5035822"/>
            <a:ext cx="1116124" cy="200025"/>
          </a:xfrm>
          <a:prstGeom prst="rect">
            <a:avLst/>
          </a:prstGeom>
          <a:solidFill>
            <a:srgbClr val="FF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83" name="Google Shape;983;p18"/>
          <p:cNvSpPr/>
          <p:nvPr/>
        </p:nvSpPr>
        <p:spPr>
          <a:xfrm>
            <a:off x="5345038" y="5026297"/>
            <a:ext cx="233561" cy="200025"/>
          </a:xfrm>
          <a:prstGeom prst="roundRect">
            <a:avLst>
              <a:gd name="adj" fmla="val 16667"/>
            </a:avLst>
          </a:prstGeom>
          <a:solidFill>
            <a:srgbClr val="D3D3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D3D3FF"/>
              </a:solidFill>
              <a:latin typeface="Arial"/>
              <a:ea typeface="Arial"/>
              <a:cs typeface="Arial"/>
              <a:sym typeface="Arial"/>
            </a:endParaRPr>
          </a:p>
        </p:txBody>
      </p:sp>
      <p:grpSp>
        <p:nvGrpSpPr>
          <p:cNvPr id="984" name="Google Shape;984;p18"/>
          <p:cNvGrpSpPr/>
          <p:nvPr/>
        </p:nvGrpSpPr>
        <p:grpSpPr>
          <a:xfrm>
            <a:off x="438516" y="2442374"/>
            <a:ext cx="2166172" cy="1526690"/>
            <a:chOff x="438516" y="2442374"/>
            <a:chExt cx="2166172" cy="1526690"/>
          </a:xfrm>
        </p:grpSpPr>
        <p:grpSp>
          <p:nvGrpSpPr>
            <p:cNvPr id="985" name="Google Shape;985;p18"/>
            <p:cNvGrpSpPr/>
            <p:nvPr/>
          </p:nvGrpSpPr>
          <p:grpSpPr>
            <a:xfrm>
              <a:off x="2028624" y="3621540"/>
              <a:ext cx="576064" cy="347524"/>
              <a:chOff x="1287116" y="1415419"/>
              <a:chExt cx="576064" cy="347524"/>
            </a:xfrm>
          </p:grpSpPr>
          <p:sp>
            <p:nvSpPr>
              <p:cNvPr id="986" name="Google Shape;986;p18"/>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87" name="Google Shape;987;p18"/>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23</a:t>
                </a:r>
                <a:endParaRPr/>
              </a:p>
            </p:txBody>
          </p:sp>
        </p:grpSp>
        <p:sp>
          <p:nvSpPr>
            <p:cNvPr id="988" name="Google Shape;988;p18"/>
            <p:cNvSpPr/>
            <p:nvPr/>
          </p:nvSpPr>
          <p:spPr>
            <a:xfrm>
              <a:off x="2134784" y="2442374"/>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989" name="Google Shape;989;p18"/>
            <p:cNvSpPr/>
            <p:nvPr/>
          </p:nvSpPr>
          <p:spPr>
            <a:xfrm>
              <a:off x="438516" y="3630510"/>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990" name="Google Shape;990;p18"/>
          <p:cNvSpPr txBox="1"/>
          <p:nvPr/>
        </p:nvSpPr>
        <p:spPr>
          <a:xfrm>
            <a:off x="4375026" y="4133979"/>
            <a:ext cx="1601343"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99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20, 23, 25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21, 25, 27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23, 27, 29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15, 20, 23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22, 24, 27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26, 33, 30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27, 30, 28 }</a:t>
            </a:r>
            <a:endParaRPr/>
          </a:p>
          <a:p>
            <a:pPr marL="0" marR="0" lvl="0" indent="0" algn="l" rtl="0">
              <a:spcBef>
                <a:spcPts val="0"/>
              </a:spcBef>
              <a:spcAft>
                <a:spcPts val="0"/>
              </a:spcAft>
              <a:buNone/>
            </a:pPr>
            <a:r>
              <a:rPr lang="es-ES" sz="1400" b="1">
                <a:solidFill>
                  <a:srgbClr val="009900"/>
                </a:solidFill>
                <a:latin typeface="Arial"/>
                <a:ea typeface="Arial"/>
                <a:cs typeface="Arial"/>
                <a:sym typeface="Arial"/>
              </a:rPr>
              <a:t>}</a:t>
            </a:r>
            <a:r>
              <a:rPr lang="es-ES" sz="1400">
                <a:solidFill>
                  <a:schemeClr val="dk1"/>
                </a:solidFill>
                <a:latin typeface="Arial"/>
                <a:ea typeface="Arial"/>
                <a:cs typeface="Arial"/>
                <a:sym typeface="Arial"/>
              </a:rPr>
              <a:t> ;</a:t>
            </a:r>
            <a:endParaRPr sz="1400">
              <a:solidFill>
                <a:srgbClr val="0099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94"/>
                                        </p:tgtEl>
                                        <p:attrNameLst>
                                          <p:attrName>style.visibility</p:attrName>
                                        </p:attrNameLst>
                                      </p:cBhvr>
                                      <p:to>
                                        <p:strVal val="visible"/>
                                      </p:to>
                                    </p:set>
                                    <p:anim calcmode="lin" valueType="num">
                                      <p:cBhvr additive="base">
                                        <p:cTn id="7" dur="500"/>
                                        <p:tgtEl>
                                          <p:spTgt spid="894"/>
                                        </p:tgtEl>
                                        <p:attrNameLst>
                                          <p:attrName>ppt_w</p:attrName>
                                        </p:attrNameLst>
                                      </p:cBhvr>
                                      <p:tavLst>
                                        <p:tav tm="0">
                                          <p:val>
                                            <p:strVal val="0"/>
                                          </p:val>
                                        </p:tav>
                                        <p:tav tm="100000">
                                          <p:val>
                                            <p:strVal val="#ppt_w"/>
                                          </p:val>
                                        </p:tav>
                                      </p:tavLst>
                                    </p:anim>
                                    <p:anim calcmode="lin" valueType="num">
                                      <p:cBhvr additive="base">
                                        <p:cTn id="8" dur="500"/>
                                        <p:tgtEl>
                                          <p:spTgt spid="89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95"/>
                                        </p:tgtEl>
                                        <p:attrNameLst>
                                          <p:attrName>style.visibility</p:attrName>
                                        </p:attrNameLst>
                                      </p:cBhvr>
                                      <p:to>
                                        <p:strVal val="visible"/>
                                      </p:to>
                                    </p:set>
                                    <p:animEffect transition="in" filter="fade">
                                      <p:cBhvr>
                                        <p:cTn id="13" dur="500"/>
                                        <p:tgtEl>
                                          <p:spTgt spid="895"/>
                                        </p:tgtEl>
                                      </p:cBhvr>
                                    </p:animEffect>
                                  </p:childTnLst>
                                </p:cTn>
                              </p:par>
                              <p:par>
                                <p:cTn id="14" presetID="10" presetClass="entr" presetSubtype="0" fill="hold" nodeType="withEffect">
                                  <p:stCondLst>
                                    <p:cond delay="0"/>
                                  </p:stCondLst>
                                  <p:childTnLst>
                                    <p:set>
                                      <p:cBhvr>
                                        <p:cTn id="15" dur="1" fill="hold">
                                          <p:stCondLst>
                                            <p:cond delay="0"/>
                                          </p:stCondLst>
                                        </p:cTn>
                                        <p:tgtEl>
                                          <p:spTgt spid="896"/>
                                        </p:tgtEl>
                                        <p:attrNameLst>
                                          <p:attrName>style.visibility</p:attrName>
                                        </p:attrNameLst>
                                      </p:cBhvr>
                                      <p:to>
                                        <p:strVal val="visible"/>
                                      </p:to>
                                    </p:set>
                                    <p:animEffect transition="in" filter="fade">
                                      <p:cBhvr>
                                        <p:cTn id="16" dur="500"/>
                                        <p:tgtEl>
                                          <p:spTgt spid="896"/>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950"/>
                                        </p:tgtEl>
                                        <p:attrNameLst>
                                          <p:attrName>style.visibility</p:attrName>
                                        </p:attrNameLst>
                                      </p:cBhvr>
                                      <p:to>
                                        <p:strVal val="visible"/>
                                      </p:to>
                                    </p:set>
                                    <p:anim calcmode="lin" valueType="num">
                                      <p:cBhvr additive="base">
                                        <p:cTn id="21" dur="500"/>
                                        <p:tgtEl>
                                          <p:spTgt spid="950"/>
                                        </p:tgtEl>
                                        <p:attrNameLst>
                                          <p:attrName>ppt_w</p:attrName>
                                        </p:attrNameLst>
                                      </p:cBhvr>
                                      <p:tavLst>
                                        <p:tav tm="0">
                                          <p:val>
                                            <p:strVal val="0"/>
                                          </p:val>
                                        </p:tav>
                                        <p:tav tm="100000">
                                          <p:val>
                                            <p:strVal val="#ppt_w"/>
                                          </p:val>
                                        </p:tav>
                                      </p:tavLst>
                                    </p:anim>
                                    <p:anim calcmode="lin" valueType="num">
                                      <p:cBhvr additive="base">
                                        <p:cTn id="22" dur="500"/>
                                        <p:tgtEl>
                                          <p:spTgt spid="950"/>
                                        </p:tgtEl>
                                        <p:attrNameLst>
                                          <p:attrName>ppt_h</p:attrName>
                                        </p:attrNameLst>
                                      </p:cBhvr>
                                      <p:tavLst>
                                        <p:tav tm="0">
                                          <p:val>
                                            <p:str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961"/>
                                        </p:tgtEl>
                                        <p:attrNameLst>
                                          <p:attrName>style.visibility</p:attrName>
                                        </p:attrNameLst>
                                      </p:cBhvr>
                                      <p:to>
                                        <p:strVal val="visible"/>
                                      </p:to>
                                    </p:set>
                                    <p:anim calcmode="lin" valueType="num">
                                      <p:cBhvr additive="base">
                                        <p:cTn id="27" dur="500"/>
                                        <p:tgtEl>
                                          <p:spTgt spid="961"/>
                                        </p:tgtEl>
                                        <p:attrNameLst>
                                          <p:attrName>ppt_w</p:attrName>
                                        </p:attrNameLst>
                                      </p:cBhvr>
                                      <p:tavLst>
                                        <p:tav tm="0">
                                          <p:val>
                                            <p:strVal val="0"/>
                                          </p:val>
                                        </p:tav>
                                        <p:tav tm="100000">
                                          <p:val>
                                            <p:strVal val="#ppt_w"/>
                                          </p:val>
                                        </p:tav>
                                      </p:tavLst>
                                    </p:anim>
                                    <p:anim calcmode="lin" valueType="num">
                                      <p:cBhvr additive="base">
                                        <p:cTn id="28" dur="500"/>
                                        <p:tgtEl>
                                          <p:spTgt spid="961"/>
                                        </p:tgtEl>
                                        <p:attrNameLst>
                                          <p:attrName>ppt_h</p:attrName>
                                        </p:attrNameLst>
                                      </p:cBhvr>
                                      <p:tavLst>
                                        <p:tav tm="0">
                                          <p:val>
                                            <p:str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65"/>
                                        </p:tgtEl>
                                        <p:attrNameLst>
                                          <p:attrName>style.visibility</p:attrName>
                                        </p:attrNameLst>
                                      </p:cBhvr>
                                      <p:to>
                                        <p:strVal val="visible"/>
                                      </p:to>
                                    </p:set>
                                    <p:animEffect transition="in" filter="fade">
                                      <p:cBhvr>
                                        <p:cTn id="33" dur="500"/>
                                        <p:tgtEl>
                                          <p:spTgt spid="96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968"/>
                                        </p:tgtEl>
                                        <p:attrNameLst>
                                          <p:attrName>style.visibility</p:attrName>
                                        </p:attrNameLst>
                                      </p:cBhvr>
                                      <p:to>
                                        <p:strVal val="visible"/>
                                      </p:to>
                                    </p:set>
                                    <p:animEffect transition="in" filter="fade">
                                      <p:cBhvr>
                                        <p:cTn id="38" dur="500"/>
                                        <p:tgtEl>
                                          <p:spTgt spid="968"/>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971"/>
                                        </p:tgtEl>
                                        <p:attrNameLst>
                                          <p:attrName>style.visibility</p:attrName>
                                        </p:attrNameLst>
                                      </p:cBhvr>
                                      <p:to>
                                        <p:strVal val="visible"/>
                                      </p:to>
                                    </p:set>
                                    <p:anim calcmode="lin" valueType="num">
                                      <p:cBhvr additive="base">
                                        <p:cTn id="43" dur="500"/>
                                        <p:tgtEl>
                                          <p:spTgt spid="971"/>
                                        </p:tgtEl>
                                        <p:attrNameLst>
                                          <p:attrName>ppt_w</p:attrName>
                                        </p:attrNameLst>
                                      </p:cBhvr>
                                      <p:tavLst>
                                        <p:tav tm="0">
                                          <p:val>
                                            <p:strVal val="0"/>
                                          </p:val>
                                        </p:tav>
                                        <p:tav tm="100000">
                                          <p:val>
                                            <p:strVal val="#ppt_w"/>
                                          </p:val>
                                        </p:tav>
                                      </p:tavLst>
                                    </p:anim>
                                    <p:anim calcmode="lin" valueType="num">
                                      <p:cBhvr additive="base">
                                        <p:cTn id="44" dur="500"/>
                                        <p:tgtEl>
                                          <p:spTgt spid="971"/>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972"/>
                                        </p:tgtEl>
                                        <p:attrNameLst>
                                          <p:attrName>style.visibility</p:attrName>
                                        </p:attrNameLst>
                                      </p:cBhvr>
                                      <p:to>
                                        <p:strVal val="visible"/>
                                      </p:to>
                                    </p:set>
                                    <p:anim calcmode="lin" valueType="num">
                                      <p:cBhvr additive="base">
                                        <p:cTn id="49" dur="500"/>
                                        <p:tgtEl>
                                          <p:spTgt spid="972"/>
                                        </p:tgtEl>
                                        <p:attrNameLst>
                                          <p:attrName>ppt_w</p:attrName>
                                        </p:attrNameLst>
                                      </p:cBhvr>
                                      <p:tavLst>
                                        <p:tav tm="0">
                                          <p:val>
                                            <p:strVal val="0"/>
                                          </p:val>
                                        </p:tav>
                                        <p:tav tm="100000">
                                          <p:val>
                                            <p:strVal val="#ppt_w"/>
                                          </p:val>
                                        </p:tav>
                                      </p:tavLst>
                                    </p:anim>
                                    <p:anim calcmode="lin" valueType="num">
                                      <p:cBhvr additive="base">
                                        <p:cTn id="50" dur="500"/>
                                        <p:tgtEl>
                                          <p:spTgt spid="972"/>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889"/>
                                        </p:tgtEl>
                                        <p:attrNameLst>
                                          <p:attrName>style.visibility</p:attrName>
                                        </p:attrNameLst>
                                      </p:cBhvr>
                                      <p:to>
                                        <p:strVal val="visible"/>
                                      </p:to>
                                    </p:set>
                                    <p:anim calcmode="lin" valueType="num">
                                      <p:cBhvr additive="base">
                                        <p:cTn id="55" dur="500"/>
                                        <p:tgtEl>
                                          <p:spTgt spid="889"/>
                                        </p:tgtEl>
                                        <p:attrNameLst>
                                          <p:attrName>ppt_w</p:attrName>
                                        </p:attrNameLst>
                                      </p:cBhvr>
                                      <p:tavLst>
                                        <p:tav tm="0">
                                          <p:val>
                                            <p:strVal val="0"/>
                                          </p:val>
                                        </p:tav>
                                        <p:tav tm="100000">
                                          <p:val>
                                            <p:strVal val="#ppt_w"/>
                                          </p:val>
                                        </p:tav>
                                      </p:tavLst>
                                    </p:anim>
                                    <p:anim calcmode="lin" valueType="num">
                                      <p:cBhvr additive="base">
                                        <p:cTn id="56" dur="500"/>
                                        <p:tgtEl>
                                          <p:spTgt spid="889"/>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8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nodeType="clickEffect">
                                  <p:stCondLst>
                                    <p:cond delay="0"/>
                                  </p:stCondLst>
                                  <p:childTnLst>
                                    <p:set>
                                      <p:cBhvr>
                                        <p:cTn id="64" dur="1" fill="hold">
                                          <p:stCondLst>
                                            <p:cond delay="0"/>
                                          </p:stCondLst>
                                        </p:cTn>
                                        <p:tgtEl>
                                          <p:spTgt spid="973"/>
                                        </p:tgtEl>
                                        <p:attrNameLst>
                                          <p:attrName>style.visibility</p:attrName>
                                        </p:attrNameLst>
                                      </p:cBhvr>
                                      <p:to>
                                        <p:strVal val="visible"/>
                                      </p:to>
                                    </p:set>
                                    <p:anim calcmode="lin" valueType="num">
                                      <p:cBhvr additive="base">
                                        <p:cTn id="65" dur="500"/>
                                        <p:tgtEl>
                                          <p:spTgt spid="973"/>
                                        </p:tgtEl>
                                        <p:attrNameLst>
                                          <p:attrName>ppt_w</p:attrName>
                                        </p:attrNameLst>
                                      </p:cBhvr>
                                      <p:tavLst>
                                        <p:tav tm="0">
                                          <p:val>
                                            <p:strVal val="0"/>
                                          </p:val>
                                        </p:tav>
                                        <p:tav tm="100000">
                                          <p:val>
                                            <p:strVal val="#ppt_w"/>
                                          </p:val>
                                        </p:tav>
                                      </p:tavLst>
                                    </p:anim>
                                    <p:anim calcmode="lin" valueType="num">
                                      <p:cBhvr additive="base">
                                        <p:cTn id="66" dur="500"/>
                                        <p:tgtEl>
                                          <p:spTgt spid="973"/>
                                        </p:tgtEl>
                                        <p:attrNameLst>
                                          <p:attrName>ppt_h</p:attrName>
                                        </p:attrNameLst>
                                      </p:cBhvr>
                                      <p:tavLst>
                                        <p:tav tm="0">
                                          <p:val>
                                            <p:str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nodeType="clickEffect">
                                  <p:stCondLst>
                                    <p:cond delay="0"/>
                                  </p:stCondLst>
                                  <p:childTnLst>
                                    <p:set>
                                      <p:cBhvr>
                                        <p:cTn id="70" dur="1" fill="hold">
                                          <p:stCondLst>
                                            <p:cond delay="0"/>
                                          </p:stCondLst>
                                        </p:cTn>
                                        <p:tgtEl>
                                          <p:spTgt spid="974"/>
                                        </p:tgtEl>
                                        <p:attrNameLst>
                                          <p:attrName>style.visibility</p:attrName>
                                        </p:attrNameLst>
                                      </p:cBhvr>
                                      <p:to>
                                        <p:strVal val="visible"/>
                                      </p:to>
                                    </p:set>
                                    <p:anim calcmode="lin" valueType="num">
                                      <p:cBhvr additive="base">
                                        <p:cTn id="71" dur="500"/>
                                        <p:tgtEl>
                                          <p:spTgt spid="974"/>
                                        </p:tgtEl>
                                        <p:attrNameLst>
                                          <p:attrName>ppt_w</p:attrName>
                                        </p:attrNameLst>
                                      </p:cBhvr>
                                      <p:tavLst>
                                        <p:tav tm="0">
                                          <p:val>
                                            <p:strVal val="0"/>
                                          </p:val>
                                        </p:tav>
                                        <p:tav tm="100000">
                                          <p:val>
                                            <p:strVal val="#ppt_w"/>
                                          </p:val>
                                        </p:tav>
                                      </p:tavLst>
                                    </p:anim>
                                    <p:anim calcmode="lin" valueType="num">
                                      <p:cBhvr additive="base">
                                        <p:cTn id="72" dur="500"/>
                                        <p:tgtEl>
                                          <p:spTgt spid="974"/>
                                        </p:tgtEl>
                                        <p:attrNameLst>
                                          <p:attrName>ppt_h</p:attrName>
                                        </p:attrNameLst>
                                      </p:cBhvr>
                                      <p:tavLst>
                                        <p:tav tm="0">
                                          <p:val>
                                            <p:str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977"/>
                                        </p:tgtEl>
                                        <p:attrNameLst>
                                          <p:attrName>style.visibility</p:attrName>
                                        </p:attrNameLst>
                                      </p:cBhvr>
                                      <p:to>
                                        <p:strVal val="visible"/>
                                      </p:to>
                                    </p:set>
                                    <p:anim calcmode="lin" valueType="num">
                                      <p:cBhvr additive="base">
                                        <p:cTn id="77" dur="500"/>
                                        <p:tgtEl>
                                          <p:spTgt spid="977"/>
                                        </p:tgtEl>
                                        <p:attrNameLst>
                                          <p:attrName>ppt_w</p:attrName>
                                        </p:attrNameLst>
                                      </p:cBhvr>
                                      <p:tavLst>
                                        <p:tav tm="0">
                                          <p:val>
                                            <p:strVal val="0"/>
                                          </p:val>
                                        </p:tav>
                                        <p:tav tm="100000">
                                          <p:val>
                                            <p:strVal val="#ppt_w"/>
                                          </p:val>
                                        </p:tav>
                                      </p:tavLst>
                                    </p:anim>
                                    <p:anim calcmode="lin" valueType="num">
                                      <p:cBhvr additive="base">
                                        <p:cTn id="78" dur="500"/>
                                        <p:tgtEl>
                                          <p:spTgt spid="977"/>
                                        </p:tgtEl>
                                        <p:attrNameLst>
                                          <p:attrName>ppt_h</p:attrName>
                                        </p:attrNameLst>
                                      </p:cBhvr>
                                      <p:tavLst>
                                        <p:tav tm="0">
                                          <p:val>
                                            <p:str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990">
                                            <p:txEl>
                                              <p:pRg st="0" end="0"/>
                                            </p:txEl>
                                          </p:spTgt>
                                        </p:tgtEl>
                                        <p:attrNameLst>
                                          <p:attrName>style.visibility</p:attrName>
                                        </p:attrNameLst>
                                      </p:cBhvr>
                                      <p:to>
                                        <p:strVal val="visible"/>
                                      </p:to>
                                    </p:set>
                                    <p:anim calcmode="lin" valueType="num">
                                      <p:cBhvr additive="base">
                                        <p:cTn id="83" dur="500"/>
                                        <p:tgtEl>
                                          <p:spTgt spid="990">
                                            <p:txEl>
                                              <p:pRg st="0" end="0"/>
                                            </p:txEl>
                                          </p:spTgt>
                                        </p:tgtEl>
                                        <p:attrNameLst>
                                          <p:attrName>ppt_w</p:attrName>
                                        </p:attrNameLst>
                                      </p:cBhvr>
                                      <p:tavLst>
                                        <p:tav tm="0">
                                          <p:val>
                                            <p:strVal val="0"/>
                                          </p:val>
                                        </p:tav>
                                        <p:tav tm="100000">
                                          <p:val>
                                            <p:strVal val="#ppt_w"/>
                                          </p:val>
                                        </p:tav>
                                      </p:tavLst>
                                    </p:anim>
                                    <p:anim calcmode="lin" valueType="num">
                                      <p:cBhvr additive="base">
                                        <p:cTn id="84" dur="500"/>
                                        <p:tgtEl>
                                          <p:spTgt spid="990">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nodeType="clickEffect">
                                  <p:stCondLst>
                                    <p:cond delay="0"/>
                                  </p:stCondLst>
                                  <p:childTnLst>
                                    <p:set>
                                      <p:cBhvr>
                                        <p:cTn id="88" dur="1" fill="hold">
                                          <p:stCondLst>
                                            <p:cond delay="0"/>
                                          </p:stCondLst>
                                        </p:cTn>
                                        <p:tgtEl>
                                          <p:spTgt spid="990">
                                            <p:txEl>
                                              <p:pRg st="1" end="1"/>
                                            </p:txEl>
                                          </p:spTgt>
                                        </p:tgtEl>
                                        <p:attrNameLst>
                                          <p:attrName>style.visibility</p:attrName>
                                        </p:attrNameLst>
                                      </p:cBhvr>
                                      <p:to>
                                        <p:strVal val="visible"/>
                                      </p:to>
                                    </p:set>
                                    <p:anim calcmode="lin" valueType="num">
                                      <p:cBhvr additive="base">
                                        <p:cTn id="89" dur="500"/>
                                        <p:tgtEl>
                                          <p:spTgt spid="990">
                                            <p:txEl>
                                              <p:pRg st="1" end="1"/>
                                            </p:txEl>
                                          </p:spTgt>
                                        </p:tgtEl>
                                        <p:attrNameLst>
                                          <p:attrName>ppt_w</p:attrName>
                                        </p:attrNameLst>
                                      </p:cBhvr>
                                      <p:tavLst>
                                        <p:tav tm="0">
                                          <p:val>
                                            <p:strVal val="0"/>
                                          </p:val>
                                        </p:tav>
                                        <p:tav tm="100000">
                                          <p:val>
                                            <p:strVal val="#ppt_w"/>
                                          </p:val>
                                        </p:tav>
                                      </p:tavLst>
                                    </p:anim>
                                    <p:anim calcmode="lin" valueType="num">
                                      <p:cBhvr additive="base">
                                        <p:cTn id="90" dur="500"/>
                                        <p:tgtEl>
                                          <p:spTgt spid="990">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990">
                                            <p:txEl>
                                              <p:pRg st="2" end="2"/>
                                            </p:txEl>
                                          </p:spTgt>
                                        </p:tgtEl>
                                        <p:attrNameLst>
                                          <p:attrName>style.visibility</p:attrName>
                                        </p:attrNameLst>
                                      </p:cBhvr>
                                      <p:to>
                                        <p:strVal val="visible"/>
                                      </p:to>
                                    </p:set>
                                    <p:anim calcmode="lin" valueType="num">
                                      <p:cBhvr additive="base">
                                        <p:cTn id="95" dur="500"/>
                                        <p:tgtEl>
                                          <p:spTgt spid="990">
                                            <p:txEl>
                                              <p:pRg st="2" end="2"/>
                                            </p:txEl>
                                          </p:spTgt>
                                        </p:tgtEl>
                                        <p:attrNameLst>
                                          <p:attrName>ppt_w</p:attrName>
                                        </p:attrNameLst>
                                      </p:cBhvr>
                                      <p:tavLst>
                                        <p:tav tm="0">
                                          <p:val>
                                            <p:strVal val="0"/>
                                          </p:val>
                                        </p:tav>
                                        <p:tav tm="100000">
                                          <p:val>
                                            <p:strVal val="#ppt_w"/>
                                          </p:val>
                                        </p:tav>
                                      </p:tavLst>
                                    </p:anim>
                                    <p:anim calcmode="lin" valueType="num">
                                      <p:cBhvr additive="base">
                                        <p:cTn id="96" dur="500"/>
                                        <p:tgtEl>
                                          <p:spTgt spid="990">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23" presetClass="entr" presetSubtype="16" fill="hold" nodeType="clickEffect">
                                  <p:stCondLst>
                                    <p:cond delay="0"/>
                                  </p:stCondLst>
                                  <p:childTnLst>
                                    <p:set>
                                      <p:cBhvr>
                                        <p:cTn id="100" dur="1" fill="hold">
                                          <p:stCondLst>
                                            <p:cond delay="0"/>
                                          </p:stCondLst>
                                        </p:cTn>
                                        <p:tgtEl>
                                          <p:spTgt spid="990">
                                            <p:txEl>
                                              <p:pRg st="3" end="3"/>
                                            </p:txEl>
                                          </p:spTgt>
                                        </p:tgtEl>
                                        <p:attrNameLst>
                                          <p:attrName>style.visibility</p:attrName>
                                        </p:attrNameLst>
                                      </p:cBhvr>
                                      <p:to>
                                        <p:strVal val="visible"/>
                                      </p:to>
                                    </p:set>
                                    <p:anim calcmode="lin" valueType="num">
                                      <p:cBhvr additive="base">
                                        <p:cTn id="101" dur="500"/>
                                        <p:tgtEl>
                                          <p:spTgt spid="990">
                                            <p:txEl>
                                              <p:pRg st="3" end="3"/>
                                            </p:txEl>
                                          </p:spTgt>
                                        </p:tgtEl>
                                        <p:attrNameLst>
                                          <p:attrName>ppt_w</p:attrName>
                                        </p:attrNameLst>
                                      </p:cBhvr>
                                      <p:tavLst>
                                        <p:tav tm="0">
                                          <p:val>
                                            <p:strVal val="0"/>
                                          </p:val>
                                        </p:tav>
                                        <p:tav tm="100000">
                                          <p:val>
                                            <p:strVal val="#ppt_w"/>
                                          </p:val>
                                        </p:tav>
                                      </p:tavLst>
                                    </p:anim>
                                    <p:anim calcmode="lin" valueType="num">
                                      <p:cBhvr additive="base">
                                        <p:cTn id="102" dur="500"/>
                                        <p:tgtEl>
                                          <p:spTgt spid="990">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3" presetClass="entr" presetSubtype="16" fill="hold" nodeType="clickEffect">
                                  <p:stCondLst>
                                    <p:cond delay="0"/>
                                  </p:stCondLst>
                                  <p:childTnLst>
                                    <p:set>
                                      <p:cBhvr>
                                        <p:cTn id="106" dur="1" fill="hold">
                                          <p:stCondLst>
                                            <p:cond delay="0"/>
                                          </p:stCondLst>
                                        </p:cTn>
                                        <p:tgtEl>
                                          <p:spTgt spid="990">
                                            <p:txEl>
                                              <p:pRg st="4" end="4"/>
                                            </p:txEl>
                                          </p:spTgt>
                                        </p:tgtEl>
                                        <p:attrNameLst>
                                          <p:attrName>style.visibility</p:attrName>
                                        </p:attrNameLst>
                                      </p:cBhvr>
                                      <p:to>
                                        <p:strVal val="visible"/>
                                      </p:to>
                                    </p:set>
                                    <p:anim calcmode="lin" valueType="num">
                                      <p:cBhvr additive="base">
                                        <p:cTn id="107" dur="500"/>
                                        <p:tgtEl>
                                          <p:spTgt spid="990">
                                            <p:txEl>
                                              <p:pRg st="4" end="4"/>
                                            </p:txEl>
                                          </p:spTgt>
                                        </p:tgtEl>
                                        <p:attrNameLst>
                                          <p:attrName>ppt_w</p:attrName>
                                        </p:attrNameLst>
                                      </p:cBhvr>
                                      <p:tavLst>
                                        <p:tav tm="0">
                                          <p:val>
                                            <p:strVal val="0"/>
                                          </p:val>
                                        </p:tav>
                                        <p:tav tm="100000">
                                          <p:val>
                                            <p:strVal val="#ppt_w"/>
                                          </p:val>
                                        </p:tav>
                                      </p:tavLst>
                                    </p:anim>
                                    <p:anim calcmode="lin" valueType="num">
                                      <p:cBhvr additive="base">
                                        <p:cTn id="108" dur="500"/>
                                        <p:tgtEl>
                                          <p:spTgt spid="990">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23" presetClass="entr" presetSubtype="16" fill="hold" nodeType="clickEffect">
                                  <p:stCondLst>
                                    <p:cond delay="0"/>
                                  </p:stCondLst>
                                  <p:childTnLst>
                                    <p:set>
                                      <p:cBhvr>
                                        <p:cTn id="112" dur="1" fill="hold">
                                          <p:stCondLst>
                                            <p:cond delay="0"/>
                                          </p:stCondLst>
                                        </p:cTn>
                                        <p:tgtEl>
                                          <p:spTgt spid="990">
                                            <p:txEl>
                                              <p:pRg st="5" end="5"/>
                                            </p:txEl>
                                          </p:spTgt>
                                        </p:tgtEl>
                                        <p:attrNameLst>
                                          <p:attrName>style.visibility</p:attrName>
                                        </p:attrNameLst>
                                      </p:cBhvr>
                                      <p:to>
                                        <p:strVal val="visible"/>
                                      </p:to>
                                    </p:set>
                                    <p:anim calcmode="lin" valueType="num">
                                      <p:cBhvr additive="base">
                                        <p:cTn id="113" dur="500"/>
                                        <p:tgtEl>
                                          <p:spTgt spid="990">
                                            <p:txEl>
                                              <p:pRg st="5" end="5"/>
                                            </p:txEl>
                                          </p:spTgt>
                                        </p:tgtEl>
                                        <p:attrNameLst>
                                          <p:attrName>ppt_w</p:attrName>
                                        </p:attrNameLst>
                                      </p:cBhvr>
                                      <p:tavLst>
                                        <p:tav tm="0">
                                          <p:val>
                                            <p:strVal val="0"/>
                                          </p:val>
                                        </p:tav>
                                        <p:tav tm="100000">
                                          <p:val>
                                            <p:strVal val="#ppt_w"/>
                                          </p:val>
                                        </p:tav>
                                      </p:tavLst>
                                    </p:anim>
                                    <p:anim calcmode="lin" valueType="num">
                                      <p:cBhvr additive="base">
                                        <p:cTn id="114" dur="500"/>
                                        <p:tgtEl>
                                          <p:spTgt spid="990">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23" presetClass="entr" presetSubtype="16" fill="hold" nodeType="clickEffect">
                                  <p:stCondLst>
                                    <p:cond delay="0"/>
                                  </p:stCondLst>
                                  <p:childTnLst>
                                    <p:set>
                                      <p:cBhvr>
                                        <p:cTn id="118" dur="1" fill="hold">
                                          <p:stCondLst>
                                            <p:cond delay="0"/>
                                          </p:stCondLst>
                                        </p:cTn>
                                        <p:tgtEl>
                                          <p:spTgt spid="990">
                                            <p:txEl>
                                              <p:pRg st="6" end="6"/>
                                            </p:txEl>
                                          </p:spTgt>
                                        </p:tgtEl>
                                        <p:attrNameLst>
                                          <p:attrName>style.visibility</p:attrName>
                                        </p:attrNameLst>
                                      </p:cBhvr>
                                      <p:to>
                                        <p:strVal val="visible"/>
                                      </p:to>
                                    </p:set>
                                    <p:anim calcmode="lin" valueType="num">
                                      <p:cBhvr additive="base">
                                        <p:cTn id="119" dur="500"/>
                                        <p:tgtEl>
                                          <p:spTgt spid="990">
                                            <p:txEl>
                                              <p:pRg st="6" end="6"/>
                                            </p:txEl>
                                          </p:spTgt>
                                        </p:tgtEl>
                                        <p:attrNameLst>
                                          <p:attrName>ppt_w</p:attrName>
                                        </p:attrNameLst>
                                      </p:cBhvr>
                                      <p:tavLst>
                                        <p:tav tm="0">
                                          <p:val>
                                            <p:strVal val="0"/>
                                          </p:val>
                                        </p:tav>
                                        <p:tav tm="100000">
                                          <p:val>
                                            <p:strVal val="#ppt_w"/>
                                          </p:val>
                                        </p:tav>
                                      </p:tavLst>
                                    </p:anim>
                                    <p:anim calcmode="lin" valueType="num">
                                      <p:cBhvr additive="base">
                                        <p:cTn id="120" dur="500"/>
                                        <p:tgtEl>
                                          <p:spTgt spid="990">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23" presetClass="entr" presetSubtype="16" fill="hold" nodeType="clickEffect">
                                  <p:stCondLst>
                                    <p:cond delay="0"/>
                                  </p:stCondLst>
                                  <p:childTnLst>
                                    <p:set>
                                      <p:cBhvr>
                                        <p:cTn id="124" dur="1" fill="hold">
                                          <p:stCondLst>
                                            <p:cond delay="0"/>
                                          </p:stCondLst>
                                        </p:cTn>
                                        <p:tgtEl>
                                          <p:spTgt spid="990">
                                            <p:txEl>
                                              <p:pRg st="7" end="7"/>
                                            </p:txEl>
                                          </p:spTgt>
                                        </p:tgtEl>
                                        <p:attrNameLst>
                                          <p:attrName>style.visibility</p:attrName>
                                        </p:attrNameLst>
                                      </p:cBhvr>
                                      <p:to>
                                        <p:strVal val="visible"/>
                                      </p:to>
                                    </p:set>
                                    <p:anim calcmode="lin" valueType="num">
                                      <p:cBhvr additive="base">
                                        <p:cTn id="125" dur="500"/>
                                        <p:tgtEl>
                                          <p:spTgt spid="990">
                                            <p:txEl>
                                              <p:pRg st="7" end="7"/>
                                            </p:txEl>
                                          </p:spTgt>
                                        </p:tgtEl>
                                        <p:attrNameLst>
                                          <p:attrName>ppt_w</p:attrName>
                                        </p:attrNameLst>
                                      </p:cBhvr>
                                      <p:tavLst>
                                        <p:tav tm="0">
                                          <p:val>
                                            <p:strVal val="0"/>
                                          </p:val>
                                        </p:tav>
                                        <p:tav tm="100000">
                                          <p:val>
                                            <p:strVal val="#ppt_w"/>
                                          </p:val>
                                        </p:tav>
                                      </p:tavLst>
                                    </p:anim>
                                    <p:anim calcmode="lin" valueType="num">
                                      <p:cBhvr additive="base">
                                        <p:cTn id="126" dur="500"/>
                                        <p:tgtEl>
                                          <p:spTgt spid="990">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127" fill="hold">
                      <p:stCondLst>
                        <p:cond delay="indefinite"/>
                      </p:stCondLst>
                      <p:childTnLst>
                        <p:par>
                          <p:cTn id="128" fill="hold">
                            <p:stCondLst>
                              <p:cond delay="0"/>
                            </p:stCondLst>
                            <p:childTnLst>
                              <p:par>
                                <p:cTn id="129" presetID="23" presetClass="entr" presetSubtype="16" fill="hold" nodeType="clickEffect">
                                  <p:stCondLst>
                                    <p:cond delay="0"/>
                                  </p:stCondLst>
                                  <p:childTnLst>
                                    <p:set>
                                      <p:cBhvr>
                                        <p:cTn id="130" dur="1" fill="hold">
                                          <p:stCondLst>
                                            <p:cond delay="0"/>
                                          </p:stCondLst>
                                        </p:cTn>
                                        <p:tgtEl>
                                          <p:spTgt spid="990">
                                            <p:txEl>
                                              <p:pRg st="8" end="8"/>
                                            </p:txEl>
                                          </p:spTgt>
                                        </p:tgtEl>
                                        <p:attrNameLst>
                                          <p:attrName>style.visibility</p:attrName>
                                        </p:attrNameLst>
                                      </p:cBhvr>
                                      <p:to>
                                        <p:strVal val="visible"/>
                                      </p:to>
                                    </p:set>
                                    <p:anim calcmode="lin" valueType="num">
                                      <p:cBhvr additive="base">
                                        <p:cTn id="131" dur="500"/>
                                        <p:tgtEl>
                                          <p:spTgt spid="990">
                                            <p:txEl>
                                              <p:pRg st="8" end="8"/>
                                            </p:txEl>
                                          </p:spTgt>
                                        </p:tgtEl>
                                        <p:attrNameLst>
                                          <p:attrName>ppt_w</p:attrName>
                                        </p:attrNameLst>
                                      </p:cBhvr>
                                      <p:tavLst>
                                        <p:tav tm="0">
                                          <p:val>
                                            <p:strVal val="0"/>
                                          </p:val>
                                        </p:tav>
                                        <p:tav tm="100000">
                                          <p:val>
                                            <p:strVal val="#ppt_w"/>
                                          </p:val>
                                        </p:tav>
                                      </p:tavLst>
                                    </p:anim>
                                    <p:anim calcmode="lin" valueType="num">
                                      <p:cBhvr additive="base">
                                        <p:cTn id="132" dur="500"/>
                                        <p:tgtEl>
                                          <p:spTgt spid="990">
                                            <p:txEl>
                                              <p:pRg st="8" end="8"/>
                                            </p:txEl>
                                          </p:spTgt>
                                        </p:tgtEl>
                                        <p:attrNameLst>
                                          <p:attrName>ppt_h</p:attrName>
                                        </p:attrNameLst>
                                      </p:cBhvr>
                                      <p:tavLst>
                                        <p:tav tm="0">
                                          <p:val>
                                            <p:strVal val="0"/>
                                          </p:val>
                                        </p:tav>
                                        <p:tav tm="100000">
                                          <p:val>
                                            <p:strVal val="#ppt_h"/>
                                          </p:val>
                                        </p:tav>
                                      </p:tavLst>
                                    </p:anim>
                                  </p:childTnLst>
                                </p:cTn>
                              </p:par>
                            </p:childTnLst>
                          </p:cTn>
                        </p:par>
                      </p:childTnLst>
                    </p:cTn>
                  </p:par>
                  <p:par>
                    <p:cTn id="133" fill="hold">
                      <p:stCondLst>
                        <p:cond delay="indefinite"/>
                      </p:stCondLst>
                      <p:childTnLst>
                        <p:par>
                          <p:cTn id="134" fill="hold">
                            <p:stCondLst>
                              <p:cond delay="0"/>
                            </p:stCondLst>
                            <p:childTnLst>
                              <p:par>
                                <p:cTn id="135" presetID="23" presetClass="entr" presetSubtype="16" fill="hold" nodeType="clickEffect">
                                  <p:stCondLst>
                                    <p:cond delay="0"/>
                                  </p:stCondLst>
                                  <p:childTnLst>
                                    <p:set>
                                      <p:cBhvr>
                                        <p:cTn id="136" dur="1" fill="hold">
                                          <p:stCondLst>
                                            <p:cond delay="0"/>
                                          </p:stCondLst>
                                        </p:cTn>
                                        <p:tgtEl>
                                          <p:spTgt spid="982"/>
                                        </p:tgtEl>
                                        <p:attrNameLst>
                                          <p:attrName>style.visibility</p:attrName>
                                        </p:attrNameLst>
                                      </p:cBhvr>
                                      <p:to>
                                        <p:strVal val="visible"/>
                                      </p:to>
                                    </p:set>
                                    <p:anim calcmode="lin" valueType="num">
                                      <p:cBhvr additive="base">
                                        <p:cTn id="137" dur="500"/>
                                        <p:tgtEl>
                                          <p:spTgt spid="982"/>
                                        </p:tgtEl>
                                        <p:attrNameLst>
                                          <p:attrName>ppt_w</p:attrName>
                                        </p:attrNameLst>
                                      </p:cBhvr>
                                      <p:tavLst>
                                        <p:tav tm="0">
                                          <p:val>
                                            <p:strVal val="0"/>
                                          </p:val>
                                        </p:tav>
                                        <p:tav tm="100000">
                                          <p:val>
                                            <p:strVal val="#ppt_w"/>
                                          </p:val>
                                        </p:tav>
                                      </p:tavLst>
                                    </p:anim>
                                    <p:anim calcmode="lin" valueType="num">
                                      <p:cBhvr additive="base">
                                        <p:cTn id="138" dur="500"/>
                                        <p:tgtEl>
                                          <p:spTgt spid="982"/>
                                        </p:tgtEl>
                                        <p:attrNameLst>
                                          <p:attrName>ppt_h</p:attrName>
                                        </p:attrNameLst>
                                      </p:cBhvr>
                                      <p:tavLst>
                                        <p:tav tm="0">
                                          <p:val>
                                            <p:strVal val="0"/>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nodeType="clickEffect">
                                  <p:stCondLst>
                                    <p:cond delay="0"/>
                                  </p:stCondLst>
                                  <p:childTnLst>
                                    <p:set>
                                      <p:cBhvr>
                                        <p:cTn id="142" dur="1" fill="hold">
                                          <p:stCondLst>
                                            <p:cond delay="0"/>
                                          </p:stCondLst>
                                        </p:cTn>
                                        <p:tgtEl>
                                          <p:spTgt spid="978"/>
                                        </p:tgtEl>
                                        <p:attrNameLst>
                                          <p:attrName>style.visibility</p:attrName>
                                        </p:attrNameLst>
                                      </p:cBhvr>
                                      <p:to>
                                        <p:strVal val="visible"/>
                                      </p:to>
                                    </p:set>
                                    <p:anim calcmode="lin" valueType="num">
                                      <p:cBhvr additive="base">
                                        <p:cTn id="143" dur="500"/>
                                        <p:tgtEl>
                                          <p:spTgt spid="978"/>
                                        </p:tgtEl>
                                        <p:attrNameLst>
                                          <p:attrName>ppt_w</p:attrName>
                                        </p:attrNameLst>
                                      </p:cBhvr>
                                      <p:tavLst>
                                        <p:tav tm="0">
                                          <p:val>
                                            <p:strVal val="0"/>
                                          </p:val>
                                        </p:tav>
                                        <p:tav tm="100000">
                                          <p:val>
                                            <p:strVal val="#ppt_w"/>
                                          </p:val>
                                        </p:tav>
                                      </p:tavLst>
                                    </p:anim>
                                    <p:anim calcmode="lin" valueType="num">
                                      <p:cBhvr additive="base">
                                        <p:cTn id="144" dur="500"/>
                                        <p:tgtEl>
                                          <p:spTgt spid="978"/>
                                        </p:tgtEl>
                                        <p:attrNameLst>
                                          <p:attrName>ppt_h</p:attrName>
                                        </p:attrNameLst>
                                      </p:cBhvr>
                                      <p:tavLst>
                                        <p:tav tm="0">
                                          <p:val>
                                            <p:str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23" presetClass="entr" presetSubtype="16" fill="hold" nodeType="clickEffect">
                                  <p:stCondLst>
                                    <p:cond delay="0"/>
                                  </p:stCondLst>
                                  <p:childTnLst>
                                    <p:set>
                                      <p:cBhvr>
                                        <p:cTn id="148" dur="1" fill="hold">
                                          <p:stCondLst>
                                            <p:cond delay="0"/>
                                          </p:stCondLst>
                                        </p:cTn>
                                        <p:tgtEl>
                                          <p:spTgt spid="983"/>
                                        </p:tgtEl>
                                        <p:attrNameLst>
                                          <p:attrName>style.visibility</p:attrName>
                                        </p:attrNameLst>
                                      </p:cBhvr>
                                      <p:to>
                                        <p:strVal val="visible"/>
                                      </p:to>
                                    </p:set>
                                    <p:anim calcmode="lin" valueType="num">
                                      <p:cBhvr additive="base">
                                        <p:cTn id="149" dur="500"/>
                                        <p:tgtEl>
                                          <p:spTgt spid="983"/>
                                        </p:tgtEl>
                                        <p:attrNameLst>
                                          <p:attrName>ppt_w</p:attrName>
                                        </p:attrNameLst>
                                      </p:cBhvr>
                                      <p:tavLst>
                                        <p:tav tm="0">
                                          <p:val>
                                            <p:strVal val="0"/>
                                          </p:val>
                                        </p:tav>
                                        <p:tav tm="100000">
                                          <p:val>
                                            <p:strVal val="#ppt_w"/>
                                          </p:val>
                                        </p:tav>
                                      </p:tavLst>
                                    </p:anim>
                                    <p:anim calcmode="lin" valueType="num">
                                      <p:cBhvr additive="base">
                                        <p:cTn id="150" dur="500"/>
                                        <p:tgtEl>
                                          <p:spTgt spid="983"/>
                                        </p:tgtEl>
                                        <p:attrNameLst>
                                          <p:attrName>ppt_h</p:attrName>
                                        </p:attrNameLst>
                                      </p:cBhvr>
                                      <p:tavLst>
                                        <p:tav tm="0">
                                          <p:val>
                                            <p:strVal val="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23" presetClass="entr" presetSubtype="16" fill="hold" nodeType="clickEffect">
                                  <p:stCondLst>
                                    <p:cond delay="0"/>
                                  </p:stCondLst>
                                  <p:childTnLst>
                                    <p:set>
                                      <p:cBhvr>
                                        <p:cTn id="154" dur="1" fill="hold">
                                          <p:stCondLst>
                                            <p:cond delay="0"/>
                                          </p:stCondLst>
                                        </p:cTn>
                                        <p:tgtEl>
                                          <p:spTgt spid="981"/>
                                        </p:tgtEl>
                                        <p:attrNameLst>
                                          <p:attrName>style.visibility</p:attrName>
                                        </p:attrNameLst>
                                      </p:cBhvr>
                                      <p:to>
                                        <p:strVal val="visible"/>
                                      </p:to>
                                    </p:set>
                                    <p:anim calcmode="lin" valueType="num">
                                      <p:cBhvr additive="base">
                                        <p:cTn id="155" dur="500"/>
                                        <p:tgtEl>
                                          <p:spTgt spid="981"/>
                                        </p:tgtEl>
                                        <p:attrNameLst>
                                          <p:attrName>ppt_w</p:attrName>
                                        </p:attrNameLst>
                                      </p:cBhvr>
                                      <p:tavLst>
                                        <p:tav tm="0">
                                          <p:val>
                                            <p:strVal val="0"/>
                                          </p:val>
                                        </p:tav>
                                        <p:tav tm="100000">
                                          <p:val>
                                            <p:strVal val="#ppt_w"/>
                                          </p:val>
                                        </p:tav>
                                      </p:tavLst>
                                    </p:anim>
                                    <p:anim calcmode="lin" valueType="num">
                                      <p:cBhvr additive="base">
                                        <p:cTn id="156" dur="500"/>
                                        <p:tgtEl>
                                          <p:spTgt spid="98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19"/>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Array de Objetos</a:t>
            </a:r>
            <a:endParaRPr/>
          </a:p>
        </p:txBody>
      </p:sp>
      <p:grpSp>
        <p:nvGrpSpPr>
          <p:cNvPr id="996" name="Google Shape;996;p19"/>
          <p:cNvGrpSpPr/>
          <p:nvPr/>
        </p:nvGrpSpPr>
        <p:grpSpPr>
          <a:xfrm>
            <a:off x="476062" y="2690247"/>
            <a:ext cx="1928196" cy="3401901"/>
            <a:chOff x="476062" y="2690247"/>
            <a:chExt cx="1928196" cy="3401901"/>
          </a:xfrm>
        </p:grpSpPr>
        <p:grpSp>
          <p:nvGrpSpPr>
            <p:cNvPr id="997" name="Google Shape;997;p19"/>
            <p:cNvGrpSpPr/>
            <p:nvPr/>
          </p:nvGrpSpPr>
          <p:grpSpPr>
            <a:xfrm>
              <a:off x="476062" y="2690247"/>
              <a:ext cx="1928196" cy="3401901"/>
              <a:chOff x="608966" y="1835481"/>
              <a:chExt cx="1928196" cy="3401901"/>
            </a:xfrm>
          </p:grpSpPr>
          <p:sp>
            <p:nvSpPr>
              <p:cNvPr id="998" name="Google Shape;998;p19"/>
              <p:cNvSpPr/>
              <p:nvPr/>
            </p:nvSpPr>
            <p:spPr>
              <a:xfrm>
                <a:off x="848353" y="2181935"/>
                <a:ext cx="1396028" cy="3055447"/>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9"/>
              <p:cNvSpPr txBox="1"/>
              <p:nvPr/>
            </p:nvSpPr>
            <p:spPr>
              <a:xfrm>
                <a:off x="608966" y="1835481"/>
                <a:ext cx="1928196"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0A0AFE"/>
                    </a:solidFill>
                    <a:latin typeface="Arial"/>
                    <a:ea typeface="Arial"/>
                    <a:cs typeface="Arial"/>
                    <a:sym typeface="Arial"/>
                  </a:rPr>
                  <a:t>Agenda</a:t>
                </a:r>
                <a:endParaRPr sz="1900" b="1">
                  <a:solidFill>
                    <a:schemeClr val="dk1"/>
                  </a:solidFill>
                  <a:latin typeface="Arial"/>
                  <a:ea typeface="Arial"/>
                  <a:cs typeface="Arial"/>
                  <a:sym typeface="Arial"/>
                </a:endParaRPr>
              </a:p>
            </p:txBody>
          </p:sp>
        </p:grpSp>
        <p:grpSp>
          <p:nvGrpSpPr>
            <p:cNvPr id="1000" name="Google Shape;1000;p19"/>
            <p:cNvGrpSpPr/>
            <p:nvPr/>
          </p:nvGrpSpPr>
          <p:grpSpPr>
            <a:xfrm>
              <a:off x="766688" y="3263048"/>
              <a:ext cx="1368152" cy="2434922"/>
              <a:chOff x="1522264" y="1714158"/>
              <a:chExt cx="1368152" cy="2434922"/>
            </a:xfrm>
          </p:grpSpPr>
          <p:grpSp>
            <p:nvGrpSpPr>
              <p:cNvPr id="1001" name="Google Shape;1001;p19"/>
              <p:cNvGrpSpPr/>
              <p:nvPr/>
            </p:nvGrpSpPr>
            <p:grpSpPr>
              <a:xfrm>
                <a:off x="1861096" y="2029772"/>
                <a:ext cx="672604" cy="2119308"/>
                <a:chOff x="5376788" y="1868492"/>
                <a:chExt cx="672604" cy="2119308"/>
              </a:xfrm>
            </p:grpSpPr>
            <p:sp>
              <p:nvSpPr>
                <p:cNvPr id="1002" name="Google Shape;1002;p19"/>
                <p:cNvSpPr/>
                <p:nvPr/>
              </p:nvSpPr>
              <p:spPr>
                <a:xfrm>
                  <a:off x="5376788" y="1868492"/>
                  <a:ext cx="672604"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3" name="Google Shape;1003;p19"/>
                <p:cNvSpPr/>
                <p:nvPr/>
              </p:nvSpPr>
              <p:spPr>
                <a:xfrm>
                  <a:off x="5423396" y="1916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4" name="Google Shape;1004;p19"/>
                <p:cNvSpPr/>
                <p:nvPr/>
              </p:nvSpPr>
              <p:spPr>
                <a:xfrm>
                  <a:off x="5423396" y="22045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5" name="Google Shape;1005;p19"/>
                <p:cNvSpPr/>
                <p:nvPr/>
              </p:nvSpPr>
              <p:spPr>
                <a:xfrm>
                  <a:off x="5423396" y="24884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6" name="Google Shape;1006;p19"/>
                <p:cNvSpPr/>
                <p:nvPr/>
              </p:nvSpPr>
              <p:spPr>
                <a:xfrm>
                  <a:off x="5423396" y="278065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7" name="Google Shape;1007;p19"/>
                <p:cNvSpPr/>
                <p:nvPr/>
              </p:nvSpPr>
              <p:spPr>
                <a:xfrm>
                  <a:off x="5423396" y="306868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8" name="Google Shape;1008;p19"/>
                <p:cNvSpPr/>
                <p:nvPr/>
              </p:nvSpPr>
              <p:spPr>
                <a:xfrm>
                  <a:off x="5423396" y="335252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09" name="Google Shape;1009;p19"/>
                <p:cNvSpPr/>
                <p:nvPr/>
              </p:nvSpPr>
              <p:spPr>
                <a:xfrm>
                  <a:off x="5423396" y="36405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1010" name="Google Shape;1010;p19"/>
              <p:cNvSpPr txBox="1"/>
              <p:nvPr/>
            </p:nvSpPr>
            <p:spPr>
              <a:xfrm>
                <a:off x="1522264" y="1714158"/>
                <a:ext cx="1368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contactos</a:t>
                </a:r>
                <a:endParaRPr sz="1600" b="1">
                  <a:solidFill>
                    <a:srgbClr val="FF0000"/>
                  </a:solidFill>
                  <a:latin typeface="Arial"/>
                  <a:ea typeface="Arial"/>
                  <a:cs typeface="Arial"/>
                  <a:sym typeface="Arial"/>
                </a:endParaRPr>
              </a:p>
            </p:txBody>
          </p:sp>
        </p:grpSp>
        <p:sp>
          <p:nvSpPr>
            <p:cNvPr id="1011" name="Google Shape;1011;p19"/>
            <p:cNvSpPr txBox="1"/>
            <p:nvPr/>
          </p:nvSpPr>
          <p:spPr>
            <a:xfrm>
              <a:off x="1177528" y="4787822"/>
              <a:ext cx="5760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null</a:t>
              </a:r>
              <a:endParaRPr sz="1600" b="1">
                <a:solidFill>
                  <a:srgbClr val="FF0000"/>
                </a:solidFill>
                <a:latin typeface="Arial"/>
                <a:ea typeface="Arial"/>
                <a:cs typeface="Arial"/>
                <a:sym typeface="Arial"/>
              </a:endParaRPr>
            </a:p>
          </p:txBody>
        </p:sp>
        <p:sp>
          <p:nvSpPr>
            <p:cNvPr id="1012" name="Google Shape;1012;p19"/>
            <p:cNvSpPr txBox="1"/>
            <p:nvPr/>
          </p:nvSpPr>
          <p:spPr>
            <a:xfrm>
              <a:off x="1177528" y="5063432"/>
              <a:ext cx="5760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null</a:t>
              </a:r>
              <a:endParaRPr sz="1600" b="1">
                <a:solidFill>
                  <a:srgbClr val="FF0000"/>
                </a:solidFill>
                <a:latin typeface="Arial"/>
                <a:ea typeface="Arial"/>
                <a:cs typeface="Arial"/>
                <a:sym typeface="Arial"/>
              </a:endParaRPr>
            </a:p>
          </p:txBody>
        </p:sp>
        <p:sp>
          <p:nvSpPr>
            <p:cNvPr id="1013" name="Google Shape;1013;p19"/>
            <p:cNvSpPr txBox="1"/>
            <p:nvPr/>
          </p:nvSpPr>
          <p:spPr>
            <a:xfrm>
              <a:off x="1173336" y="5347272"/>
              <a:ext cx="5760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null</a:t>
              </a:r>
              <a:endParaRPr sz="1600" b="1">
                <a:solidFill>
                  <a:srgbClr val="FF0000"/>
                </a:solidFill>
                <a:latin typeface="Arial"/>
                <a:ea typeface="Arial"/>
                <a:cs typeface="Arial"/>
                <a:sym typeface="Arial"/>
              </a:endParaRPr>
            </a:p>
          </p:txBody>
        </p:sp>
        <p:sp>
          <p:nvSpPr>
            <p:cNvPr id="1014" name="Google Shape;1014;p19"/>
            <p:cNvSpPr/>
            <p:nvPr/>
          </p:nvSpPr>
          <p:spPr>
            <a:xfrm>
              <a:off x="1330052" y="3661094"/>
              <a:ext cx="217322" cy="217322"/>
            </a:xfrm>
            <a:prstGeom prst="ellipse">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15" name="Google Shape;1015;p19"/>
            <p:cNvSpPr/>
            <p:nvPr/>
          </p:nvSpPr>
          <p:spPr>
            <a:xfrm>
              <a:off x="1325860" y="3947828"/>
              <a:ext cx="217322" cy="217322"/>
            </a:xfrm>
            <a:prstGeom prst="ellipse">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16" name="Google Shape;1016;p19"/>
            <p:cNvSpPr/>
            <p:nvPr/>
          </p:nvSpPr>
          <p:spPr>
            <a:xfrm>
              <a:off x="1330052" y="4231668"/>
              <a:ext cx="217322" cy="217322"/>
            </a:xfrm>
            <a:prstGeom prst="ellipse">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17" name="Google Shape;1017;p19"/>
            <p:cNvSpPr/>
            <p:nvPr/>
          </p:nvSpPr>
          <p:spPr>
            <a:xfrm>
              <a:off x="1330052" y="4523892"/>
              <a:ext cx="217322" cy="217322"/>
            </a:xfrm>
            <a:prstGeom prst="ellipse">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1018" name="Google Shape;1018;p19"/>
          <p:cNvGrpSpPr/>
          <p:nvPr/>
        </p:nvGrpSpPr>
        <p:grpSpPr>
          <a:xfrm>
            <a:off x="1543182" y="2578806"/>
            <a:ext cx="2460764" cy="3586498"/>
            <a:chOff x="1543182" y="2578806"/>
            <a:chExt cx="2460764" cy="3586498"/>
          </a:xfrm>
        </p:grpSpPr>
        <p:grpSp>
          <p:nvGrpSpPr>
            <p:cNvPr id="1019" name="Google Shape;1019;p19"/>
            <p:cNvGrpSpPr/>
            <p:nvPr/>
          </p:nvGrpSpPr>
          <p:grpSpPr>
            <a:xfrm>
              <a:off x="2699792" y="2578806"/>
              <a:ext cx="1304154" cy="800412"/>
              <a:chOff x="3915918" y="3407514"/>
              <a:chExt cx="1304154" cy="800412"/>
            </a:xfrm>
          </p:grpSpPr>
          <p:sp>
            <p:nvSpPr>
              <p:cNvPr id="1020" name="Google Shape;1020;p19"/>
              <p:cNvSpPr/>
              <p:nvPr/>
            </p:nvSpPr>
            <p:spPr>
              <a:xfrm>
                <a:off x="3915918" y="3407514"/>
                <a:ext cx="1304154" cy="800412"/>
              </a:xfrm>
              <a:prstGeom prst="roundRect">
                <a:avLst>
                  <a:gd name="adj" fmla="val 16667"/>
                </a:avLst>
              </a:prstGeom>
              <a:solidFill>
                <a:srgbClr val="99C1FE"/>
              </a:solidFill>
              <a:ln w="9525" cap="flat" cmpd="sng">
                <a:solidFill>
                  <a:srgbClr val="0061F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21" name="Google Shape;1021;p19"/>
              <p:cNvSpPr txBox="1"/>
              <p:nvPr/>
            </p:nvSpPr>
            <p:spPr>
              <a:xfrm>
                <a:off x="4021336" y="3483977"/>
                <a:ext cx="108012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7030A0"/>
                    </a:solidFill>
                    <a:latin typeface="Arial"/>
                    <a:ea typeface="Arial"/>
                    <a:cs typeface="Arial"/>
                    <a:sym typeface="Arial"/>
                  </a:rPr>
                  <a:t>Catalina</a:t>
                </a:r>
                <a:endParaRPr/>
              </a:p>
            </p:txBody>
          </p:sp>
          <p:sp>
            <p:nvSpPr>
              <p:cNvPr id="1022" name="Google Shape;1022;p19"/>
              <p:cNvSpPr txBox="1"/>
              <p:nvPr/>
            </p:nvSpPr>
            <p:spPr>
              <a:xfrm>
                <a:off x="3952296" y="3744937"/>
                <a:ext cx="1232146"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500" b="1">
                    <a:solidFill>
                      <a:srgbClr val="7030A0"/>
                    </a:solidFill>
                    <a:latin typeface="Arial"/>
                    <a:ea typeface="Arial"/>
                    <a:cs typeface="Arial"/>
                    <a:sym typeface="Arial"/>
                  </a:rPr>
                  <a:t>956071456</a:t>
                </a:r>
                <a:endParaRPr/>
              </a:p>
            </p:txBody>
          </p:sp>
        </p:grpSp>
        <p:grpSp>
          <p:nvGrpSpPr>
            <p:cNvPr id="1023" name="Google Shape;1023;p19"/>
            <p:cNvGrpSpPr/>
            <p:nvPr/>
          </p:nvGrpSpPr>
          <p:grpSpPr>
            <a:xfrm>
              <a:off x="2699792" y="4436196"/>
              <a:ext cx="1304154" cy="800412"/>
              <a:chOff x="3915918" y="3407514"/>
              <a:chExt cx="1304154" cy="800412"/>
            </a:xfrm>
          </p:grpSpPr>
          <p:sp>
            <p:nvSpPr>
              <p:cNvPr id="1024" name="Google Shape;1024;p19"/>
              <p:cNvSpPr/>
              <p:nvPr/>
            </p:nvSpPr>
            <p:spPr>
              <a:xfrm>
                <a:off x="3915918" y="3407514"/>
                <a:ext cx="1304154" cy="800412"/>
              </a:xfrm>
              <a:prstGeom prst="roundRect">
                <a:avLst>
                  <a:gd name="adj" fmla="val 16667"/>
                </a:avLst>
              </a:prstGeom>
              <a:solidFill>
                <a:srgbClr val="99C1FE"/>
              </a:solidFill>
              <a:ln w="9525" cap="flat" cmpd="sng">
                <a:solidFill>
                  <a:srgbClr val="0061F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25" name="Google Shape;1025;p19"/>
              <p:cNvSpPr txBox="1"/>
              <p:nvPr/>
            </p:nvSpPr>
            <p:spPr>
              <a:xfrm>
                <a:off x="4021336" y="3483977"/>
                <a:ext cx="108012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7030A0"/>
                    </a:solidFill>
                    <a:latin typeface="Arial"/>
                    <a:ea typeface="Arial"/>
                    <a:cs typeface="Arial"/>
                    <a:sym typeface="Arial"/>
                  </a:rPr>
                  <a:t>Víctor</a:t>
                </a:r>
                <a:endParaRPr/>
              </a:p>
            </p:txBody>
          </p:sp>
          <p:sp>
            <p:nvSpPr>
              <p:cNvPr id="1026" name="Google Shape;1026;p19"/>
              <p:cNvSpPr txBox="1"/>
              <p:nvPr/>
            </p:nvSpPr>
            <p:spPr>
              <a:xfrm>
                <a:off x="3952296" y="3744937"/>
                <a:ext cx="1232146"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500" b="1">
                    <a:solidFill>
                      <a:srgbClr val="7030A0"/>
                    </a:solidFill>
                    <a:latin typeface="Arial"/>
                    <a:ea typeface="Arial"/>
                    <a:cs typeface="Arial"/>
                    <a:sym typeface="Arial"/>
                  </a:rPr>
                  <a:t>614834764</a:t>
                </a:r>
                <a:endParaRPr/>
              </a:p>
            </p:txBody>
          </p:sp>
        </p:grpSp>
        <p:grpSp>
          <p:nvGrpSpPr>
            <p:cNvPr id="1027" name="Google Shape;1027;p19"/>
            <p:cNvGrpSpPr/>
            <p:nvPr/>
          </p:nvGrpSpPr>
          <p:grpSpPr>
            <a:xfrm>
              <a:off x="2699792" y="5364892"/>
              <a:ext cx="1304154" cy="800412"/>
              <a:chOff x="3915918" y="3407514"/>
              <a:chExt cx="1304154" cy="800412"/>
            </a:xfrm>
          </p:grpSpPr>
          <p:sp>
            <p:nvSpPr>
              <p:cNvPr id="1028" name="Google Shape;1028;p19"/>
              <p:cNvSpPr/>
              <p:nvPr/>
            </p:nvSpPr>
            <p:spPr>
              <a:xfrm>
                <a:off x="3915918" y="3407514"/>
                <a:ext cx="1304154" cy="800412"/>
              </a:xfrm>
              <a:prstGeom prst="roundRect">
                <a:avLst>
                  <a:gd name="adj" fmla="val 16667"/>
                </a:avLst>
              </a:prstGeom>
              <a:solidFill>
                <a:srgbClr val="99C1FE"/>
              </a:solidFill>
              <a:ln w="9525" cap="flat" cmpd="sng">
                <a:solidFill>
                  <a:srgbClr val="0061F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29" name="Google Shape;1029;p19"/>
              <p:cNvSpPr txBox="1"/>
              <p:nvPr/>
            </p:nvSpPr>
            <p:spPr>
              <a:xfrm>
                <a:off x="4021336" y="3483977"/>
                <a:ext cx="108012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7030A0"/>
                    </a:solidFill>
                    <a:latin typeface="Arial"/>
                    <a:ea typeface="Arial"/>
                    <a:cs typeface="Arial"/>
                    <a:sym typeface="Arial"/>
                  </a:rPr>
                  <a:t>Nuria</a:t>
                </a:r>
                <a:endParaRPr/>
              </a:p>
            </p:txBody>
          </p:sp>
          <p:sp>
            <p:nvSpPr>
              <p:cNvPr id="1030" name="Google Shape;1030;p19"/>
              <p:cNvSpPr txBox="1"/>
              <p:nvPr/>
            </p:nvSpPr>
            <p:spPr>
              <a:xfrm>
                <a:off x="3952296" y="3744937"/>
                <a:ext cx="1232146"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500" b="1">
                    <a:solidFill>
                      <a:srgbClr val="7030A0"/>
                    </a:solidFill>
                    <a:latin typeface="Arial"/>
                    <a:ea typeface="Arial"/>
                    <a:cs typeface="Arial"/>
                    <a:sym typeface="Arial"/>
                  </a:rPr>
                  <a:t>612561437</a:t>
                </a:r>
                <a:endParaRPr/>
              </a:p>
            </p:txBody>
          </p:sp>
        </p:grpSp>
        <p:grpSp>
          <p:nvGrpSpPr>
            <p:cNvPr id="1031" name="Google Shape;1031;p19"/>
            <p:cNvGrpSpPr/>
            <p:nvPr/>
          </p:nvGrpSpPr>
          <p:grpSpPr>
            <a:xfrm>
              <a:off x="2699792" y="3507501"/>
              <a:ext cx="1304154" cy="800412"/>
              <a:chOff x="3915918" y="3407514"/>
              <a:chExt cx="1304154" cy="800412"/>
            </a:xfrm>
          </p:grpSpPr>
          <p:sp>
            <p:nvSpPr>
              <p:cNvPr id="1032" name="Google Shape;1032;p19"/>
              <p:cNvSpPr/>
              <p:nvPr/>
            </p:nvSpPr>
            <p:spPr>
              <a:xfrm>
                <a:off x="3915918" y="3407514"/>
                <a:ext cx="1304154" cy="800412"/>
              </a:xfrm>
              <a:prstGeom prst="roundRect">
                <a:avLst>
                  <a:gd name="adj" fmla="val 16667"/>
                </a:avLst>
              </a:prstGeom>
              <a:solidFill>
                <a:srgbClr val="99C1FE"/>
              </a:solidFill>
              <a:ln w="9525" cap="flat" cmpd="sng">
                <a:solidFill>
                  <a:srgbClr val="0061F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33" name="Google Shape;1033;p19"/>
              <p:cNvSpPr txBox="1"/>
              <p:nvPr/>
            </p:nvSpPr>
            <p:spPr>
              <a:xfrm>
                <a:off x="4021336" y="3483977"/>
                <a:ext cx="108012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7030A0"/>
                    </a:solidFill>
                    <a:latin typeface="Arial"/>
                    <a:ea typeface="Arial"/>
                    <a:cs typeface="Arial"/>
                    <a:sym typeface="Arial"/>
                  </a:rPr>
                  <a:t>Antonio</a:t>
                </a:r>
                <a:endParaRPr/>
              </a:p>
            </p:txBody>
          </p:sp>
          <p:sp>
            <p:nvSpPr>
              <p:cNvPr id="1034" name="Google Shape;1034;p19"/>
              <p:cNvSpPr txBox="1"/>
              <p:nvPr/>
            </p:nvSpPr>
            <p:spPr>
              <a:xfrm>
                <a:off x="3952296" y="3744937"/>
                <a:ext cx="1232146"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500" b="1">
                    <a:solidFill>
                      <a:srgbClr val="7030A0"/>
                    </a:solidFill>
                    <a:latin typeface="Arial"/>
                    <a:ea typeface="Arial"/>
                    <a:cs typeface="Arial"/>
                    <a:sym typeface="Arial"/>
                  </a:rPr>
                  <a:t>856435657</a:t>
                </a:r>
                <a:endParaRPr/>
              </a:p>
            </p:txBody>
          </p:sp>
        </p:grpSp>
        <p:cxnSp>
          <p:nvCxnSpPr>
            <p:cNvPr id="1035" name="Google Shape;1035;p19"/>
            <p:cNvCxnSpPr>
              <a:stCxn id="1014" idx="6"/>
              <a:endCxn id="1020" idx="1"/>
            </p:cNvCxnSpPr>
            <p:nvPr/>
          </p:nvCxnSpPr>
          <p:spPr>
            <a:xfrm rot="10800000" flipH="1">
              <a:off x="1547374" y="2978955"/>
              <a:ext cx="1152300" cy="790800"/>
            </a:xfrm>
            <a:prstGeom prst="straightConnector1">
              <a:avLst/>
            </a:prstGeom>
            <a:noFill/>
            <a:ln w="38100" cap="flat" cmpd="sng">
              <a:solidFill>
                <a:srgbClr val="FF0000"/>
              </a:solidFill>
              <a:prstDash val="solid"/>
              <a:round/>
              <a:headEnd type="none" w="sm" len="sm"/>
              <a:tailEnd type="stealth" w="med" len="med"/>
            </a:ln>
            <a:effectLst>
              <a:outerShdw blurRad="40000" dist="23000" dir="5400000" rotWithShape="0">
                <a:srgbClr val="000000">
                  <a:alpha val="34901"/>
                </a:srgbClr>
              </a:outerShdw>
            </a:effectLst>
          </p:spPr>
        </p:cxnSp>
        <p:cxnSp>
          <p:nvCxnSpPr>
            <p:cNvPr id="1036" name="Google Shape;1036;p19"/>
            <p:cNvCxnSpPr>
              <a:stCxn id="1015" idx="6"/>
              <a:endCxn id="1032" idx="1"/>
            </p:cNvCxnSpPr>
            <p:nvPr/>
          </p:nvCxnSpPr>
          <p:spPr>
            <a:xfrm rot="10800000" flipH="1">
              <a:off x="1543182" y="3907689"/>
              <a:ext cx="1156500" cy="148800"/>
            </a:xfrm>
            <a:prstGeom prst="straightConnector1">
              <a:avLst/>
            </a:prstGeom>
            <a:noFill/>
            <a:ln w="38100" cap="flat" cmpd="sng">
              <a:solidFill>
                <a:srgbClr val="FF0000"/>
              </a:solidFill>
              <a:prstDash val="solid"/>
              <a:round/>
              <a:headEnd type="none" w="sm" len="sm"/>
              <a:tailEnd type="stealth" w="med" len="med"/>
            </a:ln>
            <a:effectLst>
              <a:outerShdw blurRad="40000" dist="23000" dir="5400000" rotWithShape="0">
                <a:srgbClr val="000000">
                  <a:alpha val="34901"/>
                </a:srgbClr>
              </a:outerShdw>
            </a:effectLst>
          </p:spPr>
        </p:cxnSp>
        <p:cxnSp>
          <p:nvCxnSpPr>
            <p:cNvPr id="1037" name="Google Shape;1037;p19"/>
            <p:cNvCxnSpPr>
              <a:stCxn id="1016" idx="6"/>
              <a:endCxn id="1024" idx="1"/>
            </p:cNvCxnSpPr>
            <p:nvPr/>
          </p:nvCxnSpPr>
          <p:spPr>
            <a:xfrm>
              <a:off x="1547374" y="4340329"/>
              <a:ext cx="1152300" cy="496200"/>
            </a:xfrm>
            <a:prstGeom prst="straightConnector1">
              <a:avLst/>
            </a:prstGeom>
            <a:noFill/>
            <a:ln w="38100" cap="flat" cmpd="sng">
              <a:solidFill>
                <a:srgbClr val="FF0000"/>
              </a:solidFill>
              <a:prstDash val="solid"/>
              <a:round/>
              <a:headEnd type="none" w="sm" len="sm"/>
              <a:tailEnd type="stealth" w="med" len="med"/>
            </a:ln>
            <a:effectLst>
              <a:outerShdw blurRad="40000" dist="23000" dir="5400000" rotWithShape="0">
                <a:srgbClr val="000000">
                  <a:alpha val="34901"/>
                </a:srgbClr>
              </a:outerShdw>
            </a:effectLst>
          </p:spPr>
        </p:cxnSp>
        <p:cxnSp>
          <p:nvCxnSpPr>
            <p:cNvPr id="1038" name="Google Shape;1038;p19"/>
            <p:cNvCxnSpPr>
              <a:stCxn id="1017" idx="6"/>
              <a:endCxn id="1028" idx="1"/>
            </p:cNvCxnSpPr>
            <p:nvPr/>
          </p:nvCxnSpPr>
          <p:spPr>
            <a:xfrm>
              <a:off x="1547374" y="4632553"/>
              <a:ext cx="1152300" cy="1132500"/>
            </a:xfrm>
            <a:prstGeom prst="straightConnector1">
              <a:avLst/>
            </a:prstGeom>
            <a:noFill/>
            <a:ln w="38100" cap="flat" cmpd="sng">
              <a:solidFill>
                <a:srgbClr val="FF0000"/>
              </a:solidFill>
              <a:prstDash val="solid"/>
              <a:round/>
              <a:headEnd type="none" w="sm" len="sm"/>
              <a:tailEnd type="stealth" w="med" len="med"/>
            </a:ln>
            <a:effectLst>
              <a:outerShdw blurRad="40000" dist="23000" dir="5400000" rotWithShape="0">
                <a:srgbClr val="000000">
                  <a:alpha val="34901"/>
                </a:srgbClr>
              </a:outerShdw>
            </a:effectLst>
          </p:spPr>
        </p:cxnSp>
      </p:grpSp>
      <p:sp>
        <p:nvSpPr>
          <p:cNvPr id="1039" name="Google Shape;1039;p19"/>
          <p:cNvSpPr/>
          <p:nvPr/>
        </p:nvSpPr>
        <p:spPr>
          <a:xfrm>
            <a:off x="4283968" y="838443"/>
            <a:ext cx="4664104" cy="584604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40" name="Google Shape;1040;p19"/>
          <p:cNvSpPr/>
          <p:nvPr/>
        </p:nvSpPr>
        <p:spPr>
          <a:xfrm>
            <a:off x="4499992" y="836712"/>
            <a:ext cx="2808312" cy="5902898"/>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class Agenda {</a:t>
            </a:r>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a:t>
            </a:r>
            <a:endParaRPr/>
          </a:p>
        </p:txBody>
      </p:sp>
      <p:sp>
        <p:nvSpPr>
          <p:cNvPr id="1041" name="Google Shape;1041;p19"/>
          <p:cNvSpPr/>
          <p:nvPr/>
        </p:nvSpPr>
        <p:spPr>
          <a:xfrm>
            <a:off x="4951889" y="1124742"/>
            <a:ext cx="2497755" cy="673389"/>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Persona[</a:t>
            </a:r>
            <a:r>
              <a:rPr lang="es-ES" sz="400">
                <a:solidFill>
                  <a:schemeClr val="dk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00B0F0"/>
                </a:solidFill>
                <a:latin typeface="Arial"/>
                <a:ea typeface="Arial"/>
                <a:cs typeface="Arial"/>
                <a:sym typeface="Arial"/>
              </a:rPr>
              <a:t>contactos</a:t>
            </a:r>
            <a:r>
              <a:rPr lang="es-ES" sz="1600" b="1">
                <a:solidFill>
                  <a:srgbClr val="5B5BFF"/>
                </a:solidFill>
                <a:latin typeface="Arial"/>
                <a:ea typeface="Arial"/>
                <a:cs typeface="Arial"/>
                <a:sym typeface="Arial"/>
              </a:rPr>
              <a:t>;</a:t>
            </a:r>
            <a:endParaRPr/>
          </a:p>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int </a:t>
            </a:r>
            <a:r>
              <a:rPr lang="es-ES" sz="1600" b="1">
                <a:solidFill>
                  <a:srgbClr val="E8890A"/>
                </a:solidFill>
                <a:latin typeface="Arial"/>
                <a:ea typeface="Arial"/>
                <a:cs typeface="Arial"/>
                <a:sym typeface="Arial"/>
              </a:rPr>
              <a:t>siguiente</a:t>
            </a:r>
            <a:r>
              <a:rPr lang="es-ES" sz="1600" b="1">
                <a:solidFill>
                  <a:schemeClr val="accent1"/>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a:solidFill>
                  <a:srgbClr val="00B050"/>
                </a:solidFill>
                <a:latin typeface="Arial"/>
                <a:ea typeface="Arial"/>
                <a:cs typeface="Arial"/>
                <a:sym typeface="Arial"/>
              </a:rPr>
              <a:t> 0</a:t>
            </a:r>
            <a:r>
              <a:rPr lang="es-ES" sz="1600">
                <a:solidFill>
                  <a:schemeClr val="dk1"/>
                </a:solidFill>
                <a:latin typeface="Arial"/>
                <a:ea typeface="Arial"/>
                <a:cs typeface="Arial"/>
                <a:sym typeface="Arial"/>
              </a:rPr>
              <a:t>;</a:t>
            </a:r>
            <a:endParaRPr sz="1600" b="1">
              <a:solidFill>
                <a:schemeClr val="dk1"/>
              </a:solidFill>
              <a:latin typeface="Arial"/>
              <a:ea typeface="Arial"/>
              <a:cs typeface="Arial"/>
              <a:sym typeface="Arial"/>
            </a:endParaRPr>
          </a:p>
        </p:txBody>
      </p:sp>
      <p:sp>
        <p:nvSpPr>
          <p:cNvPr id="1042" name="Google Shape;1042;p19"/>
          <p:cNvSpPr/>
          <p:nvPr/>
        </p:nvSpPr>
        <p:spPr>
          <a:xfrm>
            <a:off x="4985178" y="1804044"/>
            <a:ext cx="2793452" cy="963918"/>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a:t>
            </a:r>
            <a:r>
              <a:rPr lang="es-ES" sz="1600">
                <a:solidFill>
                  <a:srgbClr val="5B5BFF"/>
                </a:solidFill>
                <a:latin typeface="Arial"/>
                <a:ea typeface="Arial"/>
                <a:cs typeface="Arial"/>
                <a:sym typeface="Arial"/>
              </a:rPr>
              <a:t> </a:t>
            </a:r>
            <a:r>
              <a:rPr lang="es-ES" sz="1600">
                <a:solidFill>
                  <a:srgbClr val="FF0000"/>
                </a:solidFill>
                <a:latin typeface="Arial"/>
                <a:ea typeface="Arial"/>
                <a:cs typeface="Arial"/>
                <a:sym typeface="Arial"/>
              </a:rPr>
              <a:t>Agenda(</a:t>
            </a:r>
            <a:r>
              <a:rPr lang="es-ES" sz="1600">
                <a:solidFill>
                  <a:schemeClr val="dk1"/>
                </a:solidFill>
                <a:latin typeface="Arial"/>
                <a:ea typeface="Arial"/>
                <a:cs typeface="Arial"/>
                <a:sym typeface="Arial"/>
              </a:rPr>
              <a:t>int</a:t>
            </a:r>
            <a:r>
              <a:rPr lang="es-ES" sz="1600">
                <a:solidFill>
                  <a:srgbClr val="00B050"/>
                </a:solidFill>
                <a:latin typeface="Arial"/>
                <a:ea typeface="Arial"/>
                <a:cs typeface="Arial"/>
                <a:sym typeface="Arial"/>
              </a:rPr>
              <a:t> tam</a:t>
            </a:r>
            <a:r>
              <a:rPr lang="es-ES" sz="16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1043" name="Google Shape;1043;p19"/>
          <p:cNvSpPr/>
          <p:nvPr/>
        </p:nvSpPr>
        <p:spPr>
          <a:xfrm>
            <a:off x="5302040" y="2108368"/>
            <a:ext cx="3322258" cy="382862"/>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b="1">
                <a:solidFill>
                  <a:srgbClr val="00B0F0"/>
                </a:solidFill>
                <a:latin typeface="Arial"/>
                <a:ea typeface="Arial"/>
                <a:cs typeface="Arial"/>
                <a:sym typeface="Arial"/>
              </a:rPr>
              <a:t>contactos</a:t>
            </a:r>
            <a:r>
              <a:rPr lang="es-ES" sz="1600">
                <a:solidFill>
                  <a:srgbClr val="5B5BFF"/>
                </a:solidFill>
                <a:latin typeface="Arial"/>
                <a:ea typeface="Arial"/>
                <a:cs typeface="Arial"/>
                <a:sym typeface="Arial"/>
              </a:rPr>
              <a:t> </a:t>
            </a:r>
            <a:r>
              <a:rPr lang="es-ES" sz="1600">
                <a:solidFill>
                  <a:schemeClr val="dk1"/>
                </a:solidFill>
                <a:latin typeface="Arial"/>
                <a:ea typeface="Arial"/>
                <a:cs typeface="Arial"/>
                <a:sym typeface="Arial"/>
              </a:rPr>
              <a:t>= new Persona[</a:t>
            </a:r>
            <a:r>
              <a:rPr lang="es-ES" sz="1600">
                <a:solidFill>
                  <a:srgbClr val="00B050"/>
                </a:solidFill>
                <a:latin typeface="Arial"/>
                <a:ea typeface="Arial"/>
                <a:cs typeface="Arial"/>
                <a:sym typeface="Arial"/>
              </a:rPr>
              <a:t>tam </a:t>
            </a:r>
            <a:r>
              <a:rPr lang="es-ES" sz="1600">
                <a:solidFill>
                  <a:schemeClr val="dk1"/>
                </a:solidFill>
                <a:latin typeface="Arial"/>
                <a:ea typeface="Arial"/>
                <a:cs typeface="Arial"/>
                <a:sym typeface="Arial"/>
              </a:rPr>
              <a:t>] ;</a:t>
            </a:r>
            <a:endParaRPr/>
          </a:p>
        </p:txBody>
      </p:sp>
      <p:sp>
        <p:nvSpPr>
          <p:cNvPr id="1044" name="Google Shape;1044;p19"/>
          <p:cNvSpPr/>
          <p:nvPr/>
        </p:nvSpPr>
        <p:spPr>
          <a:xfrm>
            <a:off x="4983556" y="2967922"/>
            <a:ext cx="3885305" cy="1109150"/>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void </a:t>
            </a:r>
            <a:r>
              <a:rPr lang="es-ES" sz="1600">
                <a:solidFill>
                  <a:srgbClr val="FF0000"/>
                </a:solidFill>
                <a:latin typeface="Arial"/>
                <a:ea typeface="Arial"/>
                <a:cs typeface="Arial"/>
                <a:sym typeface="Arial"/>
              </a:rPr>
              <a:t>insertar(</a:t>
            </a:r>
            <a:r>
              <a:rPr lang="es-ES" sz="1600">
                <a:solidFill>
                  <a:schemeClr val="dk1"/>
                </a:solidFill>
                <a:latin typeface="Arial"/>
                <a:ea typeface="Arial"/>
                <a:cs typeface="Arial"/>
                <a:sym typeface="Arial"/>
              </a:rPr>
              <a:t>Persona</a:t>
            </a:r>
            <a:r>
              <a:rPr lang="es-ES" sz="1600">
                <a:solidFill>
                  <a:srgbClr val="00B050"/>
                </a:solidFill>
                <a:latin typeface="Arial"/>
                <a:ea typeface="Arial"/>
                <a:cs typeface="Arial"/>
                <a:sym typeface="Arial"/>
              </a:rPr>
              <a:t> per</a:t>
            </a:r>
            <a:r>
              <a:rPr lang="es-ES" sz="1600">
                <a:solidFill>
                  <a:srgbClr val="FF0000"/>
                </a:solidFill>
                <a:latin typeface="Arial"/>
                <a:ea typeface="Arial"/>
                <a:cs typeface="Arial"/>
                <a:sym typeface="Arial"/>
              </a:rPr>
              <a:t>) {</a:t>
            </a:r>
            <a:endParaRPr sz="12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2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endParaRPr sz="12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1045" name="Google Shape;1045;p19"/>
          <p:cNvSpPr txBox="1"/>
          <p:nvPr/>
        </p:nvSpPr>
        <p:spPr>
          <a:xfrm>
            <a:off x="5487613" y="3264925"/>
            <a:ext cx="292471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contactos[</a:t>
            </a:r>
            <a:r>
              <a:rPr lang="es-ES" sz="1400" b="1">
                <a:solidFill>
                  <a:srgbClr val="E8890A"/>
                </a:solidFill>
                <a:latin typeface="Arial"/>
                <a:ea typeface="Arial"/>
                <a:cs typeface="Arial"/>
                <a:sym typeface="Arial"/>
              </a:rPr>
              <a:t>siguiente</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  </a:t>
            </a:r>
            <a:r>
              <a:rPr lang="es-ES" sz="1400">
                <a:solidFill>
                  <a:srgbClr val="00B050"/>
                </a:solidFill>
                <a:latin typeface="Arial"/>
                <a:ea typeface="Arial"/>
                <a:cs typeface="Arial"/>
                <a:sym typeface="Arial"/>
              </a:rPr>
              <a:t> per</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1046" name="Google Shape;1046;p19"/>
          <p:cNvSpPr/>
          <p:nvPr/>
        </p:nvSpPr>
        <p:spPr>
          <a:xfrm>
            <a:off x="4970317" y="4180793"/>
            <a:ext cx="3898544" cy="2416559"/>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String </a:t>
            </a:r>
            <a:r>
              <a:rPr lang="es-ES" sz="1600">
                <a:solidFill>
                  <a:srgbClr val="FF0000"/>
                </a:solidFill>
                <a:latin typeface="Arial"/>
                <a:ea typeface="Arial"/>
                <a:cs typeface="Arial"/>
                <a:sym typeface="Arial"/>
              </a:rPr>
              <a:t>getTelefono(</a:t>
            </a:r>
            <a:r>
              <a:rPr lang="es-ES" sz="1600">
                <a:solidFill>
                  <a:schemeClr val="dk1"/>
                </a:solidFill>
                <a:latin typeface="Arial"/>
                <a:ea typeface="Arial"/>
                <a:cs typeface="Arial"/>
                <a:sym typeface="Arial"/>
              </a:rPr>
              <a:t>String</a:t>
            </a:r>
            <a:r>
              <a:rPr lang="es-ES" sz="1600">
                <a:solidFill>
                  <a:srgbClr val="00B050"/>
                </a:solidFill>
                <a:latin typeface="Arial"/>
                <a:ea typeface="Arial"/>
                <a:cs typeface="Arial"/>
                <a:sym typeface="Arial"/>
              </a:rPr>
              <a:t> nom</a:t>
            </a:r>
            <a:r>
              <a:rPr lang="es-ES" sz="16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60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sp>
        <p:nvSpPr>
          <p:cNvPr id="1047" name="Google Shape;1047;p19"/>
          <p:cNvSpPr txBox="1"/>
          <p:nvPr/>
        </p:nvSpPr>
        <p:spPr>
          <a:xfrm>
            <a:off x="5500291" y="4565455"/>
            <a:ext cx="3272815" cy="17235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for(int i=0; i&lt;</a:t>
            </a:r>
            <a:r>
              <a:rPr lang="es-ES" sz="1600" b="1">
                <a:solidFill>
                  <a:srgbClr val="E8890A"/>
                </a:solidFill>
                <a:latin typeface="Arial"/>
                <a:ea typeface="Arial"/>
                <a:cs typeface="Arial"/>
                <a:sym typeface="Arial"/>
              </a:rPr>
              <a:t> siguiente </a:t>
            </a:r>
            <a:r>
              <a:rPr lang="es-ES" sz="1600">
                <a:solidFill>
                  <a:schemeClr val="dk1"/>
                </a:solidFill>
                <a:latin typeface="Arial"/>
                <a:ea typeface="Arial"/>
                <a:cs typeface="Arial"/>
                <a:sym typeface="Arial"/>
              </a:rPr>
              <a:t>; i++) {</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a:t>
            </a:r>
            <a:r>
              <a:rPr lang="es-ES" sz="1400">
                <a:solidFill>
                  <a:schemeClr val="dk1"/>
                </a:solidFill>
                <a:latin typeface="Arial"/>
                <a:ea typeface="Arial"/>
                <a:cs typeface="Arial"/>
                <a:sym typeface="Arial"/>
              </a:rPr>
              <a:t>Persona </a:t>
            </a:r>
            <a:r>
              <a:rPr lang="es-ES" sz="1400" b="1">
                <a:solidFill>
                  <a:srgbClr val="FF99FF"/>
                </a:solidFill>
                <a:latin typeface="Arial"/>
                <a:ea typeface="Arial"/>
                <a:cs typeface="Arial"/>
                <a:sym typeface="Arial"/>
              </a:rPr>
              <a:t>per</a:t>
            </a:r>
            <a:r>
              <a:rPr lang="es-ES" sz="1400">
                <a:solidFill>
                  <a:schemeClr val="dk1"/>
                </a:solidFill>
                <a:latin typeface="Arial"/>
                <a:ea typeface="Arial"/>
                <a:cs typeface="Arial"/>
                <a:sym typeface="Arial"/>
              </a:rPr>
              <a:t> = contactos[i];</a:t>
            </a:r>
            <a:endParaRPr/>
          </a:p>
          <a:p>
            <a:pPr marL="0" marR="0" lvl="0" indent="0" algn="l" rtl="0">
              <a:spcBef>
                <a:spcPts val="0"/>
              </a:spcBef>
              <a:spcAft>
                <a:spcPts val="0"/>
              </a:spcAft>
              <a:buNone/>
            </a:pPr>
            <a:r>
              <a:rPr lang="es-ES" sz="1400">
                <a:solidFill>
                  <a:schemeClr val="dk1"/>
                </a:solidFill>
                <a:latin typeface="Arial"/>
                <a:ea typeface="Arial"/>
                <a:cs typeface="Arial"/>
                <a:sym typeface="Arial"/>
              </a:rPr>
              <a:t>       String nombre = </a:t>
            </a:r>
            <a:r>
              <a:rPr lang="es-ES" sz="1400" b="1">
                <a:solidFill>
                  <a:srgbClr val="FF99FF"/>
                </a:solidFill>
                <a:latin typeface="Arial"/>
                <a:ea typeface="Arial"/>
                <a:cs typeface="Arial"/>
                <a:sym typeface="Arial"/>
              </a:rPr>
              <a:t>per</a:t>
            </a:r>
            <a:r>
              <a:rPr lang="es-ES" sz="1400">
                <a:solidFill>
                  <a:schemeClr val="dk1"/>
                </a:solidFill>
                <a:latin typeface="Arial"/>
                <a:ea typeface="Arial"/>
                <a:cs typeface="Arial"/>
                <a:sym typeface="Arial"/>
              </a:rPr>
              <a:t>.</a:t>
            </a:r>
            <a:r>
              <a:rPr lang="es-ES" sz="1400">
                <a:solidFill>
                  <a:srgbClr val="FF0000"/>
                </a:solidFill>
                <a:latin typeface="Arial"/>
                <a:ea typeface="Arial"/>
                <a:cs typeface="Arial"/>
                <a:sym typeface="Arial"/>
              </a:rPr>
              <a:t>getNombre()</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rgbClr val="FF0000"/>
                </a:solidFill>
                <a:latin typeface="Arial"/>
                <a:ea typeface="Arial"/>
                <a:cs typeface="Arial"/>
                <a:sym typeface="Arial"/>
              </a:rPr>
              <a:t>       </a:t>
            </a:r>
            <a:r>
              <a:rPr lang="es-ES" sz="1400">
                <a:solidFill>
                  <a:schemeClr val="dk1"/>
                </a:solidFill>
                <a:latin typeface="Arial"/>
                <a:ea typeface="Arial"/>
                <a:cs typeface="Arial"/>
                <a:sym typeface="Arial"/>
              </a:rPr>
              <a:t>if( nombre.</a:t>
            </a:r>
            <a:r>
              <a:rPr lang="es-ES" sz="1400">
                <a:solidFill>
                  <a:srgbClr val="FF0000"/>
                </a:solidFill>
                <a:latin typeface="Arial"/>
                <a:ea typeface="Arial"/>
                <a:cs typeface="Arial"/>
                <a:sym typeface="Arial"/>
              </a:rPr>
              <a:t>equals(</a:t>
            </a:r>
            <a:r>
              <a:rPr lang="es-ES" sz="1400">
                <a:solidFill>
                  <a:srgbClr val="009900"/>
                </a:solidFill>
                <a:latin typeface="Arial"/>
                <a:ea typeface="Arial"/>
                <a:cs typeface="Arial"/>
                <a:sym typeface="Arial"/>
              </a:rPr>
              <a:t>nom</a:t>
            </a:r>
            <a:r>
              <a:rPr lang="es-ES" sz="1400">
                <a:solidFill>
                  <a:srgbClr val="FF0000"/>
                </a:solidFill>
                <a:latin typeface="Arial"/>
                <a:ea typeface="Arial"/>
                <a:cs typeface="Arial"/>
                <a:sym typeface="Arial"/>
              </a:rPr>
              <a:t>)</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chemeClr val="dk1"/>
                </a:solidFill>
                <a:latin typeface="Arial"/>
                <a:ea typeface="Arial"/>
                <a:cs typeface="Arial"/>
                <a:sym typeface="Arial"/>
              </a:rPr>
              <a:t>            return </a:t>
            </a:r>
            <a:r>
              <a:rPr lang="es-ES" sz="1400" b="1">
                <a:solidFill>
                  <a:srgbClr val="FF99FF"/>
                </a:solidFill>
                <a:latin typeface="Arial"/>
                <a:ea typeface="Arial"/>
                <a:cs typeface="Arial"/>
                <a:sym typeface="Arial"/>
              </a:rPr>
              <a:t>per</a:t>
            </a:r>
            <a:r>
              <a:rPr lang="es-ES" sz="1400">
                <a:solidFill>
                  <a:schemeClr val="dk1"/>
                </a:solidFill>
                <a:latin typeface="Arial"/>
                <a:ea typeface="Arial"/>
                <a:cs typeface="Arial"/>
                <a:sym typeface="Arial"/>
              </a:rPr>
              <a:t>.</a:t>
            </a:r>
            <a:r>
              <a:rPr lang="es-ES" sz="1400">
                <a:solidFill>
                  <a:srgbClr val="FF0000"/>
                </a:solidFill>
                <a:latin typeface="Arial"/>
                <a:ea typeface="Arial"/>
                <a:cs typeface="Arial"/>
                <a:sym typeface="Arial"/>
              </a:rPr>
              <a:t>getTelefono()</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return null;</a:t>
            </a:r>
            <a:endParaRPr/>
          </a:p>
        </p:txBody>
      </p:sp>
      <p:sp>
        <p:nvSpPr>
          <p:cNvPr id="1048" name="Google Shape;1048;p19"/>
          <p:cNvSpPr txBox="1"/>
          <p:nvPr/>
        </p:nvSpPr>
        <p:spPr>
          <a:xfrm>
            <a:off x="5487091" y="3490198"/>
            <a:ext cx="28422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E8890A"/>
                </a:solidFill>
                <a:latin typeface="Arial"/>
                <a:ea typeface="Arial"/>
                <a:cs typeface="Arial"/>
                <a:sym typeface="Arial"/>
              </a:rPr>
              <a:t>siguiente++</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049" name="Google Shape;1049;p19"/>
          <p:cNvGrpSpPr/>
          <p:nvPr/>
        </p:nvGrpSpPr>
        <p:grpSpPr>
          <a:xfrm>
            <a:off x="107504" y="3556331"/>
            <a:ext cx="998016" cy="426848"/>
            <a:chOff x="153899" y="2950205"/>
            <a:chExt cx="998016" cy="426848"/>
          </a:xfrm>
        </p:grpSpPr>
        <p:sp>
          <p:nvSpPr>
            <p:cNvPr id="1050" name="Google Shape;1050;p19"/>
            <p:cNvSpPr/>
            <p:nvPr/>
          </p:nvSpPr>
          <p:spPr>
            <a:xfrm>
              <a:off x="194240" y="2950205"/>
              <a:ext cx="957675" cy="426848"/>
            </a:xfrm>
            <a:prstGeom prst="right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51" name="Google Shape;1051;p19"/>
            <p:cNvSpPr txBox="1"/>
            <p:nvPr/>
          </p:nvSpPr>
          <p:spPr>
            <a:xfrm>
              <a:off x="153899" y="3004101"/>
              <a:ext cx="96499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dk1"/>
                  </a:solidFill>
                  <a:latin typeface="Gisha"/>
                  <a:ea typeface="Gisha"/>
                  <a:cs typeface="Gisha"/>
                  <a:sym typeface="Gisha"/>
                </a:rPr>
                <a:t>siguiente</a:t>
              </a:r>
              <a:endParaRPr/>
            </a:p>
          </p:txBody>
        </p:sp>
      </p:grpSp>
      <p:grpSp>
        <p:nvGrpSpPr>
          <p:cNvPr id="1052" name="Google Shape;1052;p19"/>
          <p:cNvGrpSpPr/>
          <p:nvPr/>
        </p:nvGrpSpPr>
        <p:grpSpPr>
          <a:xfrm>
            <a:off x="487284" y="1124744"/>
            <a:ext cx="1928196" cy="1344675"/>
            <a:chOff x="487284" y="1124744"/>
            <a:chExt cx="1928196" cy="1344675"/>
          </a:xfrm>
        </p:grpSpPr>
        <p:sp>
          <p:nvSpPr>
            <p:cNvPr id="1053" name="Google Shape;1053;p19"/>
            <p:cNvSpPr/>
            <p:nvPr/>
          </p:nvSpPr>
          <p:spPr>
            <a:xfrm>
              <a:off x="788514" y="1461436"/>
              <a:ext cx="1296144" cy="1007983"/>
            </a:xfrm>
            <a:prstGeom prst="rect">
              <a:avLst/>
            </a:prstGeom>
            <a:solidFill>
              <a:srgbClr val="99C1FE">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9"/>
            <p:cNvSpPr txBox="1"/>
            <p:nvPr/>
          </p:nvSpPr>
          <p:spPr>
            <a:xfrm>
              <a:off x="487284" y="1124744"/>
              <a:ext cx="1928196" cy="3847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900" b="1">
                  <a:solidFill>
                    <a:srgbClr val="0A0AFE"/>
                  </a:solidFill>
                  <a:latin typeface="Arial"/>
                  <a:ea typeface="Arial"/>
                  <a:cs typeface="Arial"/>
                  <a:sym typeface="Arial"/>
                </a:rPr>
                <a:t>Persona</a:t>
              </a:r>
              <a:endParaRPr sz="1900" b="1">
                <a:solidFill>
                  <a:schemeClr val="dk1"/>
                </a:solidFill>
                <a:latin typeface="Arial"/>
                <a:ea typeface="Arial"/>
                <a:cs typeface="Arial"/>
                <a:sym typeface="Arial"/>
              </a:endParaRPr>
            </a:p>
          </p:txBody>
        </p:sp>
        <p:sp>
          <p:nvSpPr>
            <p:cNvPr id="1055" name="Google Shape;1055;p19"/>
            <p:cNvSpPr txBox="1"/>
            <p:nvPr/>
          </p:nvSpPr>
          <p:spPr>
            <a:xfrm>
              <a:off x="873222" y="1658825"/>
              <a:ext cx="108012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nombre</a:t>
              </a:r>
              <a:endParaRPr sz="1600" b="1">
                <a:solidFill>
                  <a:srgbClr val="FF0000"/>
                </a:solidFill>
                <a:latin typeface="Arial"/>
                <a:ea typeface="Arial"/>
                <a:cs typeface="Arial"/>
                <a:sym typeface="Arial"/>
              </a:endParaRPr>
            </a:p>
          </p:txBody>
        </p:sp>
        <p:sp>
          <p:nvSpPr>
            <p:cNvPr id="1056" name="Google Shape;1056;p19"/>
            <p:cNvSpPr txBox="1"/>
            <p:nvPr/>
          </p:nvSpPr>
          <p:spPr>
            <a:xfrm>
              <a:off x="873222" y="2097082"/>
              <a:ext cx="108012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telefono</a:t>
              </a:r>
              <a:endParaRPr sz="1600" b="1">
                <a:solidFill>
                  <a:srgbClr val="FF0000"/>
                </a:solidFill>
                <a:latin typeface="Arial"/>
                <a:ea typeface="Arial"/>
                <a:cs typeface="Arial"/>
                <a:sym typeface="Arial"/>
              </a:endParaRPr>
            </a:p>
          </p:txBody>
        </p:sp>
        <p:sp>
          <p:nvSpPr>
            <p:cNvPr id="1057" name="Google Shape;1057;p19"/>
            <p:cNvSpPr txBox="1"/>
            <p:nvPr/>
          </p:nvSpPr>
          <p:spPr>
            <a:xfrm>
              <a:off x="1058356" y="1455288"/>
              <a:ext cx="72698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lt1"/>
                  </a:solidFill>
                  <a:latin typeface="Arial"/>
                  <a:ea typeface="Arial"/>
                  <a:cs typeface="Arial"/>
                  <a:sym typeface="Arial"/>
                </a:rPr>
                <a:t>String</a:t>
              </a:r>
              <a:endParaRPr sz="1400" b="1">
                <a:solidFill>
                  <a:schemeClr val="lt1"/>
                </a:solidFill>
                <a:latin typeface="Arial"/>
                <a:ea typeface="Arial"/>
                <a:cs typeface="Arial"/>
                <a:sym typeface="Arial"/>
              </a:endParaRPr>
            </a:p>
          </p:txBody>
        </p:sp>
        <p:sp>
          <p:nvSpPr>
            <p:cNvPr id="1058" name="Google Shape;1058;p19"/>
            <p:cNvSpPr txBox="1"/>
            <p:nvPr/>
          </p:nvSpPr>
          <p:spPr>
            <a:xfrm>
              <a:off x="1056624" y="1897087"/>
              <a:ext cx="72698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chemeClr val="lt1"/>
                  </a:solidFill>
                  <a:latin typeface="Arial"/>
                  <a:ea typeface="Arial"/>
                  <a:cs typeface="Arial"/>
                  <a:sym typeface="Arial"/>
                </a:rPr>
                <a:t>String</a:t>
              </a:r>
              <a:endParaRPr sz="1400" b="1">
                <a:solidFill>
                  <a:schemeClr val="lt1"/>
                </a:solidFill>
                <a:latin typeface="Arial"/>
                <a:ea typeface="Arial"/>
                <a:cs typeface="Arial"/>
                <a:sym typeface="Arial"/>
              </a:endParaRPr>
            </a:p>
          </p:txBody>
        </p:sp>
      </p:grpSp>
      <p:grpSp>
        <p:nvGrpSpPr>
          <p:cNvPr id="1059" name="Google Shape;1059;p19"/>
          <p:cNvGrpSpPr/>
          <p:nvPr/>
        </p:nvGrpSpPr>
        <p:grpSpPr>
          <a:xfrm>
            <a:off x="2404258" y="1124742"/>
            <a:ext cx="2096429" cy="1141617"/>
            <a:chOff x="2404258" y="1124742"/>
            <a:chExt cx="2096429" cy="1141617"/>
          </a:xfrm>
        </p:grpSpPr>
        <p:sp>
          <p:nvSpPr>
            <p:cNvPr id="1060" name="Google Shape;1060;p19"/>
            <p:cNvSpPr/>
            <p:nvPr/>
          </p:nvSpPr>
          <p:spPr>
            <a:xfrm>
              <a:off x="2404258" y="1124742"/>
              <a:ext cx="2095734" cy="1141617"/>
            </a:xfrm>
            <a:prstGeom prst="wedgeRoundRectCallout">
              <a:avLst>
                <a:gd name="adj1" fmla="val 74171"/>
                <a:gd name="adj2" fmla="val 111592"/>
                <a:gd name="adj3" fmla="val 16667"/>
              </a:avLst>
            </a:prstGeom>
            <a:solidFill>
              <a:srgbClr val="FFFF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61" name="Google Shape;1061;p19"/>
            <p:cNvSpPr txBox="1"/>
            <p:nvPr/>
          </p:nvSpPr>
          <p:spPr>
            <a:xfrm>
              <a:off x="2404953" y="1153210"/>
              <a:ext cx="2095734"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Antes de añadir una Persona habría que comprobar que aún queda sitio</a:t>
              </a:r>
              <a:endParaRPr/>
            </a:p>
          </p:txBody>
        </p:sp>
      </p:grpSp>
      <p:grpSp>
        <p:nvGrpSpPr>
          <p:cNvPr id="1062" name="Google Shape;1062;p19"/>
          <p:cNvGrpSpPr/>
          <p:nvPr/>
        </p:nvGrpSpPr>
        <p:grpSpPr>
          <a:xfrm>
            <a:off x="4976936" y="2655685"/>
            <a:ext cx="3885305" cy="1586721"/>
            <a:chOff x="6903" y="2174092"/>
            <a:chExt cx="3885305" cy="1586721"/>
          </a:xfrm>
        </p:grpSpPr>
        <p:sp>
          <p:nvSpPr>
            <p:cNvPr id="1063" name="Google Shape;1063;p19"/>
            <p:cNvSpPr txBox="1"/>
            <p:nvPr/>
          </p:nvSpPr>
          <p:spPr>
            <a:xfrm>
              <a:off x="286580" y="2591262"/>
              <a:ext cx="3195859"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Arial"/>
                  <a:ea typeface="Arial"/>
                  <a:cs typeface="Arial"/>
                  <a:sym typeface="Arial"/>
                </a:rPr>
                <a:t>if(</a:t>
              </a:r>
              <a:r>
                <a:rPr lang="es-ES" sz="1400" b="1">
                  <a:solidFill>
                    <a:srgbClr val="E8890A"/>
                  </a:solidFill>
                  <a:latin typeface="Arial"/>
                  <a:ea typeface="Arial"/>
                  <a:cs typeface="Arial"/>
                  <a:sym typeface="Arial"/>
                </a:rPr>
                <a:t>siguiente  &gt;= </a:t>
              </a:r>
              <a:r>
                <a:rPr lang="es-ES" sz="1400" b="1">
                  <a:solidFill>
                    <a:srgbClr val="00B0F0"/>
                  </a:solidFill>
                  <a:latin typeface="Arial"/>
                  <a:ea typeface="Arial"/>
                  <a:cs typeface="Arial"/>
                  <a:sym typeface="Arial"/>
                </a:rPr>
                <a:t>contactos.</a:t>
              </a:r>
              <a:r>
                <a:rPr lang="es-ES" sz="1400" b="1">
                  <a:solidFill>
                    <a:srgbClr val="00B050"/>
                  </a:solidFill>
                  <a:latin typeface="Arial"/>
                  <a:ea typeface="Arial"/>
                  <a:cs typeface="Arial"/>
                  <a:sym typeface="Arial"/>
                </a:rPr>
                <a:t>length</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chemeClr val="dk1"/>
                  </a:solidFill>
                  <a:latin typeface="Arial"/>
                  <a:ea typeface="Arial"/>
                  <a:cs typeface="Arial"/>
                  <a:sym typeface="Arial"/>
                </a:rPr>
                <a:t>      return </a:t>
              </a:r>
              <a:r>
                <a:rPr lang="es-ES" sz="1400">
                  <a:solidFill>
                    <a:srgbClr val="00B050"/>
                  </a:solidFill>
                  <a:latin typeface="Arial"/>
                  <a:ea typeface="Arial"/>
                  <a:cs typeface="Arial"/>
                  <a:sym typeface="Arial"/>
                </a:rPr>
                <a:t>false;</a:t>
              </a:r>
              <a:endParaRPr/>
            </a:p>
            <a:p>
              <a:pPr marL="0" marR="0" lvl="0" indent="0" algn="l" rtl="0">
                <a:spcBef>
                  <a:spcPts val="0"/>
                </a:spcBef>
                <a:spcAft>
                  <a:spcPts val="0"/>
                </a:spcAft>
                <a:buNone/>
              </a:pPr>
              <a:r>
                <a:rPr lang="es-ES" sz="1400" b="1">
                  <a:solidFill>
                    <a:srgbClr val="00B0F0"/>
                  </a:solidFill>
                  <a:latin typeface="Arial"/>
                  <a:ea typeface="Arial"/>
                  <a:cs typeface="Arial"/>
                  <a:sym typeface="Arial"/>
                </a:rPr>
                <a:t>contactos[</a:t>
              </a:r>
              <a:r>
                <a:rPr lang="es-ES" sz="1400" b="1">
                  <a:solidFill>
                    <a:srgbClr val="E8890A"/>
                  </a:solidFill>
                  <a:latin typeface="Arial"/>
                  <a:ea typeface="Arial"/>
                  <a:cs typeface="Arial"/>
                  <a:sym typeface="Arial"/>
                </a:rPr>
                <a:t>siguiente++</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  </a:t>
              </a:r>
              <a:r>
                <a:rPr lang="es-ES" sz="1400">
                  <a:solidFill>
                    <a:srgbClr val="00B050"/>
                  </a:solidFill>
                  <a:latin typeface="Arial"/>
                  <a:ea typeface="Arial"/>
                  <a:cs typeface="Arial"/>
                  <a:sym typeface="Arial"/>
                </a:rPr>
                <a:t> per</a:t>
              </a:r>
              <a:r>
                <a:rPr lang="es-E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400">
                  <a:solidFill>
                    <a:schemeClr val="dk1"/>
                  </a:solidFill>
                  <a:latin typeface="Arial"/>
                  <a:ea typeface="Arial"/>
                  <a:cs typeface="Arial"/>
                  <a:sym typeface="Arial"/>
                </a:rPr>
                <a:t> return </a:t>
              </a:r>
              <a:r>
                <a:rPr lang="es-ES" sz="1400">
                  <a:solidFill>
                    <a:srgbClr val="00B050"/>
                  </a:solidFill>
                  <a:latin typeface="Arial"/>
                  <a:ea typeface="Arial"/>
                  <a:cs typeface="Arial"/>
                  <a:sym typeface="Arial"/>
                </a:rPr>
                <a:t>true</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064" name="Google Shape;1064;p19"/>
            <p:cNvSpPr/>
            <p:nvPr/>
          </p:nvSpPr>
          <p:spPr>
            <a:xfrm>
              <a:off x="6903" y="2174092"/>
              <a:ext cx="3885305" cy="1463349"/>
            </a:xfrm>
            <a:prstGeom prst="rect">
              <a:avLst/>
            </a:prstGeom>
            <a:noFill/>
            <a:ln>
              <a:noFill/>
            </a:ln>
          </p:spPr>
          <p:txBody>
            <a:bodyPr spcFirstLastPara="1" wrap="square" lIns="91425" tIns="45700" rIns="91425" bIns="45700" anchor="t" anchorCtr="0">
              <a:spAutoFit/>
            </a:bodyPr>
            <a:lstStyle/>
            <a:p>
              <a:pPr marL="0" marR="0" lvl="0" indent="0" algn="l" rtl="0">
                <a:lnSpc>
                  <a:spcPct val="118000"/>
                </a:lnSpc>
                <a:spcBef>
                  <a:spcPts val="0"/>
                </a:spcBef>
                <a:spcAft>
                  <a:spcPts val="0"/>
                </a:spcAft>
                <a:buNone/>
              </a:pPr>
              <a:r>
                <a:rPr lang="es-ES" sz="1600">
                  <a:solidFill>
                    <a:schemeClr val="dk1"/>
                  </a:solidFill>
                  <a:latin typeface="Arial"/>
                  <a:ea typeface="Arial"/>
                  <a:cs typeface="Arial"/>
                  <a:sym typeface="Arial"/>
                </a:rPr>
                <a:t>public boolean </a:t>
              </a:r>
              <a:r>
                <a:rPr lang="es-ES" sz="1600">
                  <a:solidFill>
                    <a:srgbClr val="FF0000"/>
                  </a:solidFill>
                  <a:latin typeface="Arial"/>
                  <a:ea typeface="Arial"/>
                  <a:cs typeface="Arial"/>
                  <a:sym typeface="Arial"/>
                </a:rPr>
                <a:t>insertar(</a:t>
              </a:r>
              <a:r>
                <a:rPr lang="es-ES" sz="1600">
                  <a:solidFill>
                    <a:schemeClr val="dk1"/>
                  </a:solidFill>
                  <a:latin typeface="Arial"/>
                  <a:ea typeface="Arial"/>
                  <a:cs typeface="Arial"/>
                  <a:sym typeface="Arial"/>
                </a:rPr>
                <a:t>Persona</a:t>
              </a:r>
              <a:r>
                <a:rPr lang="es-ES" sz="1600">
                  <a:solidFill>
                    <a:srgbClr val="00B050"/>
                  </a:solidFill>
                  <a:latin typeface="Arial"/>
                  <a:ea typeface="Arial"/>
                  <a:cs typeface="Arial"/>
                  <a:sym typeface="Arial"/>
                </a:rPr>
                <a:t> per</a:t>
              </a:r>
              <a:r>
                <a:rPr lang="es-ES" sz="1600">
                  <a:solidFill>
                    <a:srgbClr val="FF0000"/>
                  </a:solidFill>
                  <a:latin typeface="Arial"/>
                  <a:ea typeface="Arial"/>
                  <a:cs typeface="Arial"/>
                  <a:sym typeface="Arial"/>
                </a:rPr>
                <a:t>) {</a:t>
              </a:r>
              <a:endParaRPr/>
            </a:p>
            <a:p>
              <a:pPr marL="0" marR="0" lvl="0" indent="0" algn="l" rtl="0">
                <a:lnSpc>
                  <a:spcPct val="118000"/>
                </a:lnSpc>
                <a:spcBef>
                  <a:spcPts val="0"/>
                </a:spcBef>
                <a:spcAft>
                  <a:spcPts val="0"/>
                </a:spcAft>
                <a:buNone/>
              </a:pPr>
              <a:endParaRPr sz="105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050">
                <a:solidFill>
                  <a:srgbClr val="FF0000"/>
                </a:solidFill>
                <a:latin typeface="Arial"/>
                <a:ea typeface="Arial"/>
                <a:cs typeface="Arial"/>
                <a:sym typeface="Arial"/>
              </a:endParaRPr>
            </a:p>
            <a:p>
              <a:pPr marL="0" marR="0" lvl="0" indent="0" algn="l" rtl="0">
                <a:lnSpc>
                  <a:spcPct val="118000"/>
                </a:lnSpc>
                <a:spcBef>
                  <a:spcPts val="0"/>
                </a:spcBef>
                <a:spcAft>
                  <a:spcPts val="0"/>
                </a:spcAft>
                <a:buNone/>
              </a:pPr>
              <a:endParaRPr sz="105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endParaRPr sz="1200">
                <a:solidFill>
                  <a:srgbClr val="5B5BFF"/>
                </a:solidFill>
                <a:latin typeface="Arial"/>
                <a:ea typeface="Arial"/>
                <a:cs typeface="Arial"/>
                <a:sym typeface="Arial"/>
              </a:endParaRPr>
            </a:p>
            <a:p>
              <a:pPr marL="0" marR="0" lvl="0" indent="0" algn="l" rtl="0">
                <a:lnSpc>
                  <a:spcPct val="118000"/>
                </a:lnSpc>
                <a:spcBef>
                  <a:spcPts val="0"/>
                </a:spcBef>
                <a:spcAft>
                  <a:spcPts val="0"/>
                </a:spcAft>
                <a:buNone/>
              </a:pPr>
              <a:r>
                <a:rPr lang="es-ES" sz="1600">
                  <a:solidFill>
                    <a:srgbClr val="FF0000"/>
                  </a:solidFill>
                  <a:latin typeface="Arial"/>
                  <a:ea typeface="Arial"/>
                  <a:cs typeface="Arial"/>
                  <a:sym typeface="Arial"/>
                </a:rPr>
                <a:t>}</a:t>
              </a:r>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52"/>
                                        </p:tgtEl>
                                        <p:attrNameLst>
                                          <p:attrName>style.visibility</p:attrName>
                                        </p:attrNameLst>
                                      </p:cBhvr>
                                      <p:to>
                                        <p:strVal val="visible"/>
                                      </p:to>
                                    </p:set>
                                    <p:anim calcmode="lin" valueType="num">
                                      <p:cBhvr additive="base">
                                        <p:cTn id="7" dur="500"/>
                                        <p:tgtEl>
                                          <p:spTgt spid="1052"/>
                                        </p:tgtEl>
                                        <p:attrNameLst>
                                          <p:attrName>ppt_w</p:attrName>
                                        </p:attrNameLst>
                                      </p:cBhvr>
                                      <p:tavLst>
                                        <p:tav tm="0">
                                          <p:val>
                                            <p:strVal val="0"/>
                                          </p:val>
                                        </p:tav>
                                        <p:tav tm="100000">
                                          <p:val>
                                            <p:strVal val="#ppt_w"/>
                                          </p:val>
                                        </p:tav>
                                      </p:tavLst>
                                    </p:anim>
                                    <p:anim calcmode="lin" valueType="num">
                                      <p:cBhvr additive="base">
                                        <p:cTn id="8" dur="500"/>
                                        <p:tgtEl>
                                          <p:spTgt spid="105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996"/>
                                        </p:tgtEl>
                                        <p:attrNameLst>
                                          <p:attrName>style.visibility</p:attrName>
                                        </p:attrNameLst>
                                      </p:cBhvr>
                                      <p:to>
                                        <p:strVal val="visible"/>
                                      </p:to>
                                    </p:set>
                                    <p:anim calcmode="lin" valueType="num">
                                      <p:cBhvr additive="base">
                                        <p:cTn id="13" dur="500"/>
                                        <p:tgtEl>
                                          <p:spTgt spid="996"/>
                                        </p:tgtEl>
                                        <p:attrNameLst>
                                          <p:attrName>ppt_w</p:attrName>
                                        </p:attrNameLst>
                                      </p:cBhvr>
                                      <p:tavLst>
                                        <p:tav tm="0">
                                          <p:val>
                                            <p:strVal val="0"/>
                                          </p:val>
                                        </p:tav>
                                        <p:tav tm="100000">
                                          <p:val>
                                            <p:strVal val="#ppt_w"/>
                                          </p:val>
                                        </p:tav>
                                      </p:tavLst>
                                    </p:anim>
                                    <p:anim calcmode="lin" valueType="num">
                                      <p:cBhvr additive="base">
                                        <p:cTn id="14" dur="500"/>
                                        <p:tgtEl>
                                          <p:spTgt spid="996"/>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18"/>
                                        </p:tgtEl>
                                        <p:attrNameLst>
                                          <p:attrName>style.visibility</p:attrName>
                                        </p:attrNameLst>
                                      </p:cBhvr>
                                      <p:to>
                                        <p:strVal val="visible"/>
                                      </p:to>
                                    </p:set>
                                    <p:animEffect transition="in" filter="fade">
                                      <p:cBhvr>
                                        <p:cTn id="19" dur="500"/>
                                        <p:tgtEl>
                                          <p:spTgt spid="101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39"/>
                                        </p:tgtEl>
                                        <p:attrNameLst>
                                          <p:attrName>style.visibility</p:attrName>
                                        </p:attrNameLst>
                                      </p:cBhvr>
                                      <p:to>
                                        <p:strVal val="visible"/>
                                      </p:to>
                                    </p:set>
                                    <p:animEffect transition="in" filter="fade">
                                      <p:cBhvr>
                                        <p:cTn id="24" dur="500"/>
                                        <p:tgtEl>
                                          <p:spTgt spid="1039"/>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040"/>
                                        </p:tgtEl>
                                        <p:attrNameLst>
                                          <p:attrName>style.visibility</p:attrName>
                                        </p:attrNameLst>
                                      </p:cBhvr>
                                      <p:to>
                                        <p:strVal val="visible"/>
                                      </p:to>
                                    </p:set>
                                    <p:anim calcmode="lin" valueType="num">
                                      <p:cBhvr additive="base">
                                        <p:cTn id="29" dur="500"/>
                                        <p:tgtEl>
                                          <p:spTgt spid="1040"/>
                                        </p:tgtEl>
                                        <p:attrNameLst>
                                          <p:attrName>ppt_w</p:attrName>
                                        </p:attrNameLst>
                                      </p:cBhvr>
                                      <p:tavLst>
                                        <p:tav tm="0">
                                          <p:val>
                                            <p:strVal val="0"/>
                                          </p:val>
                                        </p:tav>
                                        <p:tav tm="100000">
                                          <p:val>
                                            <p:strVal val="#ppt_w"/>
                                          </p:val>
                                        </p:tav>
                                      </p:tavLst>
                                    </p:anim>
                                    <p:anim calcmode="lin" valueType="num">
                                      <p:cBhvr additive="base">
                                        <p:cTn id="30" dur="500"/>
                                        <p:tgtEl>
                                          <p:spTgt spid="1040"/>
                                        </p:tgtEl>
                                        <p:attrNameLst>
                                          <p:attrName>ppt_h</p:attrName>
                                        </p:attrNameLst>
                                      </p:cBhvr>
                                      <p:tavLst>
                                        <p:tav tm="0">
                                          <p:val>
                                            <p:str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041">
                                            <p:txEl>
                                              <p:pRg st="0" end="0"/>
                                            </p:txEl>
                                          </p:spTgt>
                                        </p:tgtEl>
                                        <p:attrNameLst>
                                          <p:attrName>style.visibility</p:attrName>
                                        </p:attrNameLst>
                                      </p:cBhvr>
                                      <p:to>
                                        <p:strVal val="visible"/>
                                      </p:to>
                                    </p:set>
                                    <p:anim calcmode="lin" valueType="num">
                                      <p:cBhvr additive="base">
                                        <p:cTn id="35" dur="500"/>
                                        <p:tgtEl>
                                          <p:spTgt spid="1041">
                                            <p:txEl>
                                              <p:pRg st="0" end="0"/>
                                            </p:txEl>
                                          </p:spTgt>
                                        </p:tgtEl>
                                        <p:attrNameLst>
                                          <p:attrName>ppt_w</p:attrName>
                                        </p:attrNameLst>
                                      </p:cBhvr>
                                      <p:tavLst>
                                        <p:tav tm="0">
                                          <p:val>
                                            <p:strVal val="0"/>
                                          </p:val>
                                        </p:tav>
                                        <p:tav tm="100000">
                                          <p:val>
                                            <p:strVal val="#ppt_w"/>
                                          </p:val>
                                        </p:tav>
                                      </p:tavLst>
                                    </p:anim>
                                    <p:anim calcmode="lin" valueType="num">
                                      <p:cBhvr additive="base">
                                        <p:cTn id="36" dur="500"/>
                                        <p:tgtEl>
                                          <p:spTgt spid="1041">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1041">
                                            <p:txEl>
                                              <p:pRg st="1" end="1"/>
                                            </p:txEl>
                                          </p:spTgt>
                                        </p:tgtEl>
                                        <p:attrNameLst>
                                          <p:attrName>style.visibility</p:attrName>
                                        </p:attrNameLst>
                                      </p:cBhvr>
                                      <p:to>
                                        <p:strVal val="visible"/>
                                      </p:to>
                                    </p:set>
                                    <p:anim calcmode="lin" valueType="num">
                                      <p:cBhvr additive="base">
                                        <p:cTn id="41" dur="500"/>
                                        <p:tgtEl>
                                          <p:spTgt spid="1041">
                                            <p:txEl>
                                              <p:pRg st="1" end="1"/>
                                            </p:txEl>
                                          </p:spTgt>
                                        </p:tgtEl>
                                        <p:attrNameLst>
                                          <p:attrName>ppt_w</p:attrName>
                                        </p:attrNameLst>
                                      </p:cBhvr>
                                      <p:tavLst>
                                        <p:tav tm="0">
                                          <p:val>
                                            <p:strVal val="0"/>
                                          </p:val>
                                        </p:tav>
                                        <p:tav tm="100000">
                                          <p:val>
                                            <p:strVal val="#ppt_w"/>
                                          </p:val>
                                        </p:tav>
                                      </p:tavLst>
                                    </p:anim>
                                    <p:anim calcmode="lin" valueType="num">
                                      <p:cBhvr additive="base">
                                        <p:cTn id="42" dur="500"/>
                                        <p:tgtEl>
                                          <p:spTgt spid="1041">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49"/>
                                        </p:tgtEl>
                                        <p:attrNameLst>
                                          <p:attrName>style.visibility</p:attrName>
                                        </p:attrNameLst>
                                      </p:cBhvr>
                                      <p:to>
                                        <p:strVal val="visible"/>
                                      </p:to>
                                    </p:set>
                                    <p:animEffect transition="in" filter="fade">
                                      <p:cBhvr>
                                        <p:cTn id="47" dur="500"/>
                                        <p:tgtEl>
                                          <p:spTgt spid="104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nodeType="clickEffect">
                                  <p:stCondLst>
                                    <p:cond delay="0"/>
                                  </p:stCondLst>
                                  <p:childTnLst>
                                    <p:set>
                                      <p:cBhvr>
                                        <p:cTn id="51" dur="1" fill="hold">
                                          <p:stCondLst>
                                            <p:cond delay="0"/>
                                          </p:stCondLst>
                                        </p:cTn>
                                        <p:tgtEl>
                                          <p:spTgt spid="1042"/>
                                        </p:tgtEl>
                                        <p:attrNameLst>
                                          <p:attrName>style.visibility</p:attrName>
                                        </p:attrNameLst>
                                      </p:cBhvr>
                                      <p:to>
                                        <p:strVal val="visible"/>
                                      </p:to>
                                    </p:set>
                                    <p:anim calcmode="lin" valueType="num">
                                      <p:cBhvr additive="base">
                                        <p:cTn id="52" dur="500"/>
                                        <p:tgtEl>
                                          <p:spTgt spid="1042"/>
                                        </p:tgtEl>
                                        <p:attrNameLst>
                                          <p:attrName>ppt_w</p:attrName>
                                        </p:attrNameLst>
                                      </p:cBhvr>
                                      <p:tavLst>
                                        <p:tav tm="0">
                                          <p:val>
                                            <p:strVal val="0"/>
                                          </p:val>
                                        </p:tav>
                                        <p:tav tm="100000">
                                          <p:val>
                                            <p:strVal val="#ppt_w"/>
                                          </p:val>
                                        </p:tav>
                                      </p:tavLst>
                                    </p:anim>
                                    <p:anim calcmode="lin" valueType="num">
                                      <p:cBhvr additive="base">
                                        <p:cTn id="53" dur="500"/>
                                        <p:tgtEl>
                                          <p:spTgt spid="1042"/>
                                        </p:tgtEl>
                                        <p:attrNameLst>
                                          <p:attrName>ppt_h</p:attrName>
                                        </p:attrNameLst>
                                      </p:cBhvr>
                                      <p:tavLst>
                                        <p:tav tm="0">
                                          <p:val>
                                            <p:str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nodeType="clickEffect">
                                  <p:stCondLst>
                                    <p:cond delay="0"/>
                                  </p:stCondLst>
                                  <p:childTnLst>
                                    <p:set>
                                      <p:cBhvr>
                                        <p:cTn id="57" dur="1" fill="hold">
                                          <p:stCondLst>
                                            <p:cond delay="0"/>
                                          </p:stCondLst>
                                        </p:cTn>
                                        <p:tgtEl>
                                          <p:spTgt spid="1043"/>
                                        </p:tgtEl>
                                        <p:attrNameLst>
                                          <p:attrName>style.visibility</p:attrName>
                                        </p:attrNameLst>
                                      </p:cBhvr>
                                      <p:to>
                                        <p:strVal val="visible"/>
                                      </p:to>
                                    </p:set>
                                    <p:anim calcmode="lin" valueType="num">
                                      <p:cBhvr additive="base">
                                        <p:cTn id="58" dur="500"/>
                                        <p:tgtEl>
                                          <p:spTgt spid="1043"/>
                                        </p:tgtEl>
                                        <p:attrNameLst>
                                          <p:attrName>ppt_w</p:attrName>
                                        </p:attrNameLst>
                                      </p:cBhvr>
                                      <p:tavLst>
                                        <p:tav tm="0">
                                          <p:val>
                                            <p:strVal val="0"/>
                                          </p:val>
                                        </p:tav>
                                        <p:tav tm="100000">
                                          <p:val>
                                            <p:strVal val="#ppt_w"/>
                                          </p:val>
                                        </p:tav>
                                      </p:tavLst>
                                    </p:anim>
                                    <p:anim calcmode="lin" valueType="num">
                                      <p:cBhvr additive="base">
                                        <p:cTn id="59" dur="500"/>
                                        <p:tgtEl>
                                          <p:spTgt spid="1043"/>
                                        </p:tgtEl>
                                        <p:attrNameLst>
                                          <p:attrName>ppt_h</p:attrName>
                                        </p:attrNameLst>
                                      </p:cBhvr>
                                      <p:tavLst>
                                        <p:tav tm="0">
                                          <p:val>
                                            <p:str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3" presetClass="entr" presetSubtype="16" fill="hold" nodeType="clickEffect">
                                  <p:stCondLst>
                                    <p:cond delay="0"/>
                                  </p:stCondLst>
                                  <p:childTnLst>
                                    <p:set>
                                      <p:cBhvr>
                                        <p:cTn id="63" dur="1" fill="hold">
                                          <p:stCondLst>
                                            <p:cond delay="0"/>
                                          </p:stCondLst>
                                        </p:cTn>
                                        <p:tgtEl>
                                          <p:spTgt spid="1044"/>
                                        </p:tgtEl>
                                        <p:attrNameLst>
                                          <p:attrName>style.visibility</p:attrName>
                                        </p:attrNameLst>
                                      </p:cBhvr>
                                      <p:to>
                                        <p:strVal val="visible"/>
                                      </p:to>
                                    </p:set>
                                    <p:anim calcmode="lin" valueType="num">
                                      <p:cBhvr additive="base">
                                        <p:cTn id="64" dur="500"/>
                                        <p:tgtEl>
                                          <p:spTgt spid="1044"/>
                                        </p:tgtEl>
                                        <p:attrNameLst>
                                          <p:attrName>ppt_w</p:attrName>
                                        </p:attrNameLst>
                                      </p:cBhvr>
                                      <p:tavLst>
                                        <p:tav tm="0">
                                          <p:val>
                                            <p:strVal val="0"/>
                                          </p:val>
                                        </p:tav>
                                        <p:tav tm="100000">
                                          <p:val>
                                            <p:strVal val="#ppt_w"/>
                                          </p:val>
                                        </p:tav>
                                      </p:tavLst>
                                    </p:anim>
                                    <p:anim calcmode="lin" valueType="num">
                                      <p:cBhvr additive="base">
                                        <p:cTn id="65" dur="500"/>
                                        <p:tgtEl>
                                          <p:spTgt spid="1044"/>
                                        </p:tgtEl>
                                        <p:attrNameLst>
                                          <p:attrName>ppt_h</p:attrName>
                                        </p:attrNameLst>
                                      </p:cBhvr>
                                      <p:tavLst>
                                        <p:tav tm="0">
                                          <p:val>
                                            <p:str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3" presetClass="entr" presetSubtype="16" fill="hold" nodeType="clickEffect">
                                  <p:stCondLst>
                                    <p:cond delay="0"/>
                                  </p:stCondLst>
                                  <p:childTnLst>
                                    <p:set>
                                      <p:cBhvr>
                                        <p:cTn id="69" dur="1" fill="hold">
                                          <p:stCondLst>
                                            <p:cond delay="0"/>
                                          </p:stCondLst>
                                        </p:cTn>
                                        <p:tgtEl>
                                          <p:spTgt spid="1045"/>
                                        </p:tgtEl>
                                        <p:attrNameLst>
                                          <p:attrName>style.visibility</p:attrName>
                                        </p:attrNameLst>
                                      </p:cBhvr>
                                      <p:to>
                                        <p:strVal val="visible"/>
                                      </p:to>
                                    </p:set>
                                    <p:anim calcmode="lin" valueType="num">
                                      <p:cBhvr additive="base">
                                        <p:cTn id="70" dur="500"/>
                                        <p:tgtEl>
                                          <p:spTgt spid="1045"/>
                                        </p:tgtEl>
                                        <p:attrNameLst>
                                          <p:attrName>ppt_w</p:attrName>
                                        </p:attrNameLst>
                                      </p:cBhvr>
                                      <p:tavLst>
                                        <p:tav tm="0">
                                          <p:val>
                                            <p:strVal val="0"/>
                                          </p:val>
                                        </p:tav>
                                        <p:tav tm="100000">
                                          <p:val>
                                            <p:strVal val="#ppt_w"/>
                                          </p:val>
                                        </p:tav>
                                      </p:tavLst>
                                    </p:anim>
                                    <p:anim calcmode="lin" valueType="num">
                                      <p:cBhvr additive="base">
                                        <p:cTn id="71" dur="500"/>
                                        <p:tgtEl>
                                          <p:spTgt spid="1045"/>
                                        </p:tgtEl>
                                        <p:attrNameLst>
                                          <p:attrName>ppt_h</p:attrName>
                                        </p:attrNameLst>
                                      </p:cBhvr>
                                      <p:tavLst>
                                        <p:tav tm="0">
                                          <p:val>
                                            <p:str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23" presetClass="entr" presetSubtype="16" fill="hold" nodeType="clickEffect">
                                  <p:stCondLst>
                                    <p:cond delay="0"/>
                                  </p:stCondLst>
                                  <p:childTnLst>
                                    <p:set>
                                      <p:cBhvr>
                                        <p:cTn id="75" dur="1" fill="hold">
                                          <p:stCondLst>
                                            <p:cond delay="0"/>
                                          </p:stCondLst>
                                        </p:cTn>
                                        <p:tgtEl>
                                          <p:spTgt spid="1048"/>
                                        </p:tgtEl>
                                        <p:attrNameLst>
                                          <p:attrName>style.visibility</p:attrName>
                                        </p:attrNameLst>
                                      </p:cBhvr>
                                      <p:to>
                                        <p:strVal val="visible"/>
                                      </p:to>
                                    </p:set>
                                    <p:anim calcmode="lin" valueType="num">
                                      <p:cBhvr additive="base">
                                        <p:cTn id="76" dur="500"/>
                                        <p:tgtEl>
                                          <p:spTgt spid="1048"/>
                                        </p:tgtEl>
                                        <p:attrNameLst>
                                          <p:attrName>ppt_w</p:attrName>
                                        </p:attrNameLst>
                                      </p:cBhvr>
                                      <p:tavLst>
                                        <p:tav tm="0">
                                          <p:val>
                                            <p:strVal val="0"/>
                                          </p:val>
                                        </p:tav>
                                        <p:tav tm="100000">
                                          <p:val>
                                            <p:strVal val="#ppt_w"/>
                                          </p:val>
                                        </p:tav>
                                      </p:tavLst>
                                    </p:anim>
                                    <p:anim calcmode="lin" valueType="num">
                                      <p:cBhvr additive="base">
                                        <p:cTn id="77" dur="500"/>
                                        <p:tgtEl>
                                          <p:spTgt spid="1048"/>
                                        </p:tgtEl>
                                        <p:attrNameLst>
                                          <p:attrName>ppt_h</p:attrName>
                                        </p:attrNameLst>
                                      </p:cBhvr>
                                      <p:tavLst>
                                        <p:tav tm="0">
                                          <p:val>
                                            <p:str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23" presetClass="entr" presetSubtype="16" fill="hold" nodeType="clickEffect">
                                  <p:stCondLst>
                                    <p:cond delay="0"/>
                                  </p:stCondLst>
                                  <p:childTnLst>
                                    <p:set>
                                      <p:cBhvr>
                                        <p:cTn id="81" dur="1" fill="hold">
                                          <p:stCondLst>
                                            <p:cond delay="0"/>
                                          </p:stCondLst>
                                        </p:cTn>
                                        <p:tgtEl>
                                          <p:spTgt spid="1046"/>
                                        </p:tgtEl>
                                        <p:attrNameLst>
                                          <p:attrName>style.visibility</p:attrName>
                                        </p:attrNameLst>
                                      </p:cBhvr>
                                      <p:to>
                                        <p:strVal val="visible"/>
                                      </p:to>
                                    </p:set>
                                    <p:anim calcmode="lin" valueType="num">
                                      <p:cBhvr additive="base">
                                        <p:cTn id="82" dur="500"/>
                                        <p:tgtEl>
                                          <p:spTgt spid="1046"/>
                                        </p:tgtEl>
                                        <p:attrNameLst>
                                          <p:attrName>ppt_w</p:attrName>
                                        </p:attrNameLst>
                                      </p:cBhvr>
                                      <p:tavLst>
                                        <p:tav tm="0">
                                          <p:val>
                                            <p:strVal val="0"/>
                                          </p:val>
                                        </p:tav>
                                        <p:tav tm="100000">
                                          <p:val>
                                            <p:strVal val="#ppt_w"/>
                                          </p:val>
                                        </p:tav>
                                      </p:tavLst>
                                    </p:anim>
                                    <p:anim calcmode="lin" valueType="num">
                                      <p:cBhvr additive="base">
                                        <p:cTn id="83" dur="500"/>
                                        <p:tgtEl>
                                          <p:spTgt spid="1046"/>
                                        </p:tgtEl>
                                        <p:attrNameLst>
                                          <p:attrName>ppt_h</p:attrName>
                                        </p:attrNameLst>
                                      </p:cBhvr>
                                      <p:tavLst>
                                        <p:tav tm="0">
                                          <p:val>
                                            <p:strVal val="0"/>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23" presetClass="entr" presetSubtype="16" fill="hold" nodeType="clickEffect">
                                  <p:stCondLst>
                                    <p:cond delay="0"/>
                                  </p:stCondLst>
                                  <p:childTnLst>
                                    <p:set>
                                      <p:cBhvr>
                                        <p:cTn id="87" dur="1" fill="hold">
                                          <p:stCondLst>
                                            <p:cond delay="0"/>
                                          </p:stCondLst>
                                        </p:cTn>
                                        <p:tgtEl>
                                          <p:spTgt spid="1047">
                                            <p:txEl>
                                              <p:pRg st="0" end="0"/>
                                            </p:txEl>
                                          </p:spTgt>
                                        </p:tgtEl>
                                        <p:attrNameLst>
                                          <p:attrName>style.visibility</p:attrName>
                                        </p:attrNameLst>
                                      </p:cBhvr>
                                      <p:to>
                                        <p:strVal val="visible"/>
                                      </p:to>
                                    </p:set>
                                    <p:anim calcmode="lin" valueType="num">
                                      <p:cBhvr additive="base">
                                        <p:cTn id="88" dur="500"/>
                                        <p:tgtEl>
                                          <p:spTgt spid="1047">
                                            <p:txEl>
                                              <p:pRg st="0" end="0"/>
                                            </p:txEl>
                                          </p:spTgt>
                                        </p:tgtEl>
                                        <p:attrNameLst>
                                          <p:attrName>ppt_w</p:attrName>
                                        </p:attrNameLst>
                                      </p:cBhvr>
                                      <p:tavLst>
                                        <p:tav tm="0">
                                          <p:val>
                                            <p:strVal val="0"/>
                                          </p:val>
                                        </p:tav>
                                        <p:tav tm="100000">
                                          <p:val>
                                            <p:strVal val="#ppt_w"/>
                                          </p:val>
                                        </p:tav>
                                      </p:tavLst>
                                    </p:anim>
                                    <p:anim calcmode="lin" valueType="num">
                                      <p:cBhvr additive="base">
                                        <p:cTn id="89" dur="500"/>
                                        <p:tgtEl>
                                          <p:spTgt spid="1047">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23" presetClass="entr" presetSubtype="16" fill="hold" nodeType="clickEffect">
                                  <p:stCondLst>
                                    <p:cond delay="0"/>
                                  </p:stCondLst>
                                  <p:childTnLst>
                                    <p:set>
                                      <p:cBhvr>
                                        <p:cTn id="93" dur="1" fill="hold">
                                          <p:stCondLst>
                                            <p:cond delay="0"/>
                                          </p:stCondLst>
                                        </p:cTn>
                                        <p:tgtEl>
                                          <p:spTgt spid="1047">
                                            <p:txEl>
                                              <p:pRg st="1" end="1"/>
                                            </p:txEl>
                                          </p:spTgt>
                                        </p:tgtEl>
                                        <p:attrNameLst>
                                          <p:attrName>style.visibility</p:attrName>
                                        </p:attrNameLst>
                                      </p:cBhvr>
                                      <p:to>
                                        <p:strVal val="visible"/>
                                      </p:to>
                                    </p:set>
                                    <p:anim calcmode="lin" valueType="num">
                                      <p:cBhvr additive="base">
                                        <p:cTn id="94" dur="500"/>
                                        <p:tgtEl>
                                          <p:spTgt spid="1047">
                                            <p:txEl>
                                              <p:pRg st="1" end="1"/>
                                            </p:txEl>
                                          </p:spTgt>
                                        </p:tgtEl>
                                        <p:attrNameLst>
                                          <p:attrName>ppt_w</p:attrName>
                                        </p:attrNameLst>
                                      </p:cBhvr>
                                      <p:tavLst>
                                        <p:tav tm="0">
                                          <p:val>
                                            <p:strVal val="0"/>
                                          </p:val>
                                        </p:tav>
                                        <p:tav tm="100000">
                                          <p:val>
                                            <p:strVal val="#ppt_w"/>
                                          </p:val>
                                        </p:tav>
                                      </p:tavLst>
                                    </p:anim>
                                    <p:anim calcmode="lin" valueType="num">
                                      <p:cBhvr additive="base">
                                        <p:cTn id="95" dur="500"/>
                                        <p:tgtEl>
                                          <p:spTgt spid="1047">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23" presetClass="entr" presetSubtype="16" fill="hold" nodeType="clickEffect">
                                  <p:stCondLst>
                                    <p:cond delay="0"/>
                                  </p:stCondLst>
                                  <p:childTnLst>
                                    <p:set>
                                      <p:cBhvr>
                                        <p:cTn id="99" dur="1" fill="hold">
                                          <p:stCondLst>
                                            <p:cond delay="0"/>
                                          </p:stCondLst>
                                        </p:cTn>
                                        <p:tgtEl>
                                          <p:spTgt spid="1047">
                                            <p:txEl>
                                              <p:pRg st="2" end="2"/>
                                            </p:txEl>
                                          </p:spTgt>
                                        </p:tgtEl>
                                        <p:attrNameLst>
                                          <p:attrName>style.visibility</p:attrName>
                                        </p:attrNameLst>
                                      </p:cBhvr>
                                      <p:to>
                                        <p:strVal val="visible"/>
                                      </p:to>
                                    </p:set>
                                    <p:anim calcmode="lin" valueType="num">
                                      <p:cBhvr additive="base">
                                        <p:cTn id="100" dur="500"/>
                                        <p:tgtEl>
                                          <p:spTgt spid="1047">
                                            <p:txEl>
                                              <p:pRg st="2" end="2"/>
                                            </p:txEl>
                                          </p:spTgt>
                                        </p:tgtEl>
                                        <p:attrNameLst>
                                          <p:attrName>ppt_w</p:attrName>
                                        </p:attrNameLst>
                                      </p:cBhvr>
                                      <p:tavLst>
                                        <p:tav tm="0">
                                          <p:val>
                                            <p:strVal val="0"/>
                                          </p:val>
                                        </p:tav>
                                        <p:tav tm="100000">
                                          <p:val>
                                            <p:strVal val="#ppt_w"/>
                                          </p:val>
                                        </p:tav>
                                      </p:tavLst>
                                    </p:anim>
                                    <p:anim calcmode="lin" valueType="num">
                                      <p:cBhvr additive="base">
                                        <p:cTn id="101" dur="500"/>
                                        <p:tgtEl>
                                          <p:spTgt spid="1047">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23" presetClass="entr" presetSubtype="16" fill="hold" nodeType="clickEffect">
                                  <p:stCondLst>
                                    <p:cond delay="0"/>
                                  </p:stCondLst>
                                  <p:childTnLst>
                                    <p:set>
                                      <p:cBhvr>
                                        <p:cTn id="105" dur="1" fill="hold">
                                          <p:stCondLst>
                                            <p:cond delay="0"/>
                                          </p:stCondLst>
                                        </p:cTn>
                                        <p:tgtEl>
                                          <p:spTgt spid="1047">
                                            <p:txEl>
                                              <p:pRg st="3" end="3"/>
                                            </p:txEl>
                                          </p:spTgt>
                                        </p:tgtEl>
                                        <p:attrNameLst>
                                          <p:attrName>style.visibility</p:attrName>
                                        </p:attrNameLst>
                                      </p:cBhvr>
                                      <p:to>
                                        <p:strVal val="visible"/>
                                      </p:to>
                                    </p:set>
                                    <p:anim calcmode="lin" valueType="num">
                                      <p:cBhvr additive="base">
                                        <p:cTn id="106" dur="500"/>
                                        <p:tgtEl>
                                          <p:spTgt spid="1047">
                                            <p:txEl>
                                              <p:pRg st="3" end="3"/>
                                            </p:txEl>
                                          </p:spTgt>
                                        </p:tgtEl>
                                        <p:attrNameLst>
                                          <p:attrName>ppt_w</p:attrName>
                                        </p:attrNameLst>
                                      </p:cBhvr>
                                      <p:tavLst>
                                        <p:tav tm="0">
                                          <p:val>
                                            <p:strVal val="0"/>
                                          </p:val>
                                        </p:tav>
                                        <p:tav tm="100000">
                                          <p:val>
                                            <p:strVal val="#ppt_w"/>
                                          </p:val>
                                        </p:tav>
                                      </p:tavLst>
                                    </p:anim>
                                    <p:anim calcmode="lin" valueType="num">
                                      <p:cBhvr additive="base">
                                        <p:cTn id="107" dur="500"/>
                                        <p:tgtEl>
                                          <p:spTgt spid="1047">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23" presetClass="entr" presetSubtype="16" fill="hold" nodeType="clickEffect">
                                  <p:stCondLst>
                                    <p:cond delay="0"/>
                                  </p:stCondLst>
                                  <p:childTnLst>
                                    <p:set>
                                      <p:cBhvr>
                                        <p:cTn id="111" dur="1" fill="hold">
                                          <p:stCondLst>
                                            <p:cond delay="0"/>
                                          </p:stCondLst>
                                        </p:cTn>
                                        <p:tgtEl>
                                          <p:spTgt spid="1047">
                                            <p:txEl>
                                              <p:pRg st="4" end="4"/>
                                            </p:txEl>
                                          </p:spTgt>
                                        </p:tgtEl>
                                        <p:attrNameLst>
                                          <p:attrName>style.visibility</p:attrName>
                                        </p:attrNameLst>
                                      </p:cBhvr>
                                      <p:to>
                                        <p:strVal val="visible"/>
                                      </p:to>
                                    </p:set>
                                    <p:anim calcmode="lin" valueType="num">
                                      <p:cBhvr additive="base">
                                        <p:cTn id="112" dur="500"/>
                                        <p:tgtEl>
                                          <p:spTgt spid="1047">
                                            <p:txEl>
                                              <p:pRg st="4" end="4"/>
                                            </p:txEl>
                                          </p:spTgt>
                                        </p:tgtEl>
                                        <p:attrNameLst>
                                          <p:attrName>ppt_w</p:attrName>
                                        </p:attrNameLst>
                                      </p:cBhvr>
                                      <p:tavLst>
                                        <p:tav tm="0">
                                          <p:val>
                                            <p:strVal val="0"/>
                                          </p:val>
                                        </p:tav>
                                        <p:tav tm="100000">
                                          <p:val>
                                            <p:strVal val="#ppt_w"/>
                                          </p:val>
                                        </p:tav>
                                      </p:tavLst>
                                    </p:anim>
                                    <p:anim calcmode="lin" valueType="num">
                                      <p:cBhvr additive="base">
                                        <p:cTn id="113" dur="500"/>
                                        <p:tgtEl>
                                          <p:spTgt spid="1047">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23" presetClass="entr" presetSubtype="16" fill="hold" nodeType="clickEffect">
                                  <p:stCondLst>
                                    <p:cond delay="0"/>
                                  </p:stCondLst>
                                  <p:childTnLst>
                                    <p:set>
                                      <p:cBhvr>
                                        <p:cTn id="117" dur="1" fill="hold">
                                          <p:stCondLst>
                                            <p:cond delay="0"/>
                                          </p:stCondLst>
                                        </p:cTn>
                                        <p:tgtEl>
                                          <p:spTgt spid="1047">
                                            <p:txEl>
                                              <p:pRg st="5" end="5"/>
                                            </p:txEl>
                                          </p:spTgt>
                                        </p:tgtEl>
                                        <p:attrNameLst>
                                          <p:attrName>style.visibility</p:attrName>
                                        </p:attrNameLst>
                                      </p:cBhvr>
                                      <p:to>
                                        <p:strVal val="visible"/>
                                      </p:to>
                                    </p:set>
                                    <p:anim calcmode="lin" valueType="num">
                                      <p:cBhvr additive="base">
                                        <p:cTn id="118" dur="500"/>
                                        <p:tgtEl>
                                          <p:spTgt spid="1047">
                                            <p:txEl>
                                              <p:pRg st="5" end="5"/>
                                            </p:txEl>
                                          </p:spTgt>
                                        </p:tgtEl>
                                        <p:attrNameLst>
                                          <p:attrName>ppt_w</p:attrName>
                                        </p:attrNameLst>
                                      </p:cBhvr>
                                      <p:tavLst>
                                        <p:tav tm="0">
                                          <p:val>
                                            <p:strVal val="0"/>
                                          </p:val>
                                        </p:tav>
                                        <p:tav tm="100000">
                                          <p:val>
                                            <p:strVal val="#ppt_w"/>
                                          </p:val>
                                        </p:tav>
                                      </p:tavLst>
                                    </p:anim>
                                    <p:anim calcmode="lin" valueType="num">
                                      <p:cBhvr additive="base">
                                        <p:cTn id="119" dur="500"/>
                                        <p:tgtEl>
                                          <p:spTgt spid="1047">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23" presetClass="entr" presetSubtype="16" fill="hold" nodeType="clickEffect">
                                  <p:stCondLst>
                                    <p:cond delay="0"/>
                                  </p:stCondLst>
                                  <p:childTnLst>
                                    <p:set>
                                      <p:cBhvr>
                                        <p:cTn id="123" dur="1" fill="hold">
                                          <p:stCondLst>
                                            <p:cond delay="0"/>
                                          </p:stCondLst>
                                        </p:cTn>
                                        <p:tgtEl>
                                          <p:spTgt spid="1047">
                                            <p:txEl>
                                              <p:pRg st="6" end="6"/>
                                            </p:txEl>
                                          </p:spTgt>
                                        </p:tgtEl>
                                        <p:attrNameLst>
                                          <p:attrName>style.visibility</p:attrName>
                                        </p:attrNameLst>
                                      </p:cBhvr>
                                      <p:to>
                                        <p:strVal val="visible"/>
                                      </p:to>
                                    </p:set>
                                    <p:anim calcmode="lin" valueType="num">
                                      <p:cBhvr additive="base">
                                        <p:cTn id="124" dur="500"/>
                                        <p:tgtEl>
                                          <p:spTgt spid="1047">
                                            <p:txEl>
                                              <p:pRg st="6" end="6"/>
                                            </p:txEl>
                                          </p:spTgt>
                                        </p:tgtEl>
                                        <p:attrNameLst>
                                          <p:attrName>ppt_w</p:attrName>
                                        </p:attrNameLst>
                                      </p:cBhvr>
                                      <p:tavLst>
                                        <p:tav tm="0">
                                          <p:val>
                                            <p:strVal val="0"/>
                                          </p:val>
                                        </p:tav>
                                        <p:tav tm="100000">
                                          <p:val>
                                            <p:strVal val="#ppt_w"/>
                                          </p:val>
                                        </p:tav>
                                      </p:tavLst>
                                    </p:anim>
                                    <p:anim calcmode="lin" valueType="num">
                                      <p:cBhvr additive="base">
                                        <p:cTn id="125" dur="500"/>
                                        <p:tgtEl>
                                          <p:spTgt spid="1047">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1059"/>
                                        </p:tgtEl>
                                        <p:attrNameLst>
                                          <p:attrName>style.visibility</p:attrName>
                                        </p:attrNameLst>
                                      </p:cBhvr>
                                      <p:to>
                                        <p:strVal val="visible"/>
                                      </p:to>
                                    </p:set>
                                    <p:animEffect transition="in" filter="fade">
                                      <p:cBhvr>
                                        <p:cTn id="130" dur="500"/>
                                        <p:tgtEl>
                                          <p:spTgt spid="105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nodeType="clickEffect">
                                  <p:stCondLst>
                                    <p:cond delay="0"/>
                                  </p:stCondLst>
                                  <p:childTnLst>
                                    <p:animEffect transition="out" filter="fade">
                                      <p:cBhvr>
                                        <p:cTn id="134" dur="500"/>
                                        <p:tgtEl>
                                          <p:spTgt spid="1044"/>
                                        </p:tgtEl>
                                      </p:cBhvr>
                                    </p:animEffect>
                                    <p:set>
                                      <p:cBhvr>
                                        <p:cTn id="135" dur="1" fill="hold">
                                          <p:stCondLst>
                                            <p:cond delay="500"/>
                                          </p:stCondLst>
                                        </p:cTn>
                                        <p:tgtEl>
                                          <p:spTgt spid="1044"/>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500"/>
                                        <p:tgtEl>
                                          <p:spTgt spid="1045"/>
                                        </p:tgtEl>
                                      </p:cBhvr>
                                    </p:animEffect>
                                    <p:set>
                                      <p:cBhvr>
                                        <p:cTn id="138" dur="1" fill="hold">
                                          <p:stCondLst>
                                            <p:cond delay="500"/>
                                          </p:stCondLst>
                                        </p:cTn>
                                        <p:tgtEl>
                                          <p:spTgt spid="1045"/>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500"/>
                                        <p:tgtEl>
                                          <p:spTgt spid="1048"/>
                                        </p:tgtEl>
                                      </p:cBhvr>
                                    </p:animEffect>
                                    <p:set>
                                      <p:cBhvr>
                                        <p:cTn id="141" dur="1" fill="hold">
                                          <p:stCondLst>
                                            <p:cond delay="500"/>
                                          </p:stCondLst>
                                        </p:cTn>
                                        <p:tgtEl>
                                          <p:spTgt spid="1048"/>
                                        </p:tgtEl>
                                        <p:attrNameLst>
                                          <p:attrName>style.visibility</p:attrName>
                                        </p:attrNameLst>
                                      </p:cBhvr>
                                      <p:to>
                                        <p:strVal val="hidden"/>
                                      </p:to>
                                    </p:set>
                                  </p:childTnLst>
                                </p:cTn>
                              </p:par>
                              <p:par>
                                <p:cTn id="142" presetID="10" presetClass="entr" presetSubtype="0" fill="hold" nodeType="withEffect">
                                  <p:stCondLst>
                                    <p:cond delay="0"/>
                                  </p:stCondLst>
                                  <p:childTnLst>
                                    <p:set>
                                      <p:cBhvr>
                                        <p:cTn id="143" dur="1" fill="hold">
                                          <p:stCondLst>
                                            <p:cond delay="0"/>
                                          </p:stCondLst>
                                        </p:cTn>
                                        <p:tgtEl>
                                          <p:spTgt spid="1062"/>
                                        </p:tgtEl>
                                        <p:attrNameLst>
                                          <p:attrName>style.visibility</p:attrName>
                                        </p:attrNameLst>
                                      </p:cBhvr>
                                      <p:to>
                                        <p:strVal val="visible"/>
                                      </p:to>
                                    </p:set>
                                    <p:animEffect transition="in" filter="fade">
                                      <p:cBhvr>
                                        <p:cTn id="144" dur="500"/>
                                        <p:tgtEl>
                                          <p:spTgt spid="1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grpSp>
        <p:nvGrpSpPr>
          <p:cNvPr id="1069" name="Google Shape;1069;p20"/>
          <p:cNvGrpSpPr/>
          <p:nvPr/>
        </p:nvGrpSpPr>
        <p:grpSpPr>
          <a:xfrm>
            <a:off x="3968303" y="2567113"/>
            <a:ext cx="3925590" cy="827372"/>
            <a:chOff x="3968303" y="2581627"/>
            <a:chExt cx="3925590" cy="827372"/>
          </a:xfrm>
        </p:grpSpPr>
        <p:sp>
          <p:nvSpPr>
            <p:cNvPr id="1070" name="Google Shape;1070;p20"/>
            <p:cNvSpPr/>
            <p:nvPr/>
          </p:nvSpPr>
          <p:spPr>
            <a:xfrm>
              <a:off x="3968303" y="2875805"/>
              <a:ext cx="3925590" cy="533194"/>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71" name="Google Shape;1071;p20"/>
            <p:cNvSpPr txBox="1"/>
            <p:nvPr/>
          </p:nvSpPr>
          <p:spPr>
            <a:xfrm>
              <a:off x="4977098" y="2581627"/>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asignación</a:t>
              </a:r>
              <a:endParaRPr/>
            </a:p>
          </p:txBody>
        </p:sp>
        <p:sp>
          <p:nvSpPr>
            <p:cNvPr id="1072" name="Google Shape;1072;p20"/>
            <p:cNvSpPr txBox="1"/>
            <p:nvPr/>
          </p:nvSpPr>
          <p:spPr>
            <a:xfrm>
              <a:off x="4716016" y="2862436"/>
              <a:ext cx="2448273"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i="1">
                  <a:solidFill>
                    <a:srgbClr val="00B050"/>
                  </a:solidFill>
                  <a:latin typeface="Comic Sans MS"/>
                  <a:ea typeface="Comic Sans MS"/>
                  <a:cs typeface="Comic Sans MS"/>
                  <a:sym typeface="Comic Sans MS"/>
                </a:rPr>
                <a:t>Poner 23º el jueves a las 21h</a:t>
              </a:r>
              <a:endParaRPr/>
            </a:p>
          </p:txBody>
        </p:sp>
      </p:grpSp>
      <p:sp>
        <p:nvSpPr>
          <p:cNvPr id="1073" name="Google Shape;1073;p20"/>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Array Bidimensional</a:t>
            </a:r>
            <a:endParaRPr/>
          </a:p>
        </p:txBody>
      </p:sp>
      <p:sp>
        <p:nvSpPr>
          <p:cNvPr id="1074" name="Google Shape;1074;p20"/>
          <p:cNvSpPr txBox="1"/>
          <p:nvPr/>
        </p:nvSpPr>
        <p:spPr>
          <a:xfrm>
            <a:off x="1619672" y="900009"/>
            <a:ext cx="554461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Supongamos que deseamos almacenar </a:t>
            </a:r>
            <a:endParaRPr/>
          </a:p>
          <a:p>
            <a:pPr marL="0" marR="0" lvl="0" indent="0" algn="ctr" rtl="0">
              <a:spcBef>
                <a:spcPts val="0"/>
              </a:spcBef>
              <a:spcAft>
                <a:spcPts val="0"/>
              </a:spcAft>
              <a:buNone/>
            </a:pPr>
            <a:r>
              <a:rPr lang="es-ES" sz="1600" b="1">
                <a:solidFill>
                  <a:schemeClr val="dk1"/>
                </a:solidFill>
                <a:latin typeface="Arial"/>
                <a:ea typeface="Arial"/>
                <a:cs typeface="Arial"/>
                <a:sym typeface="Arial"/>
              </a:rPr>
              <a:t>3 temperaturas cada día de una semana.</a:t>
            </a:r>
            <a:endParaRPr sz="1600" b="1">
              <a:solidFill>
                <a:srgbClr val="FF0000"/>
              </a:solidFill>
              <a:latin typeface="Arial"/>
              <a:ea typeface="Arial"/>
              <a:cs typeface="Arial"/>
              <a:sym typeface="Arial"/>
            </a:endParaRPr>
          </a:p>
        </p:txBody>
      </p:sp>
      <p:sp>
        <p:nvSpPr>
          <p:cNvPr id="1075" name="Google Shape;1075;p20"/>
          <p:cNvSpPr txBox="1"/>
          <p:nvPr/>
        </p:nvSpPr>
        <p:spPr>
          <a:xfrm>
            <a:off x="780332" y="2132856"/>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temperaturas</a:t>
            </a:r>
            <a:endParaRPr sz="1600" b="1">
              <a:solidFill>
                <a:srgbClr val="FF0000"/>
              </a:solidFill>
              <a:latin typeface="Arial"/>
              <a:ea typeface="Arial"/>
              <a:cs typeface="Arial"/>
              <a:sym typeface="Arial"/>
            </a:endParaRPr>
          </a:p>
        </p:txBody>
      </p:sp>
      <p:grpSp>
        <p:nvGrpSpPr>
          <p:cNvPr id="1076" name="Google Shape;1076;p20"/>
          <p:cNvGrpSpPr/>
          <p:nvPr/>
        </p:nvGrpSpPr>
        <p:grpSpPr>
          <a:xfrm>
            <a:off x="780332" y="2723896"/>
            <a:ext cx="3106438" cy="2447584"/>
            <a:chOff x="780332" y="2723896"/>
            <a:chExt cx="3106438" cy="2447584"/>
          </a:xfrm>
        </p:grpSpPr>
        <p:sp>
          <p:nvSpPr>
            <p:cNvPr id="1077" name="Google Shape;1077;p20"/>
            <p:cNvSpPr/>
            <p:nvPr/>
          </p:nvSpPr>
          <p:spPr>
            <a:xfrm>
              <a:off x="780332" y="2723896"/>
              <a:ext cx="1908000"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78" name="Google Shape;1078;p20"/>
            <p:cNvSpPr/>
            <p:nvPr/>
          </p:nvSpPr>
          <p:spPr>
            <a:xfrm>
              <a:off x="863452" y="277195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79" name="Google Shape;1079;p20"/>
            <p:cNvSpPr/>
            <p:nvPr/>
          </p:nvSpPr>
          <p:spPr>
            <a:xfrm>
              <a:off x="863452" y="305999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80" name="Google Shape;1080;p20"/>
            <p:cNvSpPr/>
            <p:nvPr/>
          </p:nvSpPr>
          <p:spPr>
            <a:xfrm>
              <a:off x="863452" y="3343830"/>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81" name="Google Shape;1081;p20"/>
            <p:cNvSpPr/>
            <p:nvPr/>
          </p:nvSpPr>
          <p:spPr>
            <a:xfrm>
              <a:off x="863452" y="363605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82" name="Google Shape;1082;p20"/>
            <p:cNvSpPr/>
            <p:nvPr/>
          </p:nvSpPr>
          <p:spPr>
            <a:xfrm>
              <a:off x="863452" y="392408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83" name="Google Shape;1083;p20"/>
            <p:cNvSpPr/>
            <p:nvPr/>
          </p:nvSpPr>
          <p:spPr>
            <a:xfrm>
              <a:off x="863452" y="420792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84" name="Google Shape;1084;p20"/>
            <p:cNvSpPr/>
            <p:nvPr/>
          </p:nvSpPr>
          <p:spPr>
            <a:xfrm>
              <a:off x="863452" y="449595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85" name="Google Shape;1085;p20"/>
            <p:cNvSpPr txBox="1"/>
            <p:nvPr/>
          </p:nvSpPr>
          <p:spPr>
            <a:xfrm>
              <a:off x="950111" y="2780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086" name="Google Shape;1086;p20"/>
            <p:cNvSpPr txBox="1"/>
            <p:nvPr/>
          </p:nvSpPr>
          <p:spPr>
            <a:xfrm>
              <a:off x="950111" y="306896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21</a:t>
              </a:r>
              <a:endParaRPr/>
            </a:p>
          </p:txBody>
        </p:sp>
        <p:sp>
          <p:nvSpPr>
            <p:cNvPr id="1087" name="Google Shape;1087;p20"/>
            <p:cNvSpPr txBox="1"/>
            <p:nvPr/>
          </p:nvSpPr>
          <p:spPr>
            <a:xfrm>
              <a:off x="950111" y="3352800"/>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088" name="Google Shape;1088;p20"/>
            <p:cNvSpPr txBox="1"/>
            <p:nvPr/>
          </p:nvSpPr>
          <p:spPr>
            <a:xfrm>
              <a:off x="950111" y="364502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15</a:t>
              </a:r>
              <a:endParaRPr/>
            </a:p>
          </p:txBody>
        </p:sp>
        <p:sp>
          <p:nvSpPr>
            <p:cNvPr id="1089" name="Google Shape;1089;p20"/>
            <p:cNvSpPr txBox="1"/>
            <p:nvPr/>
          </p:nvSpPr>
          <p:spPr>
            <a:xfrm>
              <a:off x="950111" y="393305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22</a:t>
              </a:r>
              <a:endParaRPr/>
            </a:p>
          </p:txBody>
        </p:sp>
        <p:sp>
          <p:nvSpPr>
            <p:cNvPr id="1090" name="Google Shape;1090;p20"/>
            <p:cNvSpPr txBox="1"/>
            <p:nvPr/>
          </p:nvSpPr>
          <p:spPr>
            <a:xfrm>
              <a:off x="950111" y="421689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26</a:t>
              </a:r>
              <a:endParaRPr/>
            </a:p>
          </p:txBody>
        </p:sp>
        <p:sp>
          <p:nvSpPr>
            <p:cNvPr id="1091" name="Google Shape;1091;p20"/>
            <p:cNvSpPr txBox="1"/>
            <p:nvPr/>
          </p:nvSpPr>
          <p:spPr>
            <a:xfrm>
              <a:off x="950111" y="450492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092" name="Google Shape;1092;p20"/>
            <p:cNvSpPr/>
            <p:nvPr/>
          </p:nvSpPr>
          <p:spPr>
            <a:xfrm>
              <a:off x="1447454" y="2771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3" name="Google Shape;1093;p20"/>
            <p:cNvSpPr/>
            <p:nvPr/>
          </p:nvSpPr>
          <p:spPr>
            <a:xfrm>
              <a:off x="1447454" y="305943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4" name="Google Shape;1094;p20"/>
            <p:cNvSpPr/>
            <p:nvPr/>
          </p:nvSpPr>
          <p:spPr>
            <a:xfrm>
              <a:off x="1447454" y="334327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5" name="Google Shape;1095;p20"/>
            <p:cNvSpPr/>
            <p:nvPr/>
          </p:nvSpPr>
          <p:spPr>
            <a:xfrm>
              <a:off x="1447454" y="363549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6" name="Google Shape;1096;p20"/>
            <p:cNvSpPr/>
            <p:nvPr/>
          </p:nvSpPr>
          <p:spPr>
            <a:xfrm>
              <a:off x="1447454" y="392353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7" name="Google Shape;1097;p20"/>
            <p:cNvSpPr/>
            <p:nvPr/>
          </p:nvSpPr>
          <p:spPr>
            <a:xfrm>
              <a:off x="1447454" y="420737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8" name="Google Shape;1098;p20"/>
            <p:cNvSpPr/>
            <p:nvPr/>
          </p:nvSpPr>
          <p:spPr>
            <a:xfrm>
              <a:off x="1447454" y="4495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099" name="Google Shape;1099;p20"/>
            <p:cNvSpPr txBox="1"/>
            <p:nvPr/>
          </p:nvSpPr>
          <p:spPr>
            <a:xfrm>
              <a:off x="1534113" y="2780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100" name="Google Shape;1100;p20"/>
            <p:cNvSpPr txBox="1"/>
            <p:nvPr/>
          </p:nvSpPr>
          <p:spPr>
            <a:xfrm>
              <a:off x="1534113" y="306840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101" name="Google Shape;1101;p20"/>
            <p:cNvSpPr txBox="1"/>
            <p:nvPr/>
          </p:nvSpPr>
          <p:spPr>
            <a:xfrm>
              <a:off x="1534113" y="335224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102" name="Google Shape;1102;p20"/>
            <p:cNvSpPr txBox="1"/>
            <p:nvPr/>
          </p:nvSpPr>
          <p:spPr>
            <a:xfrm>
              <a:off x="1534113" y="364446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103" name="Google Shape;1103;p20"/>
            <p:cNvSpPr txBox="1"/>
            <p:nvPr/>
          </p:nvSpPr>
          <p:spPr>
            <a:xfrm>
              <a:off x="1534113" y="393250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1104" name="Google Shape;1104;p20"/>
            <p:cNvSpPr txBox="1"/>
            <p:nvPr/>
          </p:nvSpPr>
          <p:spPr>
            <a:xfrm>
              <a:off x="1534113" y="421634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1105" name="Google Shape;1105;p20"/>
            <p:cNvSpPr txBox="1"/>
            <p:nvPr/>
          </p:nvSpPr>
          <p:spPr>
            <a:xfrm>
              <a:off x="1534113" y="4504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1106" name="Google Shape;1106;p20"/>
            <p:cNvSpPr/>
            <p:nvPr/>
          </p:nvSpPr>
          <p:spPr>
            <a:xfrm>
              <a:off x="2033611" y="2771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07" name="Google Shape;1107;p20"/>
            <p:cNvSpPr/>
            <p:nvPr/>
          </p:nvSpPr>
          <p:spPr>
            <a:xfrm>
              <a:off x="2033611" y="305943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08" name="Google Shape;1108;p20"/>
            <p:cNvSpPr/>
            <p:nvPr/>
          </p:nvSpPr>
          <p:spPr>
            <a:xfrm>
              <a:off x="2033611" y="3343275"/>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09" name="Google Shape;1109;p20"/>
            <p:cNvSpPr/>
            <p:nvPr/>
          </p:nvSpPr>
          <p:spPr>
            <a:xfrm>
              <a:off x="2033611" y="363549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10" name="Google Shape;1110;p20"/>
            <p:cNvSpPr/>
            <p:nvPr/>
          </p:nvSpPr>
          <p:spPr>
            <a:xfrm>
              <a:off x="2033611" y="392353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11" name="Google Shape;1111;p20"/>
            <p:cNvSpPr/>
            <p:nvPr/>
          </p:nvSpPr>
          <p:spPr>
            <a:xfrm>
              <a:off x="2033611" y="420737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12" name="Google Shape;1112;p20"/>
            <p:cNvSpPr/>
            <p:nvPr/>
          </p:nvSpPr>
          <p:spPr>
            <a:xfrm>
              <a:off x="2033611" y="449540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13" name="Google Shape;1113;p20"/>
            <p:cNvSpPr txBox="1"/>
            <p:nvPr/>
          </p:nvSpPr>
          <p:spPr>
            <a:xfrm>
              <a:off x="2120270" y="2780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114" name="Google Shape;1114;p20"/>
            <p:cNvSpPr txBox="1"/>
            <p:nvPr/>
          </p:nvSpPr>
          <p:spPr>
            <a:xfrm>
              <a:off x="2120270" y="306840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115" name="Google Shape;1115;p20"/>
            <p:cNvSpPr txBox="1"/>
            <p:nvPr/>
          </p:nvSpPr>
          <p:spPr>
            <a:xfrm>
              <a:off x="2120270" y="3352245"/>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29</a:t>
              </a:r>
              <a:endParaRPr/>
            </a:p>
          </p:txBody>
        </p:sp>
        <p:sp>
          <p:nvSpPr>
            <p:cNvPr id="1116" name="Google Shape;1116;p20"/>
            <p:cNvSpPr txBox="1"/>
            <p:nvPr/>
          </p:nvSpPr>
          <p:spPr>
            <a:xfrm>
              <a:off x="2120270" y="364446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117" name="Google Shape;1117;p20"/>
            <p:cNvSpPr txBox="1"/>
            <p:nvPr/>
          </p:nvSpPr>
          <p:spPr>
            <a:xfrm>
              <a:off x="2120270" y="393250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118" name="Google Shape;1118;p20"/>
            <p:cNvSpPr txBox="1"/>
            <p:nvPr/>
          </p:nvSpPr>
          <p:spPr>
            <a:xfrm>
              <a:off x="2120270" y="421634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1119" name="Google Shape;1119;p20"/>
            <p:cNvSpPr txBox="1"/>
            <p:nvPr/>
          </p:nvSpPr>
          <p:spPr>
            <a:xfrm>
              <a:off x="2120270" y="450437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28</a:t>
              </a:r>
              <a:endParaRPr/>
            </a:p>
          </p:txBody>
        </p:sp>
        <p:sp>
          <p:nvSpPr>
            <p:cNvPr id="1120" name="Google Shape;1120;p20"/>
            <p:cNvSpPr txBox="1"/>
            <p:nvPr/>
          </p:nvSpPr>
          <p:spPr>
            <a:xfrm>
              <a:off x="2691210" y="2784242"/>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lunes</a:t>
              </a:r>
              <a:endParaRPr/>
            </a:p>
          </p:txBody>
        </p:sp>
        <p:sp>
          <p:nvSpPr>
            <p:cNvPr id="1121" name="Google Shape;1121;p20"/>
            <p:cNvSpPr txBox="1"/>
            <p:nvPr/>
          </p:nvSpPr>
          <p:spPr>
            <a:xfrm>
              <a:off x="2691210" y="3070445"/>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martes</a:t>
              </a:r>
              <a:endParaRPr/>
            </a:p>
          </p:txBody>
        </p:sp>
        <p:sp>
          <p:nvSpPr>
            <p:cNvPr id="1122" name="Google Shape;1122;p20"/>
            <p:cNvSpPr txBox="1"/>
            <p:nvPr/>
          </p:nvSpPr>
          <p:spPr>
            <a:xfrm>
              <a:off x="2699146" y="3356648"/>
              <a:ext cx="118762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miércoles</a:t>
              </a:r>
              <a:endParaRPr/>
            </a:p>
          </p:txBody>
        </p:sp>
        <p:sp>
          <p:nvSpPr>
            <p:cNvPr id="1123" name="Google Shape;1123;p20"/>
            <p:cNvSpPr txBox="1"/>
            <p:nvPr/>
          </p:nvSpPr>
          <p:spPr>
            <a:xfrm>
              <a:off x="2691210" y="3642851"/>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jueves</a:t>
              </a:r>
              <a:endParaRPr/>
            </a:p>
          </p:txBody>
        </p:sp>
        <p:sp>
          <p:nvSpPr>
            <p:cNvPr id="1124" name="Google Shape;1124;p20"/>
            <p:cNvSpPr txBox="1"/>
            <p:nvPr/>
          </p:nvSpPr>
          <p:spPr>
            <a:xfrm>
              <a:off x="2691210" y="3929054"/>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viernes</a:t>
              </a:r>
              <a:endParaRPr/>
            </a:p>
          </p:txBody>
        </p:sp>
        <p:sp>
          <p:nvSpPr>
            <p:cNvPr id="1125" name="Google Shape;1125;p20"/>
            <p:cNvSpPr txBox="1"/>
            <p:nvPr/>
          </p:nvSpPr>
          <p:spPr>
            <a:xfrm>
              <a:off x="2691210" y="4215257"/>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sábado</a:t>
              </a:r>
              <a:endParaRPr/>
            </a:p>
          </p:txBody>
        </p:sp>
        <p:sp>
          <p:nvSpPr>
            <p:cNvPr id="1126" name="Google Shape;1126;p20"/>
            <p:cNvSpPr txBox="1"/>
            <p:nvPr/>
          </p:nvSpPr>
          <p:spPr>
            <a:xfrm>
              <a:off x="2691210" y="4501461"/>
              <a:ext cx="100811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omic Sans MS"/>
                  <a:ea typeface="Comic Sans MS"/>
                  <a:cs typeface="Comic Sans MS"/>
                  <a:sym typeface="Comic Sans MS"/>
                </a:rPr>
                <a:t>domingo</a:t>
              </a:r>
              <a:endParaRPr/>
            </a:p>
          </p:txBody>
        </p:sp>
        <p:sp>
          <p:nvSpPr>
            <p:cNvPr id="1127" name="Google Shape;1127;p20"/>
            <p:cNvSpPr txBox="1"/>
            <p:nvPr/>
          </p:nvSpPr>
          <p:spPr>
            <a:xfrm>
              <a:off x="863451" y="4832926"/>
              <a:ext cx="5760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6h</a:t>
              </a:r>
              <a:endParaRPr/>
            </a:p>
          </p:txBody>
        </p:sp>
        <p:sp>
          <p:nvSpPr>
            <p:cNvPr id="1128" name="Google Shape;1128;p20"/>
            <p:cNvSpPr txBox="1"/>
            <p:nvPr/>
          </p:nvSpPr>
          <p:spPr>
            <a:xfrm>
              <a:off x="1457547" y="4825040"/>
              <a:ext cx="5760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13h</a:t>
              </a:r>
              <a:endParaRPr/>
            </a:p>
          </p:txBody>
        </p:sp>
        <p:sp>
          <p:nvSpPr>
            <p:cNvPr id="1129" name="Google Shape;1129;p20"/>
            <p:cNvSpPr txBox="1"/>
            <p:nvPr/>
          </p:nvSpPr>
          <p:spPr>
            <a:xfrm>
              <a:off x="2043138" y="4829963"/>
              <a:ext cx="5760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omic Sans MS"/>
                  <a:ea typeface="Comic Sans MS"/>
                  <a:cs typeface="Comic Sans MS"/>
                  <a:sym typeface="Comic Sans MS"/>
                </a:rPr>
                <a:t>21h</a:t>
              </a:r>
              <a:endParaRPr/>
            </a:p>
          </p:txBody>
        </p:sp>
      </p:grpSp>
      <p:grpSp>
        <p:nvGrpSpPr>
          <p:cNvPr id="1130" name="Google Shape;1130;p20"/>
          <p:cNvGrpSpPr/>
          <p:nvPr/>
        </p:nvGrpSpPr>
        <p:grpSpPr>
          <a:xfrm>
            <a:off x="396600" y="2442374"/>
            <a:ext cx="2129349" cy="2397641"/>
            <a:chOff x="396600" y="2442374"/>
            <a:chExt cx="2129349" cy="2397641"/>
          </a:xfrm>
        </p:grpSpPr>
        <p:sp>
          <p:nvSpPr>
            <p:cNvPr id="1131" name="Google Shape;1131;p20"/>
            <p:cNvSpPr txBox="1"/>
            <p:nvPr/>
          </p:nvSpPr>
          <p:spPr>
            <a:xfrm>
              <a:off x="396600" y="2784242"/>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132" name="Google Shape;1132;p20"/>
            <p:cNvSpPr txBox="1"/>
            <p:nvPr/>
          </p:nvSpPr>
          <p:spPr>
            <a:xfrm>
              <a:off x="400770" y="3070451"/>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133" name="Google Shape;1133;p20"/>
            <p:cNvSpPr txBox="1"/>
            <p:nvPr/>
          </p:nvSpPr>
          <p:spPr>
            <a:xfrm>
              <a:off x="399504" y="3356628"/>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sp>
          <p:nvSpPr>
            <p:cNvPr id="1134" name="Google Shape;1134;p20"/>
            <p:cNvSpPr txBox="1"/>
            <p:nvPr/>
          </p:nvSpPr>
          <p:spPr>
            <a:xfrm>
              <a:off x="400770" y="3642837"/>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3</a:t>
              </a:r>
              <a:endParaRPr/>
            </a:p>
          </p:txBody>
        </p:sp>
        <p:sp>
          <p:nvSpPr>
            <p:cNvPr id="1135" name="Google Shape;1135;p20"/>
            <p:cNvSpPr txBox="1"/>
            <p:nvPr/>
          </p:nvSpPr>
          <p:spPr>
            <a:xfrm>
              <a:off x="400770" y="3929046"/>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4</a:t>
              </a:r>
              <a:endParaRPr/>
            </a:p>
          </p:txBody>
        </p:sp>
        <p:sp>
          <p:nvSpPr>
            <p:cNvPr id="1136" name="Google Shape;1136;p20"/>
            <p:cNvSpPr txBox="1"/>
            <p:nvPr/>
          </p:nvSpPr>
          <p:spPr>
            <a:xfrm>
              <a:off x="396600" y="4215255"/>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5</a:t>
              </a:r>
              <a:endParaRPr/>
            </a:p>
          </p:txBody>
        </p:sp>
        <p:sp>
          <p:nvSpPr>
            <p:cNvPr id="1137" name="Google Shape;1137;p20"/>
            <p:cNvSpPr txBox="1"/>
            <p:nvPr/>
          </p:nvSpPr>
          <p:spPr>
            <a:xfrm>
              <a:off x="400770" y="4501461"/>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6</a:t>
              </a:r>
              <a:endParaRPr/>
            </a:p>
          </p:txBody>
        </p:sp>
        <p:sp>
          <p:nvSpPr>
            <p:cNvPr id="1138" name="Google Shape;1138;p20"/>
            <p:cNvSpPr txBox="1"/>
            <p:nvPr/>
          </p:nvSpPr>
          <p:spPr>
            <a:xfrm>
              <a:off x="919571" y="2442374"/>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139" name="Google Shape;1139;p20"/>
            <p:cNvSpPr txBox="1"/>
            <p:nvPr/>
          </p:nvSpPr>
          <p:spPr>
            <a:xfrm>
              <a:off x="1503944" y="2447137"/>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140" name="Google Shape;1140;p20"/>
            <p:cNvSpPr txBox="1"/>
            <p:nvPr/>
          </p:nvSpPr>
          <p:spPr>
            <a:xfrm>
              <a:off x="2091369" y="2447137"/>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grpSp>
      <p:grpSp>
        <p:nvGrpSpPr>
          <p:cNvPr id="1141" name="Google Shape;1141;p20"/>
          <p:cNvGrpSpPr/>
          <p:nvPr/>
        </p:nvGrpSpPr>
        <p:grpSpPr>
          <a:xfrm>
            <a:off x="3958779" y="1722294"/>
            <a:ext cx="3925590" cy="775365"/>
            <a:chOff x="3958779" y="1722294"/>
            <a:chExt cx="3925590" cy="775365"/>
          </a:xfrm>
        </p:grpSpPr>
        <p:sp>
          <p:nvSpPr>
            <p:cNvPr id="1142" name="Google Shape;1142;p20"/>
            <p:cNvSpPr txBox="1"/>
            <p:nvPr/>
          </p:nvSpPr>
          <p:spPr>
            <a:xfrm>
              <a:off x="4967574" y="1722294"/>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creación</a:t>
              </a:r>
              <a:endParaRPr/>
            </a:p>
          </p:txBody>
        </p:sp>
        <p:sp>
          <p:nvSpPr>
            <p:cNvPr id="1143" name="Google Shape;1143;p20"/>
            <p:cNvSpPr/>
            <p:nvPr/>
          </p:nvSpPr>
          <p:spPr>
            <a:xfrm>
              <a:off x="3958779" y="2016472"/>
              <a:ext cx="3925590" cy="481187"/>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44" name="Google Shape;1144;p20"/>
            <p:cNvSpPr txBox="1"/>
            <p:nvPr/>
          </p:nvSpPr>
          <p:spPr>
            <a:xfrm>
              <a:off x="4139952" y="2129997"/>
              <a:ext cx="374441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temperaturas </a:t>
              </a:r>
              <a:r>
                <a:rPr lang="es-ES" sz="1400">
                  <a:solidFill>
                    <a:schemeClr val="dk1"/>
                  </a:solidFill>
                  <a:latin typeface="Arial"/>
                  <a:ea typeface="Arial"/>
                  <a:cs typeface="Arial"/>
                  <a:sym typeface="Arial"/>
                </a:rPr>
                <a:t>=  </a:t>
              </a:r>
              <a:r>
                <a:rPr lang="es-ES" sz="1400" b="1">
                  <a:solidFill>
                    <a:schemeClr val="dk1"/>
                  </a:solidFill>
                  <a:latin typeface="Arial"/>
                  <a:ea typeface="Arial"/>
                  <a:cs typeface="Arial"/>
                  <a:sym typeface="Arial"/>
                </a:rPr>
                <a:t>new </a:t>
              </a:r>
              <a:r>
                <a:rPr lang="es-ES" sz="1400" b="1">
                  <a:solidFill>
                    <a:srgbClr val="00B0F0"/>
                  </a:solidFill>
                  <a:latin typeface="Arial"/>
                  <a:ea typeface="Arial"/>
                  <a:cs typeface="Arial"/>
                  <a:sym typeface="Arial"/>
                </a:rPr>
                <a:t>int[</a:t>
              </a:r>
              <a:r>
                <a:rPr lang="es-ES" sz="1400" b="1">
                  <a:solidFill>
                    <a:srgbClr val="E8890A"/>
                  </a:solidFill>
                  <a:latin typeface="Arial"/>
                  <a:ea typeface="Arial"/>
                  <a:cs typeface="Arial"/>
                  <a:sym typeface="Arial"/>
                </a:rPr>
                <a:t>7</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3</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grpSp>
        <p:nvGrpSpPr>
          <p:cNvPr id="1145" name="Google Shape;1145;p20"/>
          <p:cNvGrpSpPr/>
          <p:nvPr/>
        </p:nvGrpSpPr>
        <p:grpSpPr>
          <a:xfrm>
            <a:off x="6062842" y="1556137"/>
            <a:ext cx="720080" cy="646331"/>
            <a:chOff x="6313834" y="1537047"/>
            <a:chExt cx="720080" cy="646331"/>
          </a:xfrm>
        </p:grpSpPr>
        <p:sp>
          <p:nvSpPr>
            <p:cNvPr id="1146" name="Google Shape;1146;p20"/>
            <p:cNvSpPr txBox="1"/>
            <p:nvPr/>
          </p:nvSpPr>
          <p:spPr>
            <a:xfrm>
              <a:off x="6313834" y="1537047"/>
              <a:ext cx="72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00B050"/>
                  </a:solidFill>
                  <a:latin typeface="Comic Sans MS"/>
                  <a:ea typeface="Comic Sans MS"/>
                  <a:cs typeface="Comic Sans MS"/>
                  <a:sym typeface="Comic Sans MS"/>
                </a:rPr>
                <a:t>filas</a:t>
              </a:r>
              <a:endParaRPr/>
            </a:p>
          </p:txBody>
        </p:sp>
        <p:cxnSp>
          <p:nvCxnSpPr>
            <p:cNvPr id="1147" name="Google Shape;1147;p20"/>
            <p:cNvCxnSpPr/>
            <p:nvPr/>
          </p:nvCxnSpPr>
          <p:spPr>
            <a:xfrm>
              <a:off x="6667500" y="1788418"/>
              <a:ext cx="366414" cy="394960"/>
            </a:xfrm>
            <a:prstGeom prst="straightConnector1">
              <a:avLst/>
            </a:prstGeom>
            <a:noFill/>
            <a:ln w="28575" cap="flat" cmpd="sng">
              <a:solidFill>
                <a:srgbClr val="00B050"/>
              </a:solidFill>
              <a:prstDash val="solid"/>
              <a:round/>
              <a:headEnd type="none" w="sm" len="sm"/>
              <a:tailEnd type="stealth" w="med" len="med"/>
            </a:ln>
            <a:effectLst>
              <a:outerShdw blurRad="40000" dist="23000" dir="5400000" rotWithShape="0">
                <a:srgbClr val="000000">
                  <a:alpha val="34901"/>
                </a:srgbClr>
              </a:outerShdw>
            </a:effectLst>
          </p:spPr>
        </p:cxnSp>
      </p:grpSp>
      <p:grpSp>
        <p:nvGrpSpPr>
          <p:cNvPr id="1148" name="Google Shape;1148;p20"/>
          <p:cNvGrpSpPr/>
          <p:nvPr/>
        </p:nvGrpSpPr>
        <p:grpSpPr>
          <a:xfrm>
            <a:off x="6685160" y="1563512"/>
            <a:ext cx="958255" cy="638956"/>
            <a:chOff x="6697028" y="1545502"/>
            <a:chExt cx="958255" cy="638956"/>
          </a:xfrm>
        </p:grpSpPr>
        <p:sp>
          <p:nvSpPr>
            <p:cNvPr id="1149" name="Google Shape;1149;p20"/>
            <p:cNvSpPr txBox="1"/>
            <p:nvPr/>
          </p:nvSpPr>
          <p:spPr>
            <a:xfrm>
              <a:off x="6697028" y="1545502"/>
              <a:ext cx="95825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00B050"/>
                  </a:solidFill>
                  <a:latin typeface="Comic Sans MS"/>
                  <a:ea typeface="Comic Sans MS"/>
                  <a:cs typeface="Comic Sans MS"/>
                  <a:sym typeface="Comic Sans MS"/>
                </a:rPr>
                <a:t>columnas</a:t>
              </a:r>
              <a:endParaRPr/>
            </a:p>
          </p:txBody>
        </p:sp>
        <p:cxnSp>
          <p:nvCxnSpPr>
            <p:cNvPr id="1150" name="Google Shape;1150;p20"/>
            <p:cNvCxnSpPr/>
            <p:nvPr/>
          </p:nvCxnSpPr>
          <p:spPr>
            <a:xfrm flipH="1">
              <a:off x="7105611" y="1789498"/>
              <a:ext cx="96937" cy="394960"/>
            </a:xfrm>
            <a:prstGeom prst="straightConnector1">
              <a:avLst/>
            </a:prstGeom>
            <a:noFill/>
            <a:ln w="28575" cap="flat" cmpd="sng">
              <a:solidFill>
                <a:srgbClr val="00B050"/>
              </a:solidFill>
              <a:prstDash val="solid"/>
              <a:round/>
              <a:headEnd type="none" w="sm" len="sm"/>
              <a:tailEnd type="stealth" w="med" len="med"/>
            </a:ln>
            <a:effectLst>
              <a:outerShdw blurRad="40000" dist="23000" dir="5400000" rotWithShape="0">
                <a:srgbClr val="000000">
                  <a:alpha val="34901"/>
                </a:srgbClr>
              </a:outerShdw>
            </a:effectLst>
          </p:spPr>
        </p:cxnSp>
      </p:grpSp>
      <p:sp>
        <p:nvSpPr>
          <p:cNvPr id="1151" name="Google Shape;1151;p20"/>
          <p:cNvSpPr txBox="1"/>
          <p:nvPr/>
        </p:nvSpPr>
        <p:spPr>
          <a:xfrm>
            <a:off x="6084168" y="1368710"/>
            <a:ext cx="72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92D050"/>
                </a:solidFill>
                <a:latin typeface="Comic Sans MS"/>
                <a:ea typeface="Comic Sans MS"/>
                <a:cs typeface="Comic Sans MS"/>
                <a:sym typeface="Comic Sans MS"/>
              </a:rPr>
              <a:t>días</a:t>
            </a:r>
            <a:endParaRPr/>
          </a:p>
        </p:txBody>
      </p:sp>
      <p:sp>
        <p:nvSpPr>
          <p:cNvPr id="1152" name="Google Shape;1152;p20"/>
          <p:cNvSpPr txBox="1"/>
          <p:nvPr/>
        </p:nvSpPr>
        <p:spPr>
          <a:xfrm>
            <a:off x="6825574" y="1387299"/>
            <a:ext cx="72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i="1">
                <a:solidFill>
                  <a:srgbClr val="92D050"/>
                </a:solidFill>
                <a:latin typeface="Comic Sans MS"/>
                <a:ea typeface="Comic Sans MS"/>
                <a:cs typeface="Comic Sans MS"/>
                <a:sym typeface="Comic Sans MS"/>
              </a:rPr>
              <a:t>horas</a:t>
            </a:r>
            <a:endParaRPr/>
          </a:p>
        </p:txBody>
      </p:sp>
      <p:sp>
        <p:nvSpPr>
          <p:cNvPr id="1153" name="Google Shape;1153;p20"/>
          <p:cNvSpPr txBox="1"/>
          <p:nvPr/>
        </p:nvSpPr>
        <p:spPr>
          <a:xfrm>
            <a:off x="4149476" y="3039233"/>
            <a:ext cx="3744416" cy="23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accent1"/>
                </a:solidFill>
                <a:latin typeface="Arial"/>
                <a:ea typeface="Arial"/>
                <a:cs typeface="Arial"/>
                <a:sym typeface="Arial"/>
              </a:rPr>
              <a:t>temperaturas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3</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2</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  </a:t>
            </a:r>
            <a:r>
              <a:rPr lang="es-ES" sz="1400" b="1">
                <a:solidFill>
                  <a:srgbClr val="FF0000"/>
                </a:solidFill>
                <a:latin typeface="Arial"/>
                <a:ea typeface="Arial"/>
                <a:cs typeface="Arial"/>
                <a:sym typeface="Arial"/>
              </a:rPr>
              <a:t>23</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154" name="Google Shape;1154;p20"/>
          <p:cNvGrpSpPr/>
          <p:nvPr/>
        </p:nvGrpSpPr>
        <p:grpSpPr>
          <a:xfrm>
            <a:off x="3958779" y="3483202"/>
            <a:ext cx="3205510" cy="2682102"/>
            <a:chOff x="3958779" y="3483202"/>
            <a:chExt cx="3205510" cy="2682102"/>
          </a:xfrm>
        </p:grpSpPr>
        <p:sp>
          <p:nvSpPr>
            <p:cNvPr id="1155" name="Google Shape;1155;p20"/>
            <p:cNvSpPr/>
            <p:nvPr/>
          </p:nvSpPr>
          <p:spPr>
            <a:xfrm>
              <a:off x="3968303" y="3777380"/>
              <a:ext cx="3195985" cy="2387924"/>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56" name="Google Shape;1156;p20"/>
            <p:cNvSpPr txBox="1"/>
            <p:nvPr/>
          </p:nvSpPr>
          <p:spPr>
            <a:xfrm>
              <a:off x="3958779" y="3483202"/>
              <a:ext cx="32055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creación + asignación</a:t>
              </a:r>
              <a:endParaRPr/>
            </a:p>
          </p:txBody>
        </p:sp>
      </p:grpSp>
      <p:sp>
        <p:nvSpPr>
          <p:cNvPr id="1157" name="Google Shape;1157;p20"/>
          <p:cNvSpPr txBox="1"/>
          <p:nvPr/>
        </p:nvSpPr>
        <p:spPr>
          <a:xfrm>
            <a:off x="4149477" y="3853633"/>
            <a:ext cx="235835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temperaturas </a:t>
            </a:r>
            <a:r>
              <a:rPr lang="es-ES" sz="1400">
                <a:solidFill>
                  <a:schemeClr val="dk1"/>
                </a:solidFill>
                <a:latin typeface="Arial"/>
                <a:ea typeface="Arial"/>
                <a:cs typeface="Arial"/>
                <a:sym typeface="Arial"/>
              </a:rPr>
              <a:t>=  </a:t>
            </a:r>
            <a:endParaRPr/>
          </a:p>
        </p:txBody>
      </p:sp>
      <p:grpSp>
        <p:nvGrpSpPr>
          <p:cNvPr id="1158" name="Google Shape;1158;p20"/>
          <p:cNvGrpSpPr/>
          <p:nvPr/>
        </p:nvGrpSpPr>
        <p:grpSpPr>
          <a:xfrm>
            <a:off x="6139409" y="4929604"/>
            <a:ext cx="3035454" cy="682601"/>
            <a:chOff x="6139409" y="4929604"/>
            <a:chExt cx="3035454" cy="682601"/>
          </a:xfrm>
        </p:grpSpPr>
        <p:sp>
          <p:nvSpPr>
            <p:cNvPr id="1159" name="Google Shape;1159;p20"/>
            <p:cNvSpPr/>
            <p:nvPr/>
          </p:nvSpPr>
          <p:spPr>
            <a:xfrm>
              <a:off x="6139409" y="4929604"/>
              <a:ext cx="2808663" cy="68260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60" name="Google Shape;1160;p20"/>
            <p:cNvSpPr txBox="1"/>
            <p:nvPr/>
          </p:nvSpPr>
          <p:spPr>
            <a:xfrm>
              <a:off x="6240443" y="4979537"/>
              <a:ext cx="29344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b="1">
                  <a:solidFill>
                    <a:schemeClr val="accent1"/>
                  </a:solidFill>
                  <a:latin typeface="Arial"/>
                  <a:ea typeface="Arial"/>
                  <a:cs typeface="Arial"/>
                  <a:sym typeface="Arial"/>
                </a:rPr>
                <a:t> fila </a:t>
              </a:r>
              <a:r>
                <a:rPr lang="es-ES" sz="1400">
                  <a:solidFill>
                    <a:schemeClr val="dk1"/>
                  </a:solidFill>
                  <a:latin typeface="Arial"/>
                  <a:ea typeface="Arial"/>
                  <a:cs typeface="Arial"/>
                  <a:sym typeface="Arial"/>
                </a:rPr>
                <a:t>= </a:t>
              </a:r>
              <a:r>
                <a:rPr lang="es-ES" sz="1400" b="1">
                  <a:solidFill>
                    <a:schemeClr val="accent1"/>
                  </a:solidFill>
                  <a:latin typeface="Arial"/>
                  <a:ea typeface="Arial"/>
                  <a:cs typeface="Arial"/>
                  <a:sym typeface="Arial"/>
                </a:rPr>
                <a:t>temperaturas </a:t>
              </a:r>
              <a:r>
                <a:rPr lang="es-ES" sz="1400" b="1">
                  <a:solidFill>
                    <a:srgbClr val="00B0F0"/>
                  </a:solidFill>
                  <a:latin typeface="Arial"/>
                  <a:ea typeface="Arial"/>
                  <a:cs typeface="Arial"/>
                  <a:sym typeface="Arial"/>
                </a:rPr>
                <a:t>[</a:t>
              </a:r>
              <a:r>
                <a:rPr lang="es-ES" sz="1400" b="1">
                  <a:solidFill>
                    <a:srgbClr val="E8890A"/>
                  </a:solidFill>
                  <a:latin typeface="Arial"/>
                  <a:ea typeface="Arial"/>
                  <a:cs typeface="Arial"/>
                  <a:sym typeface="Arial"/>
                </a:rPr>
                <a:t>3</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    </a:t>
              </a:r>
              <a:endParaRPr/>
            </a:p>
          </p:txBody>
        </p:sp>
      </p:grpSp>
      <p:sp>
        <p:nvSpPr>
          <p:cNvPr id="1161" name="Google Shape;1161;p20"/>
          <p:cNvSpPr txBox="1"/>
          <p:nvPr/>
        </p:nvSpPr>
        <p:spPr>
          <a:xfrm>
            <a:off x="6237049" y="5246934"/>
            <a:ext cx="20093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 </a:t>
            </a:r>
            <a:r>
              <a:rPr lang="es-ES" sz="1400" b="1">
                <a:solidFill>
                  <a:schemeClr val="accent1"/>
                </a:solidFill>
                <a:latin typeface="Arial"/>
                <a:ea typeface="Arial"/>
                <a:cs typeface="Arial"/>
                <a:sym typeface="Arial"/>
              </a:rPr>
              <a:t> temp </a:t>
            </a:r>
            <a:r>
              <a:rPr lang="es-ES" sz="1400">
                <a:solidFill>
                  <a:schemeClr val="dk1"/>
                </a:solidFill>
                <a:latin typeface="Arial"/>
                <a:ea typeface="Arial"/>
                <a:cs typeface="Arial"/>
                <a:sym typeface="Arial"/>
              </a:rPr>
              <a:t>= </a:t>
            </a:r>
            <a:r>
              <a:rPr lang="es-ES" sz="1400" b="1">
                <a:solidFill>
                  <a:schemeClr val="accent1"/>
                </a:solidFill>
                <a:latin typeface="Arial"/>
                <a:ea typeface="Arial"/>
                <a:cs typeface="Arial"/>
                <a:sym typeface="Arial"/>
              </a:rPr>
              <a:t>fila</a:t>
            </a:r>
            <a:r>
              <a:rPr lang="es-ES" sz="1400" b="1">
                <a:solidFill>
                  <a:srgbClr val="00B0F0"/>
                </a:solidFill>
                <a:latin typeface="Arial"/>
                <a:ea typeface="Arial"/>
                <a:cs typeface="Arial"/>
                <a:sym typeface="Arial"/>
              </a:rPr>
              <a:t>[</a:t>
            </a:r>
            <a:r>
              <a:rPr lang="es-ES" sz="1400" b="1">
                <a:solidFill>
                  <a:srgbClr val="FFC000"/>
                </a:solidFill>
                <a:latin typeface="Arial"/>
                <a:ea typeface="Arial"/>
                <a:cs typeface="Arial"/>
                <a:sym typeface="Arial"/>
              </a:rPr>
              <a:t>2</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    </a:t>
            </a:r>
            <a:endParaRPr/>
          </a:p>
        </p:txBody>
      </p:sp>
      <p:sp>
        <p:nvSpPr>
          <p:cNvPr id="1162" name="Google Shape;1162;p20"/>
          <p:cNvSpPr/>
          <p:nvPr/>
        </p:nvSpPr>
        <p:spPr>
          <a:xfrm>
            <a:off x="4608004" y="5035822"/>
            <a:ext cx="1116124" cy="200025"/>
          </a:xfrm>
          <a:prstGeom prst="rect">
            <a:avLst/>
          </a:prstGeom>
          <a:solidFill>
            <a:srgbClr val="FF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63" name="Google Shape;1163;p20"/>
          <p:cNvSpPr/>
          <p:nvPr/>
        </p:nvSpPr>
        <p:spPr>
          <a:xfrm>
            <a:off x="5345038" y="5026297"/>
            <a:ext cx="233561" cy="200025"/>
          </a:xfrm>
          <a:prstGeom prst="roundRect">
            <a:avLst>
              <a:gd name="adj" fmla="val 16667"/>
            </a:avLst>
          </a:prstGeom>
          <a:solidFill>
            <a:srgbClr val="D3D3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rgbClr val="D3D3FF"/>
              </a:solidFill>
              <a:latin typeface="Arial"/>
              <a:ea typeface="Arial"/>
              <a:cs typeface="Arial"/>
              <a:sym typeface="Arial"/>
            </a:endParaRPr>
          </a:p>
        </p:txBody>
      </p:sp>
      <p:grpSp>
        <p:nvGrpSpPr>
          <p:cNvPr id="1164" name="Google Shape;1164;p20"/>
          <p:cNvGrpSpPr/>
          <p:nvPr/>
        </p:nvGrpSpPr>
        <p:grpSpPr>
          <a:xfrm>
            <a:off x="438516" y="2442374"/>
            <a:ext cx="2166172" cy="1526690"/>
            <a:chOff x="438516" y="2442374"/>
            <a:chExt cx="2166172" cy="1526690"/>
          </a:xfrm>
        </p:grpSpPr>
        <p:grpSp>
          <p:nvGrpSpPr>
            <p:cNvPr id="1165" name="Google Shape;1165;p20"/>
            <p:cNvGrpSpPr/>
            <p:nvPr/>
          </p:nvGrpSpPr>
          <p:grpSpPr>
            <a:xfrm>
              <a:off x="2028624" y="3621540"/>
              <a:ext cx="576064" cy="347524"/>
              <a:chOff x="1287116" y="1415419"/>
              <a:chExt cx="576064" cy="347524"/>
            </a:xfrm>
          </p:grpSpPr>
          <p:sp>
            <p:nvSpPr>
              <p:cNvPr id="1166" name="Google Shape;1166;p20"/>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67" name="Google Shape;1167;p20"/>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23</a:t>
                </a:r>
                <a:endParaRPr/>
              </a:p>
            </p:txBody>
          </p:sp>
        </p:grpSp>
        <p:sp>
          <p:nvSpPr>
            <p:cNvPr id="1168" name="Google Shape;1168;p20"/>
            <p:cNvSpPr/>
            <p:nvPr/>
          </p:nvSpPr>
          <p:spPr>
            <a:xfrm>
              <a:off x="2134784" y="2442374"/>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69" name="Google Shape;1169;p20"/>
            <p:cNvSpPr/>
            <p:nvPr/>
          </p:nvSpPr>
          <p:spPr>
            <a:xfrm>
              <a:off x="438516" y="3630510"/>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1170" name="Google Shape;1170;p20"/>
          <p:cNvSpPr txBox="1"/>
          <p:nvPr/>
        </p:nvSpPr>
        <p:spPr>
          <a:xfrm>
            <a:off x="4375026" y="4133979"/>
            <a:ext cx="1601343"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99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20, 23, 25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21, 25, 27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23, 27, 29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15, 20, 23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22, 24, 27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26, 33, 30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27, 30, 28 }</a:t>
            </a:r>
            <a:endParaRPr/>
          </a:p>
          <a:p>
            <a:pPr marL="0" marR="0" lvl="0" indent="0" algn="l" rtl="0">
              <a:spcBef>
                <a:spcPts val="0"/>
              </a:spcBef>
              <a:spcAft>
                <a:spcPts val="0"/>
              </a:spcAft>
              <a:buNone/>
            </a:pPr>
            <a:r>
              <a:rPr lang="es-ES" sz="1400" b="1">
                <a:solidFill>
                  <a:srgbClr val="009900"/>
                </a:solidFill>
                <a:latin typeface="Arial"/>
                <a:ea typeface="Arial"/>
                <a:cs typeface="Arial"/>
                <a:sym typeface="Arial"/>
              </a:rPr>
              <a:t>}</a:t>
            </a:r>
            <a:r>
              <a:rPr lang="es-ES" sz="1400">
                <a:solidFill>
                  <a:schemeClr val="dk1"/>
                </a:solidFill>
                <a:latin typeface="Arial"/>
                <a:ea typeface="Arial"/>
                <a:cs typeface="Arial"/>
                <a:sym typeface="Arial"/>
              </a:rPr>
              <a:t> ;</a:t>
            </a:r>
            <a:endParaRPr sz="1400">
              <a:solidFill>
                <a:srgbClr val="0099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74"/>
                                        </p:tgtEl>
                                        <p:attrNameLst>
                                          <p:attrName>style.visibility</p:attrName>
                                        </p:attrNameLst>
                                      </p:cBhvr>
                                      <p:to>
                                        <p:strVal val="visible"/>
                                      </p:to>
                                    </p:set>
                                    <p:anim calcmode="lin" valueType="num">
                                      <p:cBhvr additive="base">
                                        <p:cTn id="7" dur="500"/>
                                        <p:tgtEl>
                                          <p:spTgt spid="1074"/>
                                        </p:tgtEl>
                                        <p:attrNameLst>
                                          <p:attrName>ppt_w</p:attrName>
                                        </p:attrNameLst>
                                      </p:cBhvr>
                                      <p:tavLst>
                                        <p:tav tm="0">
                                          <p:val>
                                            <p:strVal val="0"/>
                                          </p:val>
                                        </p:tav>
                                        <p:tav tm="100000">
                                          <p:val>
                                            <p:strVal val="#ppt_w"/>
                                          </p:val>
                                        </p:tav>
                                      </p:tavLst>
                                    </p:anim>
                                    <p:anim calcmode="lin" valueType="num">
                                      <p:cBhvr additive="base">
                                        <p:cTn id="8" dur="500"/>
                                        <p:tgtEl>
                                          <p:spTgt spid="107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75"/>
                                        </p:tgtEl>
                                        <p:attrNameLst>
                                          <p:attrName>style.visibility</p:attrName>
                                        </p:attrNameLst>
                                      </p:cBhvr>
                                      <p:to>
                                        <p:strVal val="visible"/>
                                      </p:to>
                                    </p:set>
                                    <p:animEffect transition="in" filter="fade">
                                      <p:cBhvr>
                                        <p:cTn id="13" dur="500"/>
                                        <p:tgtEl>
                                          <p:spTgt spid="1075"/>
                                        </p:tgtEl>
                                      </p:cBhvr>
                                    </p:animEffect>
                                  </p:childTnLst>
                                </p:cTn>
                              </p:par>
                              <p:par>
                                <p:cTn id="14" presetID="10" presetClass="entr" presetSubtype="0" fill="hold" nodeType="withEffect">
                                  <p:stCondLst>
                                    <p:cond delay="0"/>
                                  </p:stCondLst>
                                  <p:childTnLst>
                                    <p:set>
                                      <p:cBhvr>
                                        <p:cTn id="15" dur="1" fill="hold">
                                          <p:stCondLst>
                                            <p:cond delay="0"/>
                                          </p:stCondLst>
                                        </p:cTn>
                                        <p:tgtEl>
                                          <p:spTgt spid="1076"/>
                                        </p:tgtEl>
                                        <p:attrNameLst>
                                          <p:attrName>style.visibility</p:attrName>
                                        </p:attrNameLst>
                                      </p:cBhvr>
                                      <p:to>
                                        <p:strVal val="visible"/>
                                      </p:to>
                                    </p:set>
                                    <p:animEffect transition="in" filter="fade">
                                      <p:cBhvr>
                                        <p:cTn id="16" dur="500"/>
                                        <p:tgtEl>
                                          <p:spTgt spid="1076"/>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1130"/>
                                        </p:tgtEl>
                                        <p:attrNameLst>
                                          <p:attrName>style.visibility</p:attrName>
                                        </p:attrNameLst>
                                      </p:cBhvr>
                                      <p:to>
                                        <p:strVal val="visible"/>
                                      </p:to>
                                    </p:set>
                                    <p:anim calcmode="lin" valueType="num">
                                      <p:cBhvr additive="base">
                                        <p:cTn id="21" dur="500"/>
                                        <p:tgtEl>
                                          <p:spTgt spid="1130"/>
                                        </p:tgtEl>
                                        <p:attrNameLst>
                                          <p:attrName>ppt_w</p:attrName>
                                        </p:attrNameLst>
                                      </p:cBhvr>
                                      <p:tavLst>
                                        <p:tav tm="0">
                                          <p:val>
                                            <p:strVal val="0"/>
                                          </p:val>
                                        </p:tav>
                                        <p:tav tm="100000">
                                          <p:val>
                                            <p:strVal val="#ppt_w"/>
                                          </p:val>
                                        </p:tav>
                                      </p:tavLst>
                                    </p:anim>
                                    <p:anim calcmode="lin" valueType="num">
                                      <p:cBhvr additive="base">
                                        <p:cTn id="22" dur="500"/>
                                        <p:tgtEl>
                                          <p:spTgt spid="1130"/>
                                        </p:tgtEl>
                                        <p:attrNameLst>
                                          <p:attrName>ppt_h</p:attrName>
                                        </p:attrNameLst>
                                      </p:cBhvr>
                                      <p:tavLst>
                                        <p:tav tm="0">
                                          <p:val>
                                            <p:str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1141"/>
                                        </p:tgtEl>
                                        <p:attrNameLst>
                                          <p:attrName>style.visibility</p:attrName>
                                        </p:attrNameLst>
                                      </p:cBhvr>
                                      <p:to>
                                        <p:strVal val="visible"/>
                                      </p:to>
                                    </p:set>
                                    <p:anim calcmode="lin" valueType="num">
                                      <p:cBhvr additive="base">
                                        <p:cTn id="27" dur="500"/>
                                        <p:tgtEl>
                                          <p:spTgt spid="1141"/>
                                        </p:tgtEl>
                                        <p:attrNameLst>
                                          <p:attrName>ppt_w</p:attrName>
                                        </p:attrNameLst>
                                      </p:cBhvr>
                                      <p:tavLst>
                                        <p:tav tm="0">
                                          <p:val>
                                            <p:strVal val="0"/>
                                          </p:val>
                                        </p:tav>
                                        <p:tav tm="100000">
                                          <p:val>
                                            <p:strVal val="#ppt_w"/>
                                          </p:val>
                                        </p:tav>
                                      </p:tavLst>
                                    </p:anim>
                                    <p:anim calcmode="lin" valueType="num">
                                      <p:cBhvr additive="base">
                                        <p:cTn id="28" dur="500"/>
                                        <p:tgtEl>
                                          <p:spTgt spid="1141"/>
                                        </p:tgtEl>
                                        <p:attrNameLst>
                                          <p:attrName>ppt_h</p:attrName>
                                        </p:attrNameLst>
                                      </p:cBhvr>
                                      <p:tavLst>
                                        <p:tav tm="0">
                                          <p:val>
                                            <p:str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45"/>
                                        </p:tgtEl>
                                        <p:attrNameLst>
                                          <p:attrName>style.visibility</p:attrName>
                                        </p:attrNameLst>
                                      </p:cBhvr>
                                      <p:to>
                                        <p:strVal val="visible"/>
                                      </p:to>
                                    </p:set>
                                    <p:animEffect transition="in" filter="fade">
                                      <p:cBhvr>
                                        <p:cTn id="33" dur="500"/>
                                        <p:tgtEl>
                                          <p:spTgt spid="114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48"/>
                                        </p:tgtEl>
                                        <p:attrNameLst>
                                          <p:attrName>style.visibility</p:attrName>
                                        </p:attrNameLst>
                                      </p:cBhvr>
                                      <p:to>
                                        <p:strVal val="visible"/>
                                      </p:to>
                                    </p:set>
                                    <p:animEffect transition="in" filter="fade">
                                      <p:cBhvr>
                                        <p:cTn id="38" dur="500"/>
                                        <p:tgtEl>
                                          <p:spTgt spid="1148"/>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1151"/>
                                        </p:tgtEl>
                                        <p:attrNameLst>
                                          <p:attrName>style.visibility</p:attrName>
                                        </p:attrNameLst>
                                      </p:cBhvr>
                                      <p:to>
                                        <p:strVal val="visible"/>
                                      </p:to>
                                    </p:set>
                                    <p:anim calcmode="lin" valueType="num">
                                      <p:cBhvr additive="base">
                                        <p:cTn id="43" dur="500"/>
                                        <p:tgtEl>
                                          <p:spTgt spid="1151"/>
                                        </p:tgtEl>
                                        <p:attrNameLst>
                                          <p:attrName>ppt_w</p:attrName>
                                        </p:attrNameLst>
                                      </p:cBhvr>
                                      <p:tavLst>
                                        <p:tav tm="0">
                                          <p:val>
                                            <p:strVal val="0"/>
                                          </p:val>
                                        </p:tav>
                                        <p:tav tm="100000">
                                          <p:val>
                                            <p:strVal val="#ppt_w"/>
                                          </p:val>
                                        </p:tav>
                                      </p:tavLst>
                                    </p:anim>
                                    <p:anim calcmode="lin" valueType="num">
                                      <p:cBhvr additive="base">
                                        <p:cTn id="44" dur="500"/>
                                        <p:tgtEl>
                                          <p:spTgt spid="1151"/>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1152"/>
                                        </p:tgtEl>
                                        <p:attrNameLst>
                                          <p:attrName>style.visibility</p:attrName>
                                        </p:attrNameLst>
                                      </p:cBhvr>
                                      <p:to>
                                        <p:strVal val="visible"/>
                                      </p:to>
                                    </p:set>
                                    <p:anim calcmode="lin" valueType="num">
                                      <p:cBhvr additive="base">
                                        <p:cTn id="49" dur="500"/>
                                        <p:tgtEl>
                                          <p:spTgt spid="1152"/>
                                        </p:tgtEl>
                                        <p:attrNameLst>
                                          <p:attrName>ppt_w</p:attrName>
                                        </p:attrNameLst>
                                      </p:cBhvr>
                                      <p:tavLst>
                                        <p:tav tm="0">
                                          <p:val>
                                            <p:strVal val="0"/>
                                          </p:val>
                                        </p:tav>
                                        <p:tav tm="100000">
                                          <p:val>
                                            <p:strVal val="#ppt_w"/>
                                          </p:val>
                                        </p:tav>
                                      </p:tavLst>
                                    </p:anim>
                                    <p:anim calcmode="lin" valueType="num">
                                      <p:cBhvr additive="base">
                                        <p:cTn id="50" dur="500"/>
                                        <p:tgtEl>
                                          <p:spTgt spid="1152"/>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1069"/>
                                        </p:tgtEl>
                                        <p:attrNameLst>
                                          <p:attrName>style.visibility</p:attrName>
                                        </p:attrNameLst>
                                      </p:cBhvr>
                                      <p:to>
                                        <p:strVal val="visible"/>
                                      </p:to>
                                    </p:set>
                                    <p:anim calcmode="lin" valueType="num">
                                      <p:cBhvr additive="base">
                                        <p:cTn id="55" dur="500"/>
                                        <p:tgtEl>
                                          <p:spTgt spid="1069"/>
                                        </p:tgtEl>
                                        <p:attrNameLst>
                                          <p:attrName>ppt_w</p:attrName>
                                        </p:attrNameLst>
                                      </p:cBhvr>
                                      <p:tavLst>
                                        <p:tav tm="0">
                                          <p:val>
                                            <p:strVal val="0"/>
                                          </p:val>
                                        </p:tav>
                                        <p:tav tm="100000">
                                          <p:val>
                                            <p:strVal val="#ppt_w"/>
                                          </p:val>
                                        </p:tav>
                                      </p:tavLst>
                                    </p:anim>
                                    <p:anim calcmode="lin" valueType="num">
                                      <p:cBhvr additive="base">
                                        <p:cTn id="56" dur="500"/>
                                        <p:tgtEl>
                                          <p:spTgt spid="1069"/>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6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nodeType="clickEffect">
                                  <p:stCondLst>
                                    <p:cond delay="0"/>
                                  </p:stCondLst>
                                  <p:childTnLst>
                                    <p:set>
                                      <p:cBhvr>
                                        <p:cTn id="64" dur="1" fill="hold">
                                          <p:stCondLst>
                                            <p:cond delay="0"/>
                                          </p:stCondLst>
                                        </p:cTn>
                                        <p:tgtEl>
                                          <p:spTgt spid="1153"/>
                                        </p:tgtEl>
                                        <p:attrNameLst>
                                          <p:attrName>style.visibility</p:attrName>
                                        </p:attrNameLst>
                                      </p:cBhvr>
                                      <p:to>
                                        <p:strVal val="visible"/>
                                      </p:to>
                                    </p:set>
                                    <p:anim calcmode="lin" valueType="num">
                                      <p:cBhvr additive="base">
                                        <p:cTn id="65" dur="500"/>
                                        <p:tgtEl>
                                          <p:spTgt spid="1153"/>
                                        </p:tgtEl>
                                        <p:attrNameLst>
                                          <p:attrName>ppt_w</p:attrName>
                                        </p:attrNameLst>
                                      </p:cBhvr>
                                      <p:tavLst>
                                        <p:tav tm="0">
                                          <p:val>
                                            <p:strVal val="0"/>
                                          </p:val>
                                        </p:tav>
                                        <p:tav tm="100000">
                                          <p:val>
                                            <p:strVal val="#ppt_w"/>
                                          </p:val>
                                        </p:tav>
                                      </p:tavLst>
                                    </p:anim>
                                    <p:anim calcmode="lin" valueType="num">
                                      <p:cBhvr additive="base">
                                        <p:cTn id="66" dur="500"/>
                                        <p:tgtEl>
                                          <p:spTgt spid="1153"/>
                                        </p:tgtEl>
                                        <p:attrNameLst>
                                          <p:attrName>ppt_h</p:attrName>
                                        </p:attrNameLst>
                                      </p:cBhvr>
                                      <p:tavLst>
                                        <p:tav tm="0">
                                          <p:val>
                                            <p:str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nodeType="clickEffect">
                                  <p:stCondLst>
                                    <p:cond delay="0"/>
                                  </p:stCondLst>
                                  <p:childTnLst>
                                    <p:set>
                                      <p:cBhvr>
                                        <p:cTn id="70" dur="1" fill="hold">
                                          <p:stCondLst>
                                            <p:cond delay="0"/>
                                          </p:stCondLst>
                                        </p:cTn>
                                        <p:tgtEl>
                                          <p:spTgt spid="1154"/>
                                        </p:tgtEl>
                                        <p:attrNameLst>
                                          <p:attrName>style.visibility</p:attrName>
                                        </p:attrNameLst>
                                      </p:cBhvr>
                                      <p:to>
                                        <p:strVal val="visible"/>
                                      </p:to>
                                    </p:set>
                                    <p:anim calcmode="lin" valueType="num">
                                      <p:cBhvr additive="base">
                                        <p:cTn id="71" dur="500"/>
                                        <p:tgtEl>
                                          <p:spTgt spid="1154"/>
                                        </p:tgtEl>
                                        <p:attrNameLst>
                                          <p:attrName>ppt_w</p:attrName>
                                        </p:attrNameLst>
                                      </p:cBhvr>
                                      <p:tavLst>
                                        <p:tav tm="0">
                                          <p:val>
                                            <p:strVal val="0"/>
                                          </p:val>
                                        </p:tav>
                                        <p:tav tm="100000">
                                          <p:val>
                                            <p:strVal val="#ppt_w"/>
                                          </p:val>
                                        </p:tav>
                                      </p:tavLst>
                                    </p:anim>
                                    <p:anim calcmode="lin" valueType="num">
                                      <p:cBhvr additive="base">
                                        <p:cTn id="72" dur="500"/>
                                        <p:tgtEl>
                                          <p:spTgt spid="1154"/>
                                        </p:tgtEl>
                                        <p:attrNameLst>
                                          <p:attrName>ppt_h</p:attrName>
                                        </p:attrNameLst>
                                      </p:cBhvr>
                                      <p:tavLst>
                                        <p:tav tm="0">
                                          <p:val>
                                            <p:str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1157"/>
                                        </p:tgtEl>
                                        <p:attrNameLst>
                                          <p:attrName>style.visibility</p:attrName>
                                        </p:attrNameLst>
                                      </p:cBhvr>
                                      <p:to>
                                        <p:strVal val="visible"/>
                                      </p:to>
                                    </p:set>
                                    <p:anim calcmode="lin" valueType="num">
                                      <p:cBhvr additive="base">
                                        <p:cTn id="77" dur="500"/>
                                        <p:tgtEl>
                                          <p:spTgt spid="1157"/>
                                        </p:tgtEl>
                                        <p:attrNameLst>
                                          <p:attrName>ppt_w</p:attrName>
                                        </p:attrNameLst>
                                      </p:cBhvr>
                                      <p:tavLst>
                                        <p:tav tm="0">
                                          <p:val>
                                            <p:strVal val="0"/>
                                          </p:val>
                                        </p:tav>
                                        <p:tav tm="100000">
                                          <p:val>
                                            <p:strVal val="#ppt_w"/>
                                          </p:val>
                                        </p:tav>
                                      </p:tavLst>
                                    </p:anim>
                                    <p:anim calcmode="lin" valueType="num">
                                      <p:cBhvr additive="base">
                                        <p:cTn id="78" dur="500"/>
                                        <p:tgtEl>
                                          <p:spTgt spid="1157"/>
                                        </p:tgtEl>
                                        <p:attrNameLst>
                                          <p:attrName>ppt_h</p:attrName>
                                        </p:attrNameLst>
                                      </p:cBhvr>
                                      <p:tavLst>
                                        <p:tav tm="0">
                                          <p:val>
                                            <p:str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1170">
                                            <p:txEl>
                                              <p:pRg st="0" end="0"/>
                                            </p:txEl>
                                          </p:spTgt>
                                        </p:tgtEl>
                                        <p:attrNameLst>
                                          <p:attrName>style.visibility</p:attrName>
                                        </p:attrNameLst>
                                      </p:cBhvr>
                                      <p:to>
                                        <p:strVal val="visible"/>
                                      </p:to>
                                    </p:set>
                                    <p:anim calcmode="lin" valueType="num">
                                      <p:cBhvr additive="base">
                                        <p:cTn id="83" dur="500"/>
                                        <p:tgtEl>
                                          <p:spTgt spid="1170">
                                            <p:txEl>
                                              <p:pRg st="0" end="0"/>
                                            </p:txEl>
                                          </p:spTgt>
                                        </p:tgtEl>
                                        <p:attrNameLst>
                                          <p:attrName>ppt_w</p:attrName>
                                        </p:attrNameLst>
                                      </p:cBhvr>
                                      <p:tavLst>
                                        <p:tav tm="0">
                                          <p:val>
                                            <p:strVal val="0"/>
                                          </p:val>
                                        </p:tav>
                                        <p:tav tm="100000">
                                          <p:val>
                                            <p:strVal val="#ppt_w"/>
                                          </p:val>
                                        </p:tav>
                                      </p:tavLst>
                                    </p:anim>
                                    <p:anim calcmode="lin" valueType="num">
                                      <p:cBhvr additive="base">
                                        <p:cTn id="84" dur="500"/>
                                        <p:tgtEl>
                                          <p:spTgt spid="1170">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nodeType="clickEffect">
                                  <p:stCondLst>
                                    <p:cond delay="0"/>
                                  </p:stCondLst>
                                  <p:childTnLst>
                                    <p:set>
                                      <p:cBhvr>
                                        <p:cTn id="88" dur="1" fill="hold">
                                          <p:stCondLst>
                                            <p:cond delay="0"/>
                                          </p:stCondLst>
                                        </p:cTn>
                                        <p:tgtEl>
                                          <p:spTgt spid="1170">
                                            <p:txEl>
                                              <p:pRg st="1" end="1"/>
                                            </p:txEl>
                                          </p:spTgt>
                                        </p:tgtEl>
                                        <p:attrNameLst>
                                          <p:attrName>style.visibility</p:attrName>
                                        </p:attrNameLst>
                                      </p:cBhvr>
                                      <p:to>
                                        <p:strVal val="visible"/>
                                      </p:to>
                                    </p:set>
                                    <p:anim calcmode="lin" valueType="num">
                                      <p:cBhvr additive="base">
                                        <p:cTn id="89" dur="500"/>
                                        <p:tgtEl>
                                          <p:spTgt spid="1170">
                                            <p:txEl>
                                              <p:pRg st="1" end="1"/>
                                            </p:txEl>
                                          </p:spTgt>
                                        </p:tgtEl>
                                        <p:attrNameLst>
                                          <p:attrName>ppt_w</p:attrName>
                                        </p:attrNameLst>
                                      </p:cBhvr>
                                      <p:tavLst>
                                        <p:tav tm="0">
                                          <p:val>
                                            <p:strVal val="0"/>
                                          </p:val>
                                        </p:tav>
                                        <p:tav tm="100000">
                                          <p:val>
                                            <p:strVal val="#ppt_w"/>
                                          </p:val>
                                        </p:tav>
                                      </p:tavLst>
                                    </p:anim>
                                    <p:anim calcmode="lin" valueType="num">
                                      <p:cBhvr additive="base">
                                        <p:cTn id="90" dur="500"/>
                                        <p:tgtEl>
                                          <p:spTgt spid="1170">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1170">
                                            <p:txEl>
                                              <p:pRg st="2" end="2"/>
                                            </p:txEl>
                                          </p:spTgt>
                                        </p:tgtEl>
                                        <p:attrNameLst>
                                          <p:attrName>style.visibility</p:attrName>
                                        </p:attrNameLst>
                                      </p:cBhvr>
                                      <p:to>
                                        <p:strVal val="visible"/>
                                      </p:to>
                                    </p:set>
                                    <p:anim calcmode="lin" valueType="num">
                                      <p:cBhvr additive="base">
                                        <p:cTn id="95" dur="500"/>
                                        <p:tgtEl>
                                          <p:spTgt spid="1170">
                                            <p:txEl>
                                              <p:pRg st="2" end="2"/>
                                            </p:txEl>
                                          </p:spTgt>
                                        </p:tgtEl>
                                        <p:attrNameLst>
                                          <p:attrName>ppt_w</p:attrName>
                                        </p:attrNameLst>
                                      </p:cBhvr>
                                      <p:tavLst>
                                        <p:tav tm="0">
                                          <p:val>
                                            <p:strVal val="0"/>
                                          </p:val>
                                        </p:tav>
                                        <p:tav tm="100000">
                                          <p:val>
                                            <p:strVal val="#ppt_w"/>
                                          </p:val>
                                        </p:tav>
                                      </p:tavLst>
                                    </p:anim>
                                    <p:anim calcmode="lin" valueType="num">
                                      <p:cBhvr additive="base">
                                        <p:cTn id="96" dur="500"/>
                                        <p:tgtEl>
                                          <p:spTgt spid="1170">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23" presetClass="entr" presetSubtype="16" fill="hold" nodeType="clickEffect">
                                  <p:stCondLst>
                                    <p:cond delay="0"/>
                                  </p:stCondLst>
                                  <p:childTnLst>
                                    <p:set>
                                      <p:cBhvr>
                                        <p:cTn id="100" dur="1" fill="hold">
                                          <p:stCondLst>
                                            <p:cond delay="0"/>
                                          </p:stCondLst>
                                        </p:cTn>
                                        <p:tgtEl>
                                          <p:spTgt spid="1170">
                                            <p:txEl>
                                              <p:pRg st="3" end="3"/>
                                            </p:txEl>
                                          </p:spTgt>
                                        </p:tgtEl>
                                        <p:attrNameLst>
                                          <p:attrName>style.visibility</p:attrName>
                                        </p:attrNameLst>
                                      </p:cBhvr>
                                      <p:to>
                                        <p:strVal val="visible"/>
                                      </p:to>
                                    </p:set>
                                    <p:anim calcmode="lin" valueType="num">
                                      <p:cBhvr additive="base">
                                        <p:cTn id="101" dur="500"/>
                                        <p:tgtEl>
                                          <p:spTgt spid="1170">
                                            <p:txEl>
                                              <p:pRg st="3" end="3"/>
                                            </p:txEl>
                                          </p:spTgt>
                                        </p:tgtEl>
                                        <p:attrNameLst>
                                          <p:attrName>ppt_w</p:attrName>
                                        </p:attrNameLst>
                                      </p:cBhvr>
                                      <p:tavLst>
                                        <p:tav tm="0">
                                          <p:val>
                                            <p:strVal val="0"/>
                                          </p:val>
                                        </p:tav>
                                        <p:tav tm="100000">
                                          <p:val>
                                            <p:strVal val="#ppt_w"/>
                                          </p:val>
                                        </p:tav>
                                      </p:tavLst>
                                    </p:anim>
                                    <p:anim calcmode="lin" valueType="num">
                                      <p:cBhvr additive="base">
                                        <p:cTn id="102" dur="500"/>
                                        <p:tgtEl>
                                          <p:spTgt spid="1170">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3" presetClass="entr" presetSubtype="16" fill="hold" nodeType="clickEffect">
                                  <p:stCondLst>
                                    <p:cond delay="0"/>
                                  </p:stCondLst>
                                  <p:childTnLst>
                                    <p:set>
                                      <p:cBhvr>
                                        <p:cTn id="106" dur="1" fill="hold">
                                          <p:stCondLst>
                                            <p:cond delay="0"/>
                                          </p:stCondLst>
                                        </p:cTn>
                                        <p:tgtEl>
                                          <p:spTgt spid="1170">
                                            <p:txEl>
                                              <p:pRg st="4" end="4"/>
                                            </p:txEl>
                                          </p:spTgt>
                                        </p:tgtEl>
                                        <p:attrNameLst>
                                          <p:attrName>style.visibility</p:attrName>
                                        </p:attrNameLst>
                                      </p:cBhvr>
                                      <p:to>
                                        <p:strVal val="visible"/>
                                      </p:to>
                                    </p:set>
                                    <p:anim calcmode="lin" valueType="num">
                                      <p:cBhvr additive="base">
                                        <p:cTn id="107" dur="500"/>
                                        <p:tgtEl>
                                          <p:spTgt spid="1170">
                                            <p:txEl>
                                              <p:pRg st="4" end="4"/>
                                            </p:txEl>
                                          </p:spTgt>
                                        </p:tgtEl>
                                        <p:attrNameLst>
                                          <p:attrName>ppt_w</p:attrName>
                                        </p:attrNameLst>
                                      </p:cBhvr>
                                      <p:tavLst>
                                        <p:tav tm="0">
                                          <p:val>
                                            <p:strVal val="0"/>
                                          </p:val>
                                        </p:tav>
                                        <p:tav tm="100000">
                                          <p:val>
                                            <p:strVal val="#ppt_w"/>
                                          </p:val>
                                        </p:tav>
                                      </p:tavLst>
                                    </p:anim>
                                    <p:anim calcmode="lin" valueType="num">
                                      <p:cBhvr additive="base">
                                        <p:cTn id="108" dur="500"/>
                                        <p:tgtEl>
                                          <p:spTgt spid="1170">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23" presetClass="entr" presetSubtype="16" fill="hold" nodeType="clickEffect">
                                  <p:stCondLst>
                                    <p:cond delay="0"/>
                                  </p:stCondLst>
                                  <p:childTnLst>
                                    <p:set>
                                      <p:cBhvr>
                                        <p:cTn id="112" dur="1" fill="hold">
                                          <p:stCondLst>
                                            <p:cond delay="0"/>
                                          </p:stCondLst>
                                        </p:cTn>
                                        <p:tgtEl>
                                          <p:spTgt spid="1170">
                                            <p:txEl>
                                              <p:pRg st="5" end="5"/>
                                            </p:txEl>
                                          </p:spTgt>
                                        </p:tgtEl>
                                        <p:attrNameLst>
                                          <p:attrName>style.visibility</p:attrName>
                                        </p:attrNameLst>
                                      </p:cBhvr>
                                      <p:to>
                                        <p:strVal val="visible"/>
                                      </p:to>
                                    </p:set>
                                    <p:anim calcmode="lin" valueType="num">
                                      <p:cBhvr additive="base">
                                        <p:cTn id="113" dur="500"/>
                                        <p:tgtEl>
                                          <p:spTgt spid="1170">
                                            <p:txEl>
                                              <p:pRg st="5" end="5"/>
                                            </p:txEl>
                                          </p:spTgt>
                                        </p:tgtEl>
                                        <p:attrNameLst>
                                          <p:attrName>ppt_w</p:attrName>
                                        </p:attrNameLst>
                                      </p:cBhvr>
                                      <p:tavLst>
                                        <p:tav tm="0">
                                          <p:val>
                                            <p:strVal val="0"/>
                                          </p:val>
                                        </p:tav>
                                        <p:tav tm="100000">
                                          <p:val>
                                            <p:strVal val="#ppt_w"/>
                                          </p:val>
                                        </p:tav>
                                      </p:tavLst>
                                    </p:anim>
                                    <p:anim calcmode="lin" valueType="num">
                                      <p:cBhvr additive="base">
                                        <p:cTn id="114" dur="500"/>
                                        <p:tgtEl>
                                          <p:spTgt spid="1170">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23" presetClass="entr" presetSubtype="16" fill="hold" nodeType="clickEffect">
                                  <p:stCondLst>
                                    <p:cond delay="0"/>
                                  </p:stCondLst>
                                  <p:childTnLst>
                                    <p:set>
                                      <p:cBhvr>
                                        <p:cTn id="118" dur="1" fill="hold">
                                          <p:stCondLst>
                                            <p:cond delay="0"/>
                                          </p:stCondLst>
                                        </p:cTn>
                                        <p:tgtEl>
                                          <p:spTgt spid="1170">
                                            <p:txEl>
                                              <p:pRg st="6" end="6"/>
                                            </p:txEl>
                                          </p:spTgt>
                                        </p:tgtEl>
                                        <p:attrNameLst>
                                          <p:attrName>style.visibility</p:attrName>
                                        </p:attrNameLst>
                                      </p:cBhvr>
                                      <p:to>
                                        <p:strVal val="visible"/>
                                      </p:to>
                                    </p:set>
                                    <p:anim calcmode="lin" valueType="num">
                                      <p:cBhvr additive="base">
                                        <p:cTn id="119" dur="500"/>
                                        <p:tgtEl>
                                          <p:spTgt spid="1170">
                                            <p:txEl>
                                              <p:pRg st="6" end="6"/>
                                            </p:txEl>
                                          </p:spTgt>
                                        </p:tgtEl>
                                        <p:attrNameLst>
                                          <p:attrName>ppt_w</p:attrName>
                                        </p:attrNameLst>
                                      </p:cBhvr>
                                      <p:tavLst>
                                        <p:tav tm="0">
                                          <p:val>
                                            <p:strVal val="0"/>
                                          </p:val>
                                        </p:tav>
                                        <p:tav tm="100000">
                                          <p:val>
                                            <p:strVal val="#ppt_w"/>
                                          </p:val>
                                        </p:tav>
                                      </p:tavLst>
                                    </p:anim>
                                    <p:anim calcmode="lin" valueType="num">
                                      <p:cBhvr additive="base">
                                        <p:cTn id="120" dur="500"/>
                                        <p:tgtEl>
                                          <p:spTgt spid="1170">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23" presetClass="entr" presetSubtype="16" fill="hold" nodeType="clickEffect">
                                  <p:stCondLst>
                                    <p:cond delay="0"/>
                                  </p:stCondLst>
                                  <p:childTnLst>
                                    <p:set>
                                      <p:cBhvr>
                                        <p:cTn id="124" dur="1" fill="hold">
                                          <p:stCondLst>
                                            <p:cond delay="0"/>
                                          </p:stCondLst>
                                        </p:cTn>
                                        <p:tgtEl>
                                          <p:spTgt spid="1170">
                                            <p:txEl>
                                              <p:pRg st="7" end="7"/>
                                            </p:txEl>
                                          </p:spTgt>
                                        </p:tgtEl>
                                        <p:attrNameLst>
                                          <p:attrName>style.visibility</p:attrName>
                                        </p:attrNameLst>
                                      </p:cBhvr>
                                      <p:to>
                                        <p:strVal val="visible"/>
                                      </p:to>
                                    </p:set>
                                    <p:anim calcmode="lin" valueType="num">
                                      <p:cBhvr additive="base">
                                        <p:cTn id="125" dur="500"/>
                                        <p:tgtEl>
                                          <p:spTgt spid="1170">
                                            <p:txEl>
                                              <p:pRg st="7" end="7"/>
                                            </p:txEl>
                                          </p:spTgt>
                                        </p:tgtEl>
                                        <p:attrNameLst>
                                          <p:attrName>ppt_w</p:attrName>
                                        </p:attrNameLst>
                                      </p:cBhvr>
                                      <p:tavLst>
                                        <p:tav tm="0">
                                          <p:val>
                                            <p:strVal val="0"/>
                                          </p:val>
                                        </p:tav>
                                        <p:tav tm="100000">
                                          <p:val>
                                            <p:strVal val="#ppt_w"/>
                                          </p:val>
                                        </p:tav>
                                      </p:tavLst>
                                    </p:anim>
                                    <p:anim calcmode="lin" valueType="num">
                                      <p:cBhvr additive="base">
                                        <p:cTn id="126" dur="500"/>
                                        <p:tgtEl>
                                          <p:spTgt spid="1170">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127" fill="hold">
                      <p:stCondLst>
                        <p:cond delay="indefinite"/>
                      </p:stCondLst>
                      <p:childTnLst>
                        <p:par>
                          <p:cTn id="128" fill="hold">
                            <p:stCondLst>
                              <p:cond delay="0"/>
                            </p:stCondLst>
                            <p:childTnLst>
                              <p:par>
                                <p:cTn id="129" presetID="23" presetClass="entr" presetSubtype="16" fill="hold" nodeType="clickEffect">
                                  <p:stCondLst>
                                    <p:cond delay="0"/>
                                  </p:stCondLst>
                                  <p:childTnLst>
                                    <p:set>
                                      <p:cBhvr>
                                        <p:cTn id="130" dur="1" fill="hold">
                                          <p:stCondLst>
                                            <p:cond delay="0"/>
                                          </p:stCondLst>
                                        </p:cTn>
                                        <p:tgtEl>
                                          <p:spTgt spid="1170">
                                            <p:txEl>
                                              <p:pRg st="8" end="8"/>
                                            </p:txEl>
                                          </p:spTgt>
                                        </p:tgtEl>
                                        <p:attrNameLst>
                                          <p:attrName>style.visibility</p:attrName>
                                        </p:attrNameLst>
                                      </p:cBhvr>
                                      <p:to>
                                        <p:strVal val="visible"/>
                                      </p:to>
                                    </p:set>
                                    <p:anim calcmode="lin" valueType="num">
                                      <p:cBhvr additive="base">
                                        <p:cTn id="131" dur="500"/>
                                        <p:tgtEl>
                                          <p:spTgt spid="1170">
                                            <p:txEl>
                                              <p:pRg st="8" end="8"/>
                                            </p:txEl>
                                          </p:spTgt>
                                        </p:tgtEl>
                                        <p:attrNameLst>
                                          <p:attrName>ppt_w</p:attrName>
                                        </p:attrNameLst>
                                      </p:cBhvr>
                                      <p:tavLst>
                                        <p:tav tm="0">
                                          <p:val>
                                            <p:strVal val="0"/>
                                          </p:val>
                                        </p:tav>
                                        <p:tav tm="100000">
                                          <p:val>
                                            <p:strVal val="#ppt_w"/>
                                          </p:val>
                                        </p:tav>
                                      </p:tavLst>
                                    </p:anim>
                                    <p:anim calcmode="lin" valueType="num">
                                      <p:cBhvr additive="base">
                                        <p:cTn id="132" dur="500"/>
                                        <p:tgtEl>
                                          <p:spTgt spid="1170">
                                            <p:txEl>
                                              <p:pRg st="8" end="8"/>
                                            </p:txEl>
                                          </p:spTgt>
                                        </p:tgtEl>
                                        <p:attrNameLst>
                                          <p:attrName>ppt_h</p:attrName>
                                        </p:attrNameLst>
                                      </p:cBhvr>
                                      <p:tavLst>
                                        <p:tav tm="0">
                                          <p:val>
                                            <p:strVal val="0"/>
                                          </p:val>
                                        </p:tav>
                                        <p:tav tm="100000">
                                          <p:val>
                                            <p:strVal val="#ppt_h"/>
                                          </p:val>
                                        </p:tav>
                                      </p:tavLst>
                                    </p:anim>
                                  </p:childTnLst>
                                </p:cTn>
                              </p:par>
                            </p:childTnLst>
                          </p:cTn>
                        </p:par>
                      </p:childTnLst>
                    </p:cTn>
                  </p:par>
                  <p:par>
                    <p:cTn id="133" fill="hold">
                      <p:stCondLst>
                        <p:cond delay="indefinite"/>
                      </p:stCondLst>
                      <p:childTnLst>
                        <p:par>
                          <p:cTn id="134" fill="hold">
                            <p:stCondLst>
                              <p:cond delay="0"/>
                            </p:stCondLst>
                            <p:childTnLst>
                              <p:par>
                                <p:cTn id="135" presetID="23" presetClass="entr" presetSubtype="16" fill="hold" nodeType="clickEffect">
                                  <p:stCondLst>
                                    <p:cond delay="0"/>
                                  </p:stCondLst>
                                  <p:childTnLst>
                                    <p:set>
                                      <p:cBhvr>
                                        <p:cTn id="136" dur="1" fill="hold">
                                          <p:stCondLst>
                                            <p:cond delay="0"/>
                                          </p:stCondLst>
                                        </p:cTn>
                                        <p:tgtEl>
                                          <p:spTgt spid="1162"/>
                                        </p:tgtEl>
                                        <p:attrNameLst>
                                          <p:attrName>style.visibility</p:attrName>
                                        </p:attrNameLst>
                                      </p:cBhvr>
                                      <p:to>
                                        <p:strVal val="visible"/>
                                      </p:to>
                                    </p:set>
                                    <p:anim calcmode="lin" valueType="num">
                                      <p:cBhvr additive="base">
                                        <p:cTn id="137" dur="500"/>
                                        <p:tgtEl>
                                          <p:spTgt spid="1162"/>
                                        </p:tgtEl>
                                        <p:attrNameLst>
                                          <p:attrName>ppt_w</p:attrName>
                                        </p:attrNameLst>
                                      </p:cBhvr>
                                      <p:tavLst>
                                        <p:tav tm="0">
                                          <p:val>
                                            <p:strVal val="0"/>
                                          </p:val>
                                        </p:tav>
                                        <p:tav tm="100000">
                                          <p:val>
                                            <p:strVal val="#ppt_w"/>
                                          </p:val>
                                        </p:tav>
                                      </p:tavLst>
                                    </p:anim>
                                    <p:anim calcmode="lin" valueType="num">
                                      <p:cBhvr additive="base">
                                        <p:cTn id="138" dur="500"/>
                                        <p:tgtEl>
                                          <p:spTgt spid="1162"/>
                                        </p:tgtEl>
                                        <p:attrNameLst>
                                          <p:attrName>ppt_h</p:attrName>
                                        </p:attrNameLst>
                                      </p:cBhvr>
                                      <p:tavLst>
                                        <p:tav tm="0">
                                          <p:val>
                                            <p:strVal val="0"/>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nodeType="clickEffect">
                                  <p:stCondLst>
                                    <p:cond delay="0"/>
                                  </p:stCondLst>
                                  <p:childTnLst>
                                    <p:set>
                                      <p:cBhvr>
                                        <p:cTn id="142" dur="1" fill="hold">
                                          <p:stCondLst>
                                            <p:cond delay="0"/>
                                          </p:stCondLst>
                                        </p:cTn>
                                        <p:tgtEl>
                                          <p:spTgt spid="1158"/>
                                        </p:tgtEl>
                                        <p:attrNameLst>
                                          <p:attrName>style.visibility</p:attrName>
                                        </p:attrNameLst>
                                      </p:cBhvr>
                                      <p:to>
                                        <p:strVal val="visible"/>
                                      </p:to>
                                    </p:set>
                                    <p:anim calcmode="lin" valueType="num">
                                      <p:cBhvr additive="base">
                                        <p:cTn id="143" dur="500"/>
                                        <p:tgtEl>
                                          <p:spTgt spid="1158"/>
                                        </p:tgtEl>
                                        <p:attrNameLst>
                                          <p:attrName>ppt_w</p:attrName>
                                        </p:attrNameLst>
                                      </p:cBhvr>
                                      <p:tavLst>
                                        <p:tav tm="0">
                                          <p:val>
                                            <p:strVal val="0"/>
                                          </p:val>
                                        </p:tav>
                                        <p:tav tm="100000">
                                          <p:val>
                                            <p:strVal val="#ppt_w"/>
                                          </p:val>
                                        </p:tav>
                                      </p:tavLst>
                                    </p:anim>
                                    <p:anim calcmode="lin" valueType="num">
                                      <p:cBhvr additive="base">
                                        <p:cTn id="144" dur="500"/>
                                        <p:tgtEl>
                                          <p:spTgt spid="1158"/>
                                        </p:tgtEl>
                                        <p:attrNameLst>
                                          <p:attrName>ppt_h</p:attrName>
                                        </p:attrNameLst>
                                      </p:cBhvr>
                                      <p:tavLst>
                                        <p:tav tm="0">
                                          <p:val>
                                            <p:str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23" presetClass="entr" presetSubtype="16" fill="hold" nodeType="clickEffect">
                                  <p:stCondLst>
                                    <p:cond delay="0"/>
                                  </p:stCondLst>
                                  <p:childTnLst>
                                    <p:set>
                                      <p:cBhvr>
                                        <p:cTn id="148" dur="1" fill="hold">
                                          <p:stCondLst>
                                            <p:cond delay="0"/>
                                          </p:stCondLst>
                                        </p:cTn>
                                        <p:tgtEl>
                                          <p:spTgt spid="1163"/>
                                        </p:tgtEl>
                                        <p:attrNameLst>
                                          <p:attrName>style.visibility</p:attrName>
                                        </p:attrNameLst>
                                      </p:cBhvr>
                                      <p:to>
                                        <p:strVal val="visible"/>
                                      </p:to>
                                    </p:set>
                                    <p:anim calcmode="lin" valueType="num">
                                      <p:cBhvr additive="base">
                                        <p:cTn id="149" dur="500"/>
                                        <p:tgtEl>
                                          <p:spTgt spid="1163"/>
                                        </p:tgtEl>
                                        <p:attrNameLst>
                                          <p:attrName>ppt_w</p:attrName>
                                        </p:attrNameLst>
                                      </p:cBhvr>
                                      <p:tavLst>
                                        <p:tav tm="0">
                                          <p:val>
                                            <p:strVal val="0"/>
                                          </p:val>
                                        </p:tav>
                                        <p:tav tm="100000">
                                          <p:val>
                                            <p:strVal val="#ppt_w"/>
                                          </p:val>
                                        </p:tav>
                                      </p:tavLst>
                                    </p:anim>
                                    <p:anim calcmode="lin" valueType="num">
                                      <p:cBhvr additive="base">
                                        <p:cTn id="150" dur="500"/>
                                        <p:tgtEl>
                                          <p:spTgt spid="1163"/>
                                        </p:tgtEl>
                                        <p:attrNameLst>
                                          <p:attrName>ppt_h</p:attrName>
                                        </p:attrNameLst>
                                      </p:cBhvr>
                                      <p:tavLst>
                                        <p:tav tm="0">
                                          <p:val>
                                            <p:strVal val="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23" presetClass="entr" presetSubtype="16" fill="hold" nodeType="clickEffect">
                                  <p:stCondLst>
                                    <p:cond delay="0"/>
                                  </p:stCondLst>
                                  <p:childTnLst>
                                    <p:set>
                                      <p:cBhvr>
                                        <p:cTn id="154" dur="1" fill="hold">
                                          <p:stCondLst>
                                            <p:cond delay="0"/>
                                          </p:stCondLst>
                                        </p:cTn>
                                        <p:tgtEl>
                                          <p:spTgt spid="1161"/>
                                        </p:tgtEl>
                                        <p:attrNameLst>
                                          <p:attrName>style.visibility</p:attrName>
                                        </p:attrNameLst>
                                      </p:cBhvr>
                                      <p:to>
                                        <p:strVal val="visible"/>
                                      </p:to>
                                    </p:set>
                                    <p:anim calcmode="lin" valueType="num">
                                      <p:cBhvr additive="base">
                                        <p:cTn id="155" dur="500"/>
                                        <p:tgtEl>
                                          <p:spTgt spid="1161"/>
                                        </p:tgtEl>
                                        <p:attrNameLst>
                                          <p:attrName>ppt_w</p:attrName>
                                        </p:attrNameLst>
                                      </p:cBhvr>
                                      <p:tavLst>
                                        <p:tav tm="0">
                                          <p:val>
                                            <p:strVal val="0"/>
                                          </p:val>
                                        </p:tav>
                                        <p:tav tm="100000">
                                          <p:val>
                                            <p:strVal val="#ppt_w"/>
                                          </p:val>
                                        </p:tav>
                                      </p:tavLst>
                                    </p:anim>
                                    <p:anim calcmode="lin" valueType="num">
                                      <p:cBhvr additive="base">
                                        <p:cTn id="156" dur="500"/>
                                        <p:tgtEl>
                                          <p:spTgt spid="116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21"/>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Recorrer Array Bidimensional</a:t>
            </a:r>
            <a:endParaRPr/>
          </a:p>
        </p:txBody>
      </p:sp>
      <p:sp>
        <p:nvSpPr>
          <p:cNvPr id="1176" name="Google Shape;1176;p21"/>
          <p:cNvSpPr txBox="1"/>
          <p:nvPr/>
        </p:nvSpPr>
        <p:spPr>
          <a:xfrm>
            <a:off x="989237" y="1124744"/>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temperaturas</a:t>
            </a:r>
            <a:endParaRPr sz="1600" b="1">
              <a:solidFill>
                <a:srgbClr val="FF0000"/>
              </a:solidFill>
              <a:latin typeface="Arial"/>
              <a:ea typeface="Arial"/>
              <a:cs typeface="Arial"/>
              <a:sym typeface="Arial"/>
            </a:endParaRPr>
          </a:p>
        </p:txBody>
      </p:sp>
      <p:sp>
        <p:nvSpPr>
          <p:cNvPr id="1177" name="Google Shape;1177;p21"/>
          <p:cNvSpPr/>
          <p:nvPr/>
        </p:nvSpPr>
        <p:spPr>
          <a:xfrm>
            <a:off x="989237" y="1715784"/>
            <a:ext cx="1908000"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78" name="Google Shape;1178;p21"/>
          <p:cNvSpPr/>
          <p:nvPr/>
        </p:nvSpPr>
        <p:spPr>
          <a:xfrm>
            <a:off x="1072357" y="176384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79" name="Google Shape;1179;p21"/>
          <p:cNvSpPr/>
          <p:nvPr/>
        </p:nvSpPr>
        <p:spPr>
          <a:xfrm>
            <a:off x="1072357" y="205187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0" name="Google Shape;1180;p21"/>
          <p:cNvSpPr/>
          <p:nvPr/>
        </p:nvSpPr>
        <p:spPr>
          <a:xfrm>
            <a:off x="1072357" y="233571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1" name="Google Shape;1181;p21"/>
          <p:cNvSpPr/>
          <p:nvPr/>
        </p:nvSpPr>
        <p:spPr>
          <a:xfrm>
            <a:off x="1072357" y="262794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2" name="Google Shape;1182;p21"/>
          <p:cNvSpPr/>
          <p:nvPr/>
        </p:nvSpPr>
        <p:spPr>
          <a:xfrm>
            <a:off x="1072357" y="291597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3" name="Google Shape;1183;p21"/>
          <p:cNvSpPr/>
          <p:nvPr/>
        </p:nvSpPr>
        <p:spPr>
          <a:xfrm>
            <a:off x="1072357" y="319981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4" name="Google Shape;1184;p21"/>
          <p:cNvSpPr/>
          <p:nvPr/>
        </p:nvSpPr>
        <p:spPr>
          <a:xfrm>
            <a:off x="1072357" y="348784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85" name="Google Shape;1185;p21"/>
          <p:cNvSpPr txBox="1"/>
          <p:nvPr/>
        </p:nvSpPr>
        <p:spPr>
          <a:xfrm>
            <a:off x="1159016" y="177281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186" name="Google Shape;1186;p21"/>
          <p:cNvSpPr txBox="1"/>
          <p:nvPr/>
        </p:nvSpPr>
        <p:spPr>
          <a:xfrm>
            <a:off x="1159016" y="206084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21</a:t>
            </a:r>
            <a:endParaRPr/>
          </a:p>
        </p:txBody>
      </p:sp>
      <p:sp>
        <p:nvSpPr>
          <p:cNvPr id="1187" name="Google Shape;1187;p21"/>
          <p:cNvSpPr txBox="1"/>
          <p:nvPr/>
        </p:nvSpPr>
        <p:spPr>
          <a:xfrm>
            <a:off x="1159016" y="234468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188" name="Google Shape;1188;p21"/>
          <p:cNvSpPr txBox="1"/>
          <p:nvPr/>
        </p:nvSpPr>
        <p:spPr>
          <a:xfrm>
            <a:off x="1159016" y="263691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15</a:t>
            </a:r>
            <a:endParaRPr/>
          </a:p>
        </p:txBody>
      </p:sp>
      <p:sp>
        <p:nvSpPr>
          <p:cNvPr id="1189" name="Google Shape;1189;p21"/>
          <p:cNvSpPr txBox="1"/>
          <p:nvPr/>
        </p:nvSpPr>
        <p:spPr>
          <a:xfrm>
            <a:off x="1159016" y="292494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22</a:t>
            </a:r>
            <a:endParaRPr/>
          </a:p>
        </p:txBody>
      </p:sp>
      <p:sp>
        <p:nvSpPr>
          <p:cNvPr id="1190" name="Google Shape;1190;p21"/>
          <p:cNvSpPr txBox="1"/>
          <p:nvPr/>
        </p:nvSpPr>
        <p:spPr>
          <a:xfrm>
            <a:off x="1159016" y="320878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26</a:t>
            </a:r>
            <a:endParaRPr/>
          </a:p>
        </p:txBody>
      </p:sp>
      <p:sp>
        <p:nvSpPr>
          <p:cNvPr id="1191" name="Google Shape;1191;p21"/>
          <p:cNvSpPr txBox="1"/>
          <p:nvPr/>
        </p:nvSpPr>
        <p:spPr>
          <a:xfrm>
            <a:off x="1159016" y="349681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192" name="Google Shape;1192;p21"/>
          <p:cNvSpPr/>
          <p:nvPr/>
        </p:nvSpPr>
        <p:spPr>
          <a:xfrm>
            <a:off x="1656359" y="176329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3" name="Google Shape;1193;p21"/>
          <p:cNvSpPr/>
          <p:nvPr/>
        </p:nvSpPr>
        <p:spPr>
          <a:xfrm>
            <a:off x="1656359" y="205132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4" name="Google Shape;1194;p21"/>
          <p:cNvSpPr/>
          <p:nvPr/>
        </p:nvSpPr>
        <p:spPr>
          <a:xfrm>
            <a:off x="1656359" y="233516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5" name="Google Shape;1195;p21"/>
          <p:cNvSpPr/>
          <p:nvPr/>
        </p:nvSpPr>
        <p:spPr>
          <a:xfrm>
            <a:off x="1656359" y="2627387"/>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6" name="Google Shape;1196;p21"/>
          <p:cNvSpPr/>
          <p:nvPr/>
        </p:nvSpPr>
        <p:spPr>
          <a:xfrm>
            <a:off x="1656359" y="291541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7" name="Google Shape;1197;p21"/>
          <p:cNvSpPr/>
          <p:nvPr/>
        </p:nvSpPr>
        <p:spPr>
          <a:xfrm>
            <a:off x="1656359" y="319925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8" name="Google Shape;1198;p21"/>
          <p:cNvSpPr/>
          <p:nvPr/>
        </p:nvSpPr>
        <p:spPr>
          <a:xfrm>
            <a:off x="1656359" y="348729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199" name="Google Shape;1199;p21"/>
          <p:cNvSpPr txBox="1"/>
          <p:nvPr/>
        </p:nvSpPr>
        <p:spPr>
          <a:xfrm>
            <a:off x="1743018" y="177226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200" name="Google Shape;1200;p21"/>
          <p:cNvSpPr txBox="1"/>
          <p:nvPr/>
        </p:nvSpPr>
        <p:spPr>
          <a:xfrm>
            <a:off x="1743018" y="206029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201" name="Google Shape;1201;p21"/>
          <p:cNvSpPr txBox="1"/>
          <p:nvPr/>
        </p:nvSpPr>
        <p:spPr>
          <a:xfrm>
            <a:off x="1743018" y="234413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202" name="Google Shape;1202;p21"/>
          <p:cNvSpPr txBox="1"/>
          <p:nvPr/>
        </p:nvSpPr>
        <p:spPr>
          <a:xfrm>
            <a:off x="1743018" y="2636357"/>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203" name="Google Shape;1203;p21"/>
          <p:cNvSpPr txBox="1"/>
          <p:nvPr/>
        </p:nvSpPr>
        <p:spPr>
          <a:xfrm>
            <a:off x="1743018" y="29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1204" name="Google Shape;1204;p21"/>
          <p:cNvSpPr txBox="1"/>
          <p:nvPr/>
        </p:nvSpPr>
        <p:spPr>
          <a:xfrm>
            <a:off x="1743018" y="320822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1205" name="Google Shape;1205;p21"/>
          <p:cNvSpPr txBox="1"/>
          <p:nvPr/>
        </p:nvSpPr>
        <p:spPr>
          <a:xfrm>
            <a:off x="1743018" y="349626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1206" name="Google Shape;1206;p21"/>
          <p:cNvSpPr/>
          <p:nvPr/>
        </p:nvSpPr>
        <p:spPr>
          <a:xfrm>
            <a:off x="2242516" y="176329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07" name="Google Shape;1207;p21"/>
          <p:cNvSpPr/>
          <p:nvPr/>
        </p:nvSpPr>
        <p:spPr>
          <a:xfrm>
            <a:off x="2242516" y="205132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08" name="Google Shape;1208;p21"/>
          <p:cNvSpPr/>
          <p:nvPr/>
        </p:nvSpPr>
        <p:spPr>
          <a:xfrm>
            <a:off x="2242516" y="233516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09" name="Google Shape;1209;p21"/>
          <p:cNvSpPr/>
          <p:nvPr/>
        </p:nvSpPr>
        <p:spPr>
          <a:xfrm>
            <a:off x="2242516" y="2627387"/>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10" name="Google Shape;1210;p21"/>
          <p:cNvSpPr/>
          <p:nvPr/>
        </p:nvSpPr>
        <p:spPr>
          <a:xfrm>
            <a:off x="2242516" y="291541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11" name="Google Shape;1211;p21"/>
          <p:cNvSpPr/>
          <p:nvPr/>
        </p:nvSpPr>
        <p:spPr>
          <a:xfrm>
            <a:off x="2242516" y="319925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12" name="Google Shape;1212;p21"/>
          <p:cNvSpPr/>
          <p:nvPr/>
        </p:nvSpPr>
        <p:spPr>
          <a:xfrm>
            <a:off x="2242516" y="348729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13" name="Google Shape;1213;p21"/>
          <p:cNvSpPr txBox="1"/>
          <p:nvPr/>
        </p:nvSpPr>
        <p:spPr>
          <a:xfrm>
            <a:off x="2329175" y="177226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214" name="Google Shape;1214;p21"/>
          <p:cNvSpPr txBox="1"/>
          <p:nvPr/>
        </p:nvSpPr>
        <p:spPr>
          <a:xfrm>
            <a:off x="2329175" y="206029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215" name="Google Shape;1215;p21"/>
          <p:cNvSpPr txBox="1"/>
          <p:nvPr/>
        </p:nvSpPr>
        <p:spPr>
          <a:xfrm>
            <a:off x="2329175" y="234413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29</a:t>
            </a:r>
            <a:endParaRPr/>
          </a:p>
        </p:txBody>
      </p:sp>
      <p:sp>
        <p:nvSpPr>
          <p:cNvPr id="1216" name="Google Shape;1216;p21"/>
          <p:cNvSpPr txBox="1"/>
          <p:nvPr/>
        </p:nvSpPr>
        <p:spPr>
          <a:xfrm>
            <a:off x="2329175" y="2636357"/>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217" name="Google Shape;1217;p21"/>
          <p:cNvSpPr txBox="1"/>
          <p:nvPr/>
        </p:nvSpPr>
        <p:spPr>
          <a:xfrm>
            <a:off x="2329175" y="29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218" name="Google Shape;1218;p21"/>
          <p:cNvSpPr txBox="1"/>
          <p:nvPr/>
        </p:nvSpPr>
        <p:spPr>
          <a:xfrm>
            <a:off x="2329175" y="320822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1219" name="Google Shape;1219;p21"/>
          <p:cNvSpPr txBox="1"/>
          <p:nvPr/>
        </p:nvSpPr>
        <p:spPr>
          <a:xfrm>
            <a:off x="2329175" y="349626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28</a:t>
            </a:r>
            <a:endParaRPr/>
          </a:p>
        </p:txBody>
      </p:sp>
      <p:grpSp>
        <p:nvGrpSpPr>
          <p:cNvPr id="1220" name="Google Shape;1220;p21"/>
          <p:cNvGrpSpPr/>
          <p:nvPr/>
        </p:nvGrpSpPr>
        <p:grpSpPr>
          <a:xfrm>
            <a:off x="598248" y="1434262"/>
            <a:ext cx="2136606" cy="2397641"/>
            <a:chOff x="389343" y="2442374"/>
            <a:chExt cx="2136606" cy="2397641"/>
          </a:xfrm>
        </p:grpSpPr>
        <p:sp>
          <p:nvSpPr>
            <p:cNvPr id="1221" name="Google Shape;1221;p21"/>
            <p:cNvSpPr txBox="1"/>
            <p:nvPr/>
          </p:nvSpPr>
          <p:spPr>
            <a:xfrm>
              <a:off x="389343" y="2784242"/>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222" name="Google Shape;1222;p21"/>
            <p:cNvSpPr txBox="1"/>
            <p:nvPr/>
          </p:nvSpPr>
          <p:spPr>
            <a:xfrm>
              <a:off x="393513" y="3070451"/>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223" name="Google Shape;1223;p21"/>
            <p:cNvSpPr txBox="1"/>
            <p:nvPr/>
          </p:nvSpPr>
          <p:spPr>
            <a:xfrm>
              <a:off x="392247" y="3356628"/>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sp>
          <p:nvSpPr>
            <p:cNvPr id="1224" name="Google Shape;1224;p21"/>
            <p:cNvSpPr txBox="1"/>
            <p:nvPr/>
          </p:nvSpPr>
          <p:spPr>
            <a:xfrm>
              <a:off x="393513" y="3642837"/>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3</a:t>
              </a:r>
              <a:endParaRPr/>
            </a:p>
          </p:txBody>
        </p:sp>
        <p:sp>
          <p:nvSpPr>
            <p:cNvPr id="1225" name="Google Shape;1225;p21"/>
            <p:cNvSpPr txBox="1"/>
            <p:nvPr/>
          </p:nvSpPr>
          <p:spPr>
            <a:xfrm>
              <a:off x="393513" y="3929046"/>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4</a:t>
              </a:r>
              <a:endParaRPr/>
            </a:p>
          </p:txBody>
        </p:sp>
        <p:sp>
          <p:nvSpPr>
            <p:cNvPr id="1226" name="Google Shape;1226;p21"/>
            <p:cNvSpPr txBox="1"/>
            <p:nvPr/>
          </p:nvSpPr>
          <p:spPr>
            <a:xfrm>
              <a:off x="389343" y="4215255"/>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5</a:t>
              </a:r>
              <a:endParaRPr/>
            </a:p>
          </p:txBody>
        </p:sp>
        <p:sp>
          <p:nvSpPr>
            <p:cNvPr id="1227" name="Google Shape;1227;p21"/>
            <p:cNvSpPr txBox="1"/>
            <p:nvPr/>
          </p:nvSpPr>
          <p:spPr>
            <a:xfrm>
              <a:off x="393513" y="4501461"/>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6</a:t>
              </a:r>
              <a:endParaRPr/>
            </a:p>
          </p:txBody>
        </p:sp>
        <p:sp>
          <p:nvSpPr>
            <p:cNvPr id="1228" name="Google Shape;1228;p21"/>
            <p:cNvSpPr txBox="1"/>
            <p:nvPr/>
          </p:nvSpPr>
          <p:spPr>
            <a:xfrm>
              <a:off x="919571" y="2442374"/>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229" name="Google Shape;1229;p21"/>
            <p:cNvSpPr txBox="1"/>
            <p:nvPr/>
          </p:nvSpPr>
          <p:spPr>
            <a:xfrm>
              <a:off x="1503944" y="2447137"/>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230" name="Google Shape;1230;p21"/>
            <p:cNvSpPr txBox="1"/>
            <p:nvPr/>
          </p:nvSpPr>
          <p:spPr>
            <a:xfrm>
              <a:off x="2091369" y="2447137"/>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grpSp>
      <p:grpSp>
        <p:nvGrpSpPr>
          <p:cNvPr id="1231" name="Google Shape;1231;p21"/>
          <p:cNvGrpSpPr/>
          <p:nvPr/>
        </p:nvGrpSpPr>
        <p:grpSpPr>
          <a:xfrm>
            <a:off x="3689325" y="1340768"/>
            <a:ext cx="4665531" cy="1431190"/>
            <a:chOff x="3958779" y="3483202"/>
            <a:chExt cx="3205510" cy="1431190"/>
          </a:xfrm>
        </p:grpSpPr>
        <p:sp>
          <p:nvSpPr>
            <p:cNvPr id="1232" name="Google Shape;1232;p21"/>
            <p:cNvSpPr/>
            <p:nvPr/>
          </p:nvSpPr>
          <p:spPr>
            <a:xfrm>
              <a:off x="3968303" y="3777380"/>
              <a:ext cx="3195985" cy="113701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3" name="Google Shape;1233;p21"/>
            <p:cNvSpPr txBox="1"/>
            <p:nvPr/>
          </p:nvSpPr>
          <p:spPr>
            <a:xfrm>
              <a:off x="3958779" y="3483202"/>
              <a:ext cx="32055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for común</a:t>
              </a:r>
              <a:endParaRPr/>
            </a:p>
          </p:txBody>
        </p:sp>
      </p:grpSp>
      <p:sp>
        <p:nvSpPr>
          <p:cNvPr id="1234" name="Google Shape;1234;p21"/>
          <p:cNvSpPr/>
          <p:nvPr/>
        </p:nvSpPr>
        <p:spPr>
          <a:xfrm>
            <a:off x="2343689" y="1434262"/>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5" name="Google Shape;1235;p21"/>
          <p:cNvSpPr/>
          <p:nvPr/>
        </p:nvSpPr>
        <p:spPr>
          <a:xfrm>
            <a:off x="654734" y="2628435"/>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6" name="Google Shape;1236;p21"/>
          <p:cNvSpPr/>
          <p:nvPr/>
        </p:nvSpPr>
        <p:spPr>
          <a:xfrm>
            <a:off x="1765870" y="1426728"/>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7" name="Google Shape;1237;p21"/>
          <p:cNvSpPr/>
          <p:nvPr/>
        </p:nvSpPr>
        <p:spPr>
          <a:xfrm>
            <a:off x="1194457" y="1427290"/>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8" name="Google Shape;1238;p21"/>
          <p:cNvSpPr/>
          <p:nvPr/>
        </p:nvSpPr>
        <p:spPr>
          <a:xfrm>
            <a:off x="654734" y="1767828"/>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39" name="Google Shape;1239;p21"/>
          <p:cNvSpPr/>
          <p:nvPr/>
        </p:nvSpPr>
        <p:spPr>
          <a:xfrm>
            <a:off x="654734" y="2054697"/>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40" name="Google Shape;1240;p21"/>
          <p:cNvSpPr/>
          <p:nvPr/>
        </p:nvSpPr>
        <p:spPr>
          <a:xfrm>
            <a:off x="654734" y="2341566"/>
            <a:ext cx="309526" cy="30952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241" name="Google Shape;1241;p21"/>
          <p:cNvGrpSpPr/>
          <p:nvPr/>
        </p:nvGrpSpPr>
        <p:grpSpPr>
          <a:xfrm>
            <a:off x="1066350" y="1760660"/>
            <a:ext cx="576064" cy="347524"/>
            <a:chOff x="1287116" y="1415419"/>
            <a:chExt cx="576064" cy="347524"/>
          </a:xfrm>
        </p:grpSpPr>
        <p:sp>
          <p:nvSpPr>
            <p:cNvPr id="1242" name="Google Shape;1242;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43" name="Google Shape;1243;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20</a:t>
              </a:r>
              <a:endParaRPr/>
            </a:p>
          </p:txBody>
        </p:sp>
      </p:grpSp>
      <p:grpSp>
        <p:nvGrpSpPr>
          <p:cNvPr id="1244" name="Google Shape;1244;p21"/>
          <p:cNvGrpSpPr/>
          <p:nvPr/>
        </p:nvGrpSpPr>
        <p:grpSpPr>
          <a:xfrm>
            <a:off x="1656406" y="1760660"/>
            <a:ext cx="576064" cy="347524"/>
            <a:chOff x="1287116" y="1415419"/>
            <a:chExt cx="576064" cy="347524"/>
          </a:xfrm>
        </p:grpSpPr>
        <p:sp>
          <p:nvSpPr>
            <p:cNvPr id="1245" name="Google Shape;1245;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46" name="Google Shape;1246;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23</a:t>
              </a:r>
              <a:endParaRPr/>
            </a:p>
          </p:txBody>
        </p:sp>
      </p:grpSp>
      <p:grpSp>
        <p:nvGrpSpPr>
          <p:cNvPr id="1247" name="Google Shape;1247;p21"/>
          <p:cNvGrpSpPr/>
          <p:nvPr/>
        </p:nvGrpSpPr>
        <p:grpSpPr>
          <a:xfrm>
            <a:off x="2230904" y="1760660"/>
            <a:ext cx="576064" cy="347524"/>
            <a:chOff x="1287116" y="1415419"/>
            <a:chExt cx="576064" cy="347524"/>
          </a:xfrm>
        </p:grpSpPr>
        <p:sp>
          <p:nvSpPr>
            <p:cNvPr id="1248" name="Google Shape;1248;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49" name="Google Shape;1249;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25</a:t>
              </a:r>
              <a:endParaRPr/>
            </a:p>
          </p:txBody>
        </p:sp>
      </p:grpSp>
      <p:grpSp>
        <p:nvGrpSpPr>
          <p:cNvPr id="1250" name="Google Shape;1250;p21"/>
          <p:cNvGrpSpPr/>
          <p:nvPr/>
        </p:nvGrpSpPr>
        <p:grpSpPr>
          <a:xfrm>
            <a:off x="1066350" y="2049441"/>
            <a:ext cx="576064" cy="347524"/>
            <a:chOff x="1287116" y="1415419"/>
            <a:chExt cx="576064" cy="347524"/>
          </a:xfrm>
        </p:grpSpPr>
        <p:sp>
          <p:nvSpPr>
            <p:cNvPr id="1251" name="Google Shape;1251;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52" name="Google Shape;1252;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21</a:t>
              </a:r>
              <a:endParaRPr/>
            </a:p>
          </p:txBody>
        </p:sp>
      </p:grpSp>
      <p:grpSp>
        <p:nvGrpSpPr>
          <p:cNvPr id="1253" name="Google Shape;1253;p21"/>
          <p:cNvGrpSpPr/>
          <p:nvPr/>
        </p:nvGrpSpPr>
        <p:grpSpPr>
          <a:xfrm>
            <a:off x="1656406" y="2049441"/>
            <a:ext cx="576064" cy="347524"/>
            <a:chOff x="1287116" y="1415419"/>
            <a:chExt cx="576064" cy="347524"/>
          </a:xfrm>
        </p:grpSpPr>
        <p:sp>
          <p:nvSpPr>
            <p:cNvPr id="1254" name="Google Shape;1254;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55" name="Google Shape;1255;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25</a:t>
              </a:r>
              <a:endParaRPr/>
            </a:p>
          </p:txBody>
        </p:sp>
      </p:grpSp>
      <p:grpSp>
        <p:nvGrpSpPr>
          <p:cNvPr id="1256" name="Google Shape;1256;p21"/>
          <p:cNvGrpSpPr/>
          <p:nvPr/>
        </p:nvGrpSpPr>
        <p:grpSpPr>
          <a:xfrm>
            <a:off x="2230904" y="2049441"/>
            <a:ext cx="576064" cy="347524"/>
            <a:chOff x="1287116" y="1415419"/>
            <a:chExt cx="576064" cy="347524"/>
          </a:xfrm>
        </p:grpSpPr>
        <p:sp>
          <p:nvSpPr>
            <p:cNvPr id="1257" name="Google Shape;1257;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58" name="Google Shape;1258;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27</a:t>
              </a:r>
              <a:endParaRPr/>
            </a:p>
          </p:txBody>
        </p:sp>
      </p:grpSp>
      <p:grpSp>
        <p:nvGrpSpPr>
          <p:cNvPr id="1259" name="Google Shape;1259;p21"/>
          <p:cNvGrpSpPr/>
          <p:nvPr/>
        </p:nvGrpSpPr>
        <p:grpSpPr>
          <a:xfrm>
            <a:off x="1066350" y="2338223"/>
            <a:ext cx="576064" cy="347524"/>
            <a:chOff x="1287116" y="1415419"/>
            <a:chExt cx="576064" cy="347524"/>
          </a:xfrm>
        </p:grpSpPr>
        <p:sp>
          <p:nvSpPr>
            <p:cNvPr id="1260" name="Google Shape;1260;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61" name="Google Shape;1261;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23</a:t>
              </a:r>
              <a:endParaRPr/>
            </a:p>
          </p:txBody>
        </p:sp>
      </p:grpSp>
      <p:grpSp>
        <p:nvGrpSpPr>
          <p:cNvPr id="1262" name="Google Shape;1262;p21"/>
          <p:cNvGrpSpPr/>
          <p:nvPr/>
        </p:nvGrpSpPr>
        <p:grpSpPr>
          <a:xfrm>
            <a:off x="1656406" y="2338223"/>
            <a:ext cx="576064" cy="347524"/>
            <a:chOff x="1287116" y="1415419"/>
            <a:chExt cx="576064" cy="347524"/>
          </a:xfrm>
        </p:grpSpPr>
        <p:sp>
          <p:nvSpPr>
            <p:cNvPr id="1263" name="Google Shape;1263;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64" name="Google Shape;1264;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27</a:t>
              </a:r>
              <a:endParaRPr/>
            </a:p>
          </p:txBody>
        </p:sp>
      </p:grpSp>
      <p:grpSp>
        <p:nvGrpSpPr>
          <p:cNvPr id="1265" name="Google Shape;1265;p21"/>
          <p:cNvGrpSpPr/>
          <p:nvPr/>
        </p:nvGrpSpPr>
        <p:grpSpPr>
          <a:xfrm>
            <a:off x="2230904" y="2338223"/>
            <a:ext cx="576064" cy="347524"/>
            <a:chOff x="1287116" y="1415419"/>
            <a:chExt cx="576064" cy="347524"/>
          </a:xfrm>
        </p:grpSpPr>
        <p:sp>
          <p:nvSpPr>
            <p:cNvPr id="1266" name="Google Shape;1266;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67" name="Google Shape;1267;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29</a:t>
              </a:r>
              <a:endParaRPr/>
            </a:p>
          </p:txBody>
        </p:sp>
      </p:grpSp>
      <p:grpSp>
        <p:nvGrpSpPr>
          <p:cNvPr id="1268" name="Google Shape;1268;p21"/>
          <p:cNvGrpSpPr/>
          <p:nvPr/>
        </p:nvGrpSpPr>
        <p:grpSpPr>
          <a:xfrm>
            <a:off x="1066350" y="2627004"/>
            <a:ext cx="576064" cy="347524"/>
            <a:chOff x="1287116" y="1415419"/>
            <a:chExt cx="576064" cy="347524"/>
          </a:xfrm>
        </p:grpSpPr>
        <p:sp>
          <p:nvSpPr>
            <p:cNvPr id="1269" name="Google Shape;1269;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70" name="Google Shape;1270;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15</a:t>
              </a:r>
              <a:endParaRPr/>
            </a:p>
          </p:txBody>
        </p:sp>
      </p:grpSp>
      <p:grpSp>
        <p:nvGrpSpPr>
          <p:cNvPr id="1271" name="Google Shape;1271;p21"/>
          <p:cNvGrpSpPr/>
          <p:nvPr/>
        </p:nvGrpSpPr>
        <p:grpSpPr>
          <a:xfrm>
            <a:off x="1656406" y="2627004"/>
            <a:ext cx="576064" cy="347524"/>
            <a:chOff x="1287116" y="1415419"/>
            <a:chExt cx="576064" cy="347524"/>
          </a:xfrm>
        </p:grpSpPr>
        <p:sp>
          <p:nvSpPr>
            <p:cNvPr id="1272" name="Google Shape;1272;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73" name="Google Shape;1273;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20</a:t>
              </a:r>
              <a:endParaRPr/>
            </a:p>
          </p:txBody>
        </p:sp>
      </p:grpSp>
      <p:grpSp>
        <p:nvGrpSpPr>
          <p:cNvPr id="1274" name="Google Shape;1274;p21"/>
          <p:cNvGrpSpPr/>
          <p:nvPr/>
        </p:nvGrpSpPr>
        <p:grpSpPr>
          <a:xfrm>
            <a:off x="2230904" y="2627004"/>
            <a:ext cx="576064" cy="347524"/>
            <a:chOff x="1287116" y="1415419"/>
            <a:chExt cx="576064" cy="347524"/>
          </a:xfrm>
        </p:grpSpPr>
        <p:sp>
          <p:nvSpPr>
            <p:cNvPr id="1275" name="Google Shape;1275;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76" name="Google Shape;1276;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23</a:t>
              </a:r>
              <a:endParaRPr/>
            </a:p>
          </p:txBody>
        </p:sp>
      </p:grpSp>
      <p:grpSp>
        <p:nvGrpSpPr>
          <p:cNvPr id="1277" name="Google Shape;1277;p21"/>
          <p:cNvGrpSpPr/>
          <p:nvPr/>
        </p:nvGrpSpPr>
        <p:grpSpPr>
          <a:xfrm>
            <a:off x="1066350" y="2915786"/>
            <a:ext cx="576064" cy="347524"/>
            <a:chOff x="1287116" y="1415419"/>
            <a:chExt cx="576064" cy="347524"/>
          </a:xfrm>
        </p:grpSpPr>
        <p:sp>
          <p:nvSpPr>
            <p:cNvPr id="1278" name="Google Shape;1278;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79" name="Google Shape;1279;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22</a:t>
              </a:r>
              <a:endParaRPr/>
            </a:p>
          </p:txBody>
        </p:sp>
      </p:grpSp>
      <p:grpSp>
        <p:nvGrpSpPr>
          <p:cNvPr id="1280" name="Google Shape;1280;p21"/>
          <p:cNvGrpSpPr/>
          <p:nvPr/>
        </p:nvGrpSpPr>
        <p:grpSpPr>
          <a:xfrm>
            <a:off x="1656406" y="2915786"/>
            <a:ext cx="576064" cy="347524"/>
            <a:chOff x="1287116" y="1415419"/>
            <a:chExt cx="576064" cy="347524"/>
          </a:xfrm>
        </p:grpSpPr>
        <p:sp>
          <p:nvSpPr>
            <p:cNvPr id="1281" name="Google Shape;1281;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82" name="Google Shape;1282;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24</a:t>
              </a:r>
              <a:endParaRPr/>
            </a:p>
          </p:txBody>
        </p:sp>
      </p:grpSp>
      <p:grpSp>
        <p:nvGrpSpPr>
          <p:cNvPr id="1283" name="Google Shape;1283;p21"/>
          <p:cNvGrpSpPr/>
          <p:nvPr/>
        </p:nvGrpSpPr>
        <p:grpSpPr>
          <a:xfrm>
            <a:off x="2230904" y="2915786"/>
            <a:ext cx="576064" cy="347524"/>
            <a:chOff x="1287116" y="1415419"/>
            <a:chExt cx="576064" cy="347524"/>
          </a:xfrm>
        </p:grpSpPr>
        <p:sp>
          <p:nvSpPr>
            <p:cNvPr id="1284" name="Google Shape;1284;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85" name="Google Shape;1285;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27</a:t>
              </a:r>
              <a:endParaRPr/>
            </a:p>
          </p:txBody>
        </p:sp>
      </p:grpSp>
      <p:grpSp>
        <p:nvGrpSpPr>
          <p:cNvPr id="1286" name="Google Shape;1286;p21"/>
          <p:cNvGrpSpPr/>
          <p:nvPr/>
        </p:nvGrpSpPr>
        <p:grpSpPr>
          <a:xfrm>
            <a:off x="1066350" y="3204568"/>
            <a:ext cx="576064" cy="347524"/>
            <a:chOff x="1287116" y="1415419"/>
            <a:chExt cx="576064" cy="347524"/>
          </a:xfrm>
        </p:grpSpPr>
        <p:sp>
          <p:nvSpPr>
            <p:cNvPr id="1287" name="Google Shape;1287;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88" name="Google Shape;1288;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26</a:t>
              </a:r>
              <a:endParaRPr/>
            </a:p>
          </p:txBody>
        </p:sp>
      </p:grpSp>
      <p:grpSp>
        <p:nvGrpSpPr>
          <p:cNvPr id="1289" name="Google Shape;1289;p21"/>
          <p:cNvGrpSpPr/>
          <p:nvPr/>
        </p:nvGrpSpPr>
        <p:grpSpPr>
          <a:xfrm>
            <a:off x="1656406" y="3204568"/>
            <a:ext cx="576064" cy="347524"/>
            <a:chOff x="1287116" y="1415419"/>
            <a:chExt cx="576064" cy="347524"/>
          </a:xfrm>
        </p:grpSpPr>
        <p:sp>
          <p:nvSpPr>
            <p:cNvPr id="1290" name="Google Shape;1290;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91" name="Google Shape;1291;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33</a:t>
              </a:r>
              <a:endParaRPr/>
            </a:p>
          </p:txBody>
        </p:sp>
      </p:grpSp>
      <p:grpSp>
        <p:nvGrpSpPr>
          <p:cNvPr id="1292" name="Google Shape;1292;p21"/>
          <p:cNvGrpSpPr/>
          <p:nvPr/>
        </p:nvGrpSpPr>
        <p:grpSpPr>
          <a:xfrm>
            <a:off x="2230904" y="3204568"/>
            <a:ext cx="576064" cy="347524"/>
            <a:chOff x="1287116" y="1415419"/>
            <a:chExt cx="576064" cy="347524"/>
          </a:xfrm>
        </p:grpSpPr>
        <p:sp>
          <p:nvSpPr>
            <p:cNvPr id="1293" name="Google Shape;1293;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94" name="Google Shape;1294;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30</a:t>
              </a:r>
              <a:endParaRPr/>
            </a:p>
          </p:txBody>
        </p:sp>
      </p:grpSp>
      <p:grpSp>
        <p:nvGrpSpPr>
          <p:cNvPr id="1295" name="Google Shape;1295;p21"/>
          <p:cNvGrpSpPr/>
          <p:nvPr/>
        </p:nvGrpSpPr>
        <p:grpSpPr>
          <a:xfrm>
            <a:off x="1066350" y="3493349"/>
            <a:ext cx="576064" cy="347524"/>
            <a:chOff x="1287116" y="1415419"/>
            <a:chExt cx="576064" cy="347524"/>
          </a:xfrm>
        </p:grpSpPr>
        <p:sp>
          <p:nvSpPr>
            <p:cNvPr id="1296" name="Google Shape;1296;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297" name="Google Shape;1297;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27</a:t>
              </a:r>
              <a:endParaRPr/>
            </a:p>
          </p:txBody>
        </p:sp>
      </p:grpSp>
      <p:grpSp>
        <p:nvGrpSpPr>
          <p:cNvPr id="1298" name="Google Shape;1298;p21"/>
          <p:cNvGrpSpPr/>
          <p:nvPr/>
        </p:nvGrpSpPr>
        <p:grpSpPr>
          <a:xfrm>
            <a:off x="1656406" y="3493349"/>
            <a:ext cx="576064" cy="347524"/>
            <a:chOff x="1287116" y="1415419"/>
            <a:chExt cx="576064" cy="347524"/>
          </a:xfrm>
        </p:grpSpPr>
        <p:sp>
          <p:nvSpPr>
            <p:cNvPr id="1299" name="Google Shape;1299;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00" name="Google Shape;1300;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30</a:t>
              </a:r>
              <a:endParaRPr/>
            </a:p>
          </p:txBody>
        </p:sp>
      </p:grpSp>
      <p:grpSp>
        <p:nvGrpSpPr>
          <p:cNvPr id="1301" name="Google Shape;1301;p21"/>
          <p:cNvGrpSpPr/>
          <p:nvPr/>
        </p:nvGrpSpPr>
        <p:grpSpPr>
          <a:xfrm>
            <a:off x="2230904" y="3493349"/>
            <a:ext cx="576064" cy="347524"/>
            <a:chOff x="1287116" y="1415419"/>
            <a:chExt cx="576064" cy="347524"/>
          </a:xfrm>
        </p:grpSpPr>
        <p:sp>
          <p:nvSpPr>
            <p:cNvPr id="1302" name="Google Shape;1302;p21"/>
            <p:cNvSpPr/>
            <p:nvPr/>
          </p:nvSpPr>
          <p:spPr>
            <a:xfrm>
              <a:off x="1287116" y="1415419"/>
              <a:ext cx="576064" cy="288032"/>
            </a:xfrm>
            <a:prstGeom prst="rect">
              <a:avLst/>
            </a:prstGeom>
            <a:solidFill>
              <a:srgbClr val="FF3300"/>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03" name="Google Shape;1303;p21"/>
            <p:cNvSpPr txBox="1"/>
            <p:nvPr/>
          </p:nvSpPr>
          <p:spPr>
            <a:xfrm>
              <a:off x="1373775" y="142438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Arial"/>
                  <a:ea typeface="Arial"/>
                  <a:cs typeface="Arial"/>
                  <a:sym typeface="Arial"/>
                </a:rPr>
                <a:t>28</a:t>
              </a:r>
              <a:endParaRPr/>
            </a:p>
          </p:txBody>
        </p:sp>
      </p:grpSp>
      <p:sp>
        <p:nvSpPr>
          <p:cNvPr id="1304" name="Google Shape;1304;p21"/>
          <p:cNvSpPr txBox="1"/>
          <p:nvPr/>
        </p:nvSpPr>
        <p:spPr>
          <a:xfrm>
            <a:off x="3905349" y="1772879"/>
            <a:ext cx="444950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for(int </a:t>
            </a:r>
            <a:r>
              <a:rPr lang="es-ES" sz="1600" b="1">
                <a:solidFill>
                  <a:srgbClr val="E8890A"/>
                </a:solidFill>
                <a:latin typeface="Arial"/>
                <a:ea typeface="Arial"/>
                <a:cs typeface="Arial"/>
                <a:sym typeface="Arial"/>
              </a:rPr>
              <a:t>fila </a:t>
            </a:r>
            <a:r>
              <a:rPr lang="es-ES" sz="1600">
                <a:solidFill>
                  <a:schemeClr val="dk1"/>
                </a:solidFill>
                <a:latin typeface="Arial"/>
                <a:ea typeface="Arial"/>
                <a:cs typeface="Arial"/>
                <a:sym typeface="Arial"/>
              </a:rPr>
              <a:t>= </a:t>
            </a:r>
            <a:r>
              <a:rPr lang="es-ES" sz="1600">
                <a:solidFill>
                  <a:srgbClr val="00B050"/>
                </a:solidFill>
                <a:latin typeface="Arial"/>
                <a:ea typeface="Arial"/>
                <a:cs typeface="Arial"/>
                <a:sym typeface="Arial"/>
              </a:rPr>
              <a:t>0</a:t>
            </a:r>
            <a:r>
              <a:rPr lang="es-ES" sz="1600">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fila </a:t>
            </a:r>
            <a:r>
              <a:rPr lang="es-ES" sz="1600">
                <a:solidFill>
                  <a:schemeClr val="dk1"/>
                </a:solidFill>
                <a:latin typeface="Arial"/>
                <a:ea typeface="Arial"/>
                <a:cs typeface="Arial"/>
                <a:sym typeface="Arial"/>
              </a:rPr>
              <a:t>&lt;</a:t>
            </a:r>
            <a:r>
              <a:rPr lang="es-ES" sz="1600" b="1">
                <a:solidFill>
                  <a:srgbClr val="E8890A"/>
                </a:solidFill>
                <a:latin typeface="Arial"/>
                <a:ea typeface="Arial"/>
                <a:cs typeface="Arial"/>
                <a:sym typeface="Arial"/>
              </a:rPr>
              <a:t> </a:t>
            </a:r>
            <a:r>
              <a:rPr lang="es-ES" sz="1600" b="1">
                <a:solidFill>
                  <a:srgbClr val="00B050"/>
                </a:solidFill>
                <a:latin typeface="Arial"/>
                <a:ea typeface="Arial"/>
                <a:cs typeface="Arial"/>
                <a:sym typeface="Arial"/>
              </a:rPr>
              <a:t>7</a:t>
            </a:r>
            <a:r>
              <a:rPr lang="es-ES" sz="1600" b="1">
                <a:solidFill>
                  <a:srgbClr val="E8890A"/>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fila </a:t>
            </a:r>
            <a:r>
              <a:rPr lang="es-ES" sz="1600">
                <a:solidFill>
                  <a:schemeClr val="dk1"/>
                </a:solidFill>
                <a:latin typeface="Arial"/>
                <a:ea typeface="Arial"/>
                <a:cs typeface="Arial"/>
                <a:sym typeface="Arial"/>
              </a:rPr>
              <a:t>++) </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for(int </a:t>
            </a:r>
            <a:r>
              <a:rPr lang="es-ES" sz="1600" b="1">
                <a:solidFill>
                  <a:srgbClr val="E8890A"/>
                </a:solidFill>
                <a:latin typeface="Arial"/>
                <a:ea typeface="Arial"/>
                <a:cs typeface="Arial"/>
                <a:sym typeface="Arial"/>
              </a:rPr>
              <a:t>col </a:t>
            </a:r>
            <a:r>
              <a:rPr lang="es-ES" sz="1600">
                <a:solidFill>
                  <a:schemeClr val="dk1"/>
                </a:solidFill>
                <a:latin typeface="Arial"/>
                <a:ea typeface="Arial"/>
                <a:cs typeface="Arial"/>
                <a:sym typeface="Arial"/>
              </a:rPr>
              <a:t>= </a:t>
            </a:r>
            <a:r>
              <a:rPr lang="es-ES" sz="1600">
                <a:solidFill>
                  <a:srgbClr val="00B050"/>
                </a:solidFill>
                <a:latin typeface="Arial"/>
                <a:ea typeface="Arial"/>
                <a:cs typeface="Arial"/>
                <a:sym typeface="Arial"/>
              </a:rPr>
              <a:t>0</a:t>
            </a:r>
            <a:r>
              <a:rPr lang="es-ES" sz="1600">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col </a:t>
            </a:r>
            <a:r>
              <a:rPr lang="es-ES" sz="1600">
                <a:solidFill>
                  <a:schemeClr val="dk1"/>
                </a:solidFill>
                <a:latin typeface="Arial"/>
                <a:ea typeface="Arial"/>
                <a:cs typeface="Arial"/>
                <a:sym typeface="Arial"/>
              </a:rPr>
              <a:t>&lt;</a:t>
            </a:r>
            <a:r>
              <a:rPr lang="es-ES" sz="1600" b="1">
                <a:solidFill>
                  <a:srgbClr val="E8890A"/>
                </a:solidFill>
                <a:latin typeface="Arial"/>
                <a:ea typeface="Arial"/>
                <a:cs typeface="Arial"/>
                <a:sym typeface="Arial"/>
              </a:rPr>
              <a:t> </a:t>
            </a:r>
            <a:r>
              <a:rPr lang="es-ES" sz="1600" b="1">
                <a:solidFill>
                  <a:srgbClr val="00B050"/>
                </a:solidFill>
                <a:latin typeface="Arial"/>
                <a:ea typeface="Arial"/>
                <a:cs typeface="Arial"/>
                <a:sym typeface="Arial"/>
              </a:rPr>
              <a:t>3</a:t>
            </a:r>
            <a:r>
              <a:rPr lang="es-ES" sz="1600" b="1">
                <a:solidFill>
                  <a:srgbClr val="E8890A"/>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col </a:t>
            </a:r>
            <a:r>
              <a:rPr lang="es-ES" sz="16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a:t>
            </a:r>
            <a:r>
              <a:rPr lang="es-ES" sz="1600" b="1">
                <a:solidFill>
                  <a:srgbClr val="FF3300"/>
                </a:solidFill>
                <a:latin typeface="Arial"/>
                <a:ea typeface="Arial"/>
                <a:cs typeface="Arial"/>
                <a:sym typeface="Arial"/>
              </a:rPr>
              <a:t>...println( </a:t>
            </a:r>
            <a:r>
              <a:rPr lang="es-ES" sz="1600" b="1">
                <a:solidFill>
                  <a:schemeClr val="accent1"/>
                </a:solidFill>
                <a:latin typeface="Arial"/>
                <a:ea typeface="Arial"/>
                <a:cs typeface="Arial"/>
                <a:sym typeface="Arial"/>
              </a:rPr>
              <a:t>temperaturas </a:t>
            </a:r>
            <a:r>
              <a:rPr lang="es-ES" sz="1600" b="1">
                <a:solidFill>
                  <a:srgbClr val="00B0F0"/>
                </a:solidFill>
                <a:latin typeface="Arial"/>
                <a:ea typeface="Arial"/>
                <a:cs typeface="Arial"/>
                <a:sym typeface="Arial"/>
              </a:rPr>
              <a:t>[</a:t>
            </a:r>
            <a:r>
              <a:rPr lang="es-ES" sz="1600" b="1">
                <a:solidFill>
                  <a:srgbClr val="E8890A"/>
                </a:solidFill>
                <a:latin typeface="Arial"/>
                <a:ea typeface="Arial"/>
                <a:cs typeface="Arial"/>
                <a:sym typeface="Arial"/>
              </a:rPr>
              <a:t>fila</a:t>
            </a:r>
            <a:r>
              <a:rPr lang="es-ES" sz="1600" b="1">
                <a:solidFill>
                  <a:srgbClr val="00B0F0"/>
                </a:solidFill>
                <a:latin typeface="Arial"/>
                <a:ea typeface="Arial"/>
                <a:cs typeface="Arial"/>
                <a:sym typeface="Arial"/>
              </a:rPr>
              <a:t>] [</a:t>
            </a:r>
            <a:r>
              <a:rPr lang="es-ES" sz="1600" b="1">
                <a:solidFill>
                  <a:srgbClr val="E8890A"/>
                </a:solidFill>
                <a:latin typeface="Arial"/>
                <a:ea typeface="Arial"/>
                <a:cs typeface="Arial"/>
                <a:sym typeface="Arial"/>
              </a:rPr>
              <a:t>col</a:t>
            </a:r>
            <a:r>
              <a:rPr lang="es-ES" sz="1600" b="1">
                <a:solidFill>
                  <a:srgbClr val="00B0F0"/>
                </a:solidFill>
                <a:latin typeface="Arial"/>
                <a:ea typeface="Arial"/>
                <a:cs typeface="Arial"/>
                <a:sym typeface="Arial"/>
              </a:rPr>
              <a:t>] </a:t>
            </a:r>
            <a:r>
              <a:rPr lang="es-ES" sz="1600" b="1">
                <a:solidFill>
                  <a:srgbClr val="FF3300"/>
                </a:solidFill>
                <a:latin typeface="Arial"/>
                <a:ea typeface="Arial"/>
                <a:cs typeface="Arial"/>
                <a:sym typeface="Arial"/>
              </a:rPr>
              <a:t>)</a:t>
            </a:r>
            <a:r>
              <a:rPr lang="es-ES" sz="1600" b="1">
                <a:solidFill>
                  <a:srgbClr val="00B0F0"/>
                </a:solidFill>
                <a:latin typeface="Arial"/>
                <a:ea typeface="Arial"/>
                <a:cs typeface="Arial"/>
                <a:sym typeface="Arial"/>
              </a:rPr>
              <a:t>;</a:t>
            </a:r>
            <a:endParaRPr sz="1600">
              <a:solidFill>
                <a:schemeClr val="dk1"/>
              </a:solidFill>
              <a:latin typeface="Arial"/>
              <a:ea typeface="Arial"/>
              <a:cs typeface="Arial"/>
              <a:sym typeface="Arial"/>
            </a:endParaRPr>
          </a:p>
        </p:txBody>
      </p:sp>
      <p:grpSp>
        <p:nvGrpSpPr>
          <p:cNvPr id="1305" name="Google Shape;1305;p21"/>
          <p:cNvGrpSpPr/>
          <p:nvPr/>
        </p:nvGrpSpPr>
        <p:grpSpPr>
          <a:xfrm>
            <a:off x="3720121" y="2924944"/>
            <a:ext cx="4665531" cy="1431190"/>
            <a:chOff x="3958779" y="3483202"/>
            <a:chExt cx="3205510" cy="1431190"/>
          </a:xfrm>
        </p:grpSpPr>
        <p:sp>
          <p:nvSpPr>
            <p:cNvPr id="1306" name="Google Shape;1306;p21"/>
            <p:cNvSpPr/>
            <p:nvPr/>
          </p:nvSpPr>
          <p:spPr>
            <a:xfrm>
              <a:off x="3968303" y="3777380"/>
              <a:ext cx="3195985" cy="113701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07" name="Google Shape;1307;p21"/>
            <p:cNvSpPr txBox="1"/>
            <p:nvPr/>
          </p:nvSpPr>
          <p:spPr>
            <a:xfrm>
              <a:off x="3958779" y="3483202"/>
              <a:ext cx="32055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for mejorado</a:t>
              </a:r>
              <a:endParaRPr/>
            </a:p>
          </p:txBody>
        </p:sp>
      </p:grpSp>
      <p:sp>
        <p:nvSpPr>
          <p:cNvPr id="1308" name="Google Shape;1308;p21"/>
          <p:cNvSpPr txBox="1"/>
          <p:nvPr/>
        </p:nvSpPr>
        <p:spPr>
          <a:xfrm>
            <a:off x="3936145" y="3357055"/>
            <a:ext cx="444950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for(int[] </a:t>
            </a:r>
            <a:r>
              <a:rPr lang="es-ES" sz="1600" b="1">
                <a:solidFill>
                  <a:srgbClr val="00B050"/>
                </a:solidFill>
                <a:latin typeface="Arial"/>
                <a:ea typeface="Arial"/>
                <a:cs typeface="Arial"/>
                <a:sym typeface="Arial"/>
              </a:rPr>
              <a:t>fila</a:t>
            </a:r>
            <a:r>
              <a:rPr lang="es-ES" sz="1600" b="1">
                <a:solidFill>
                  <a:srgbClr val="E8890A"/>
                </a:solidFill>
                <a:latin typeface="Arial"/>
                <a:ea typeface="Arial"/>
                <a:cs typeface="Arial"/>
                <a:sym typeface="Arial"/>
              </a:rPr>
              <a:t> : </a:t>
            </a:r>
            <a:r>
              <a:rPr lang="es-ES" sz="1600" b="1">
                <a:solidFill>
                  <a:schemeClr val="accent1"/>
                </a:solidFill>
                <a:latin typeface="Arial"/>
                <a:ea typeface="Arial"/>
                <a:cs typeface="Arial"/>
                <a:sym typeface="Arial"/>
              </a:rPr>
              <a:t>temperaturas </a:t>
            </a:r>
            <a:r>
              <a:rPr lang="es-ES" sz="1600">
                <a:solidFill>
                  <a:schemeClr val="dk1"/>
                </a:solidFill>
                <a:latin typeface="Arial"/>
                <a:ea typeface="Arial"/>
                <a:cs typeface="Arial"/>
                <a:sym typeface="Arial"/>
              </a:rPr>
              <a:t>) </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for(int </a:t>
            </a:r>
            <a:r>
              <a:rPr lang="es-ES" sz="1600" b="1">
                <a:solidFill>
                  <a:srgbClr val="E8890A"/>
                </a:solidFill>
                <a:latin typeface="Arial"/>
                <a:ea typeface="Arial"/>
                <a:cs typeface="Arial"/>
                <a:sym typeface="Arial"/>
              </a:rPr>
              <a:t>temp : </a:t>
            </a:r>
            <a:r>
              <a:rPr lang="es-ES" sz="1600" b="1">
                <a:solidFill>
                  <a:srgbClr val="00B050"/>
                </a:solidFill>
                <a:latin typeface="Arial"/>
                <a:ea typeface="Arial"/>
                <a:cs typeface="Arial"/>
                <a:sym typeface="Arial"/>
              </a:rPr>
              <a:t>fila </a:t>
            </a:r>
            <a:r>
              <a:rPr lang="es-ES" sz="16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a:t>
            </a:r>
            <a:r>
              <a:rPr lang="es-ES" sz="1600" b="1">
                <a:solidFill>
                  <a:srgbClr val="FF3300"/>
                </a:solidFill>
                <a:latin typeface="Arial"/>
                <a:ea typeface="Arial"/>
                <a:cs typeface="Arial"/>
                <a:sym typeface="Arial"/>
              </a:rPr>
              <a:t>...println( </a:t>
            </a:r>
            <a:r>
              <a:rPr lang="es-ES" sz="1600" b="1">
                <a:solidFill>
                  <a:srgbClr val="E8890A"/>
                </a:solidFill>
                <a:latin typeface="Arial"/>
                <a:ea typeface="Arial"/>
                <a:cs typeface="Arial"/>
                <a:sym typeface="Arial"/>
              </a:rPr>
              <a:t>temp </a:t>
            </a:r>
            <a:r>
              <a:rPr lang="es-ES" sz="1600" b="1">
                <a:solidFill>
                  <a:srgbClr val="FF3300"/>
                </a:solidFill>
                <a:latin typeface="Arial"/>
                <a:ea typeface="Arial"/>
                <a:cs typeface="Arial"/>
                <a:sym typeface="Arial"/>
              </a:rPr>
              <a:t>)</a:t>
            </a:r>
            <a:r>
              <a:rPr lang="es-ES" sz="1600" b="1">
                <a:solidFill>
                  <a:srgbClr val="00B0F0"/>
                </a:solidFill>
                <a:latin typeface="Arial"/>
                <a:ea typeface="Arial"/>
                <a:cs typeface="Arial"/>
                <a:sym typeface="Arial"/>
              </a:rPr>
              <a:t>;</a:t>
            </a:r>
            <a:endParaRPr sz="1600">
              <a:solidFill>
                <a:schemeClr val="dk1"/>
              </a:solidFill>
              <a:latin typeface="Arial"/>
              <a:ea typeface="Arial"/>
              <a:cs typeface="Arial"/>
              <a:sym typeface="Arial"/>
            </a:endParaRPr>
          </a:p>
        </p:txBody>
      </p:sp>
      <p:grpSp>
        <p:nvGrpSpPr>
          <p:cNvPr id="1309" name="Google Shape;1309;p21"/>
          <p:cNvGrpSpPr/>
          <p:nvPr/>
        </p:nvGrpSpPr>
        <p:grpSpPr>
          <a:xfrm>
            <a:off x="3722893" y="4518090"/>
            <a:ext cx="4665531" cy="1431190"/>
            <a:chOff x="3958779" y="3483202"/>
            <a:chExt cx="3205510" cy="1431190"/>
          </a:xfrm>
        </p:grpSpPr>
        <p:sp>
          <p:nvSpPr>
            <p:cNvPr id="1310" name="Google Shape;1310;p21"/>
            <p:cNvSpPr/>
            <p:nvPr/>
          </p:nvSpPr>
          <p:spPr>
            <a:xfrm>
              <a:off x="3968303" y="3777380"/>
              <a:ext cx="3195985" cy="1137012"/>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11" name="Google Shape;1311;p21"/>
            <p:cNvSpPr txBox="1"/>
            <p:nvPr/>
          </p:nvSpPr>
          <p:spPr>
            <a:xfrm>
              <a:off x="3958779" y="3483202"/>
              <a:ext cx="32055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Híbrido</a:t>
              </a:r>
              <a:endParaRPr/>
            </a:p>
          </p:txBody>
        </p:sp>
      </p:grpSp>
      <p:sp>
        <p:nvSpPr>
          <p:cNvPr id="1312" name="Google Shape;1312;p21"/>
          <p:cNvSpPr txBox="1"/>
          <p:nvPr/>
        </p:nvSpPr>
        <p:spPr>
          <a:xfrm>
            <a:off x="3938917" y="4950201"/>
            <a:ext cx="444950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for(int[] </a:t>
            </a:r>
            <a:r>
              <a:rPr lang="es-ES" sz="1600" b="1">
                <a:solidFill>
                  <a:srgbClr val="00B050"/>
                </a:solidFill>
                <a:latin typeface="Arial"/>
                <a:ea typeface="Arial"/>
                <a:cs typeface="Arial"/>
                <a:sym typeface="Arial"/>
              </a:rPr>
              <a:t>fila</a:t>
            </a:r>
            <a:r>
              <a:rPr lang="es-ES" sz="1600" b="1">
                <a:solidFill>
                  <a:srgbClr val="E8890A"/>
                </a:solidFill>
                <a:latin typeface="Arial"/>
                <a:ea typeface="Arial"/>
                <a:cs typeface="Arial"/>
                <a:sym typeface="Arial"/>
              </a:rPr>
              <a:t> : </a:t>
            </a:r>
            <a:r>
              <a:rPr lang="es-ES" sz="1600" b="1">
                <a:solidFill>
                  <a:schemeClr val="accent1"/>
                </a:solidFill>
                <a:latin typeface="Arial"/>
                <a:ea typeface="Arial"/>
                <a:cs typeface="Arial"/>
                <a:sym typeface="Arial"/>
              </a:rPr>
              <a:t>temperaturas </a:t>
            </a:r>
            <a:r>
              <a:rPr lang="es-ES" sz="1600">
                <a:solidFill>
                  <a:schemeClr val="dk1"/>
                </a:solidFill>
                <a:latin typeface="Arial"/>
                <a:ea typeface="Arial"/>
                <a:cs typeface="Arial"/>
                <a:sym typeface="Arial"/>
              </a:rPr>
              <a:t>) </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for(int </a:t>
            </a:r>
            <a:r>
              <a:rPr lang="es-ES" sz="1600" b="1">
                <a:solidFill>
                  <a:srgbClr val="E8890A"/>
                </a:solidFill>
                <a:latin typeface="Arial"/>
                <a:ea typeface="Arial"/>
                <a:cs typeface="Arial"/>
                <a:sym typeface="Arial"/>
              </a:rPr>
              <a:t>col </a:t>
            </a:r>
            <a:r>
              <a:rPr lang="es-ES" sz="1600">
                <a:solidFill>
                  <a:schemeClr val="dk1"/>
                </a:solidFill>
                <a:latin typeface="Arial"/>
                <a:ea typeface="Arial"/>
                <a:cs typeface="Arial"/>
                <a:sym typeface="Arial"/>
              </a:rPr>
              <a:t>= </a:t>
            </a:r>
            <a:r>
              <a:rPr lang="es-ES" sz="1600">
                <a:solidFill>
                  <a:srgbClr val="00B050"/>
                </a:solidFill>
                <a:latin typeface="Arial"/>
                <a:ea typeface="Arial"/>
                <a:cs typeface="Arial"/>
                <a:sym typeface="Arial"/>
              </a:rPr>
              <a:t>0</a:t>
            </a:r>
            <a:r>
              <a:rPr lang="es-ES" sz="1600">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col </a:t>
            </a:r>
            <a:r>
              <a:rPr lang="es-ES" sz="1600">
                <a:solidFill>
                  <a:schemeClr val="dk1"/>
                </a:solidFill>
                <a:latin typeface="Arial"/>
                <a:ea typeface="Arial"/>
                <a:cs typeface="Arial"/>
                <a:sym typeface="Arial"/>
              </a:rPr>
              <a:t>&lt;</a:t>
            </a:r>
            <a:r>
              <a:rPr lang="es-ES" sz="1600" b="1">
                <a:solidFill>
                  <a:srgbClr val="E8890A"/>
                </a:solidFill>
                <a:latin typeface="Arial"/>
                <a:ea typeface="Arial"/>
                <a:cs typeface="Arial"/>
                <a:sym typeface="Arial"/>
              </a:rPr>
              <a:t> </a:t>
            </a:r>
            <a:r>
              <a:rPr lang="es-ES" sz="1600" b="1">
                <a:solidFill>
                  <a:srgbClr val="00B050"/>
                </a:solidFill>
                <a:latin typeface="Arial"/>
                <a:ea typeface="Arial"/>
                <a:cs typeface="Arial"/>
                <a:sym typeface="Arial"/>
              </a:rPr>
              <a:t>3</a:t>
            </a:r>
            <a:r>
              <a:rPr lang="es-ES" sz="1600" b="1">
                <a:solidFill>
                  <a:srgbClr val="E8890A"/>
                </a:solidFill>
                <a:latin typeface="Arial"/>
                <a:ea typeface="Arial"/>
                <a:cs typeface="Arial"/>
                <a:sym typeface="Arial"/>
              </a:rPr>
              <a:t> </a:t>
            </a:r>
            <a:r>
              <a:rPr lang="es-ES" sz="1600">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col </a:t>
            </a:r>
            <a:r>
              <a:rPr lang="es-ES" sz="1600">
                <a:solidFill>
                  <a:schemeClr val="dk1"/>
                </a:solidFill>
                <a:latin typeface="Arial"/>
                <a:ea typeface="Arial"/>
                <a:cs typeface="Arial"/>
                <a:sym typeface="Arial"/>
              </a:rPr>
              <a:t>++)</a:t>
            </a:r>
            <a:endParaRPr/>
          </a:p>
          <a:p>
            <a:pPr marL="0" marR="0" lvl="0" indent="0" algn="l" rtl="0">
              <a:spcBef>
                <a:spcPts val="0"/>
              </a:spcBef>
              <a:spcAft>
                <a:spcPts val="0"/>
              </a:spcAft>
              <a:buNone/>
            </a:pPr>
            <a:r>
              <a:rPr lang="es-ES" sz="1600">
                <a:solidFill>
                  <a:schemeClr val="dk1"/>
                </a:solidFill>
                <a:latin typeface="Arial"/>
                <a:ea typeface="Arial"/>
                <a:cs typeface="Arial"/>
                <a:sym typeface="Arial"/>
              </a:rPr>
              <a:t>             </a:t>
            </a:r>
            <a:r>
              <a:rPr lang="es-ES" sz="1600" b="1">
                <a:solidFill>
                  <a:srgbClr val="FF3300"/>
                </a:solidFill>
                <a:latin typeface="Arial"/>
                <a:ea typeface="Arial"/>
                <a:cs typeface="Arial"/>
                <a:sym typeface="Arial"/>
              </a:rPr>
              <a:t>...println(</a:t>
            </a:r>
            <a:r>
              <a:rPr lang="es-ES" sz="1600" b="1">
                <a:solidFill>
                  <a:srgbClr val="00B050"/>
                </a:solidFill>
                <a:latin typeface="Arial"/>
                <a:ea typeface="Arial"/>
                <a:cs typeface="Arial"/>
                <a:sym typeface="Arial"/>
              </a:rPr>
              <a:t>fila</a:t>
            </a:r>
            <a:r>
              <a:rPr lang="es-ES" sz="1600" b="1">
                <a:solidFill>
                  <a:schemeClr val="accent1"/>
                </a:solidFill>
                <a:latin typeface="Arial"/>
                <a:ea typeface="Arial"/>
                <a:cs typeface="Arial"/>
                <a:sym typeface="Arial"/>
              </a:rPr>
              <a:t> </a:t>
            </a:r>
            <a:r>
              <a:rPr lang="es-ES" sz="1600" b="1">
                <a:solidFill>
                  <a:srgbClr val="00B0F0"/>
                </a:solidFill>
                <a:latin typeface="Arial"/>
                <a:ea typeface="Arial"/>
                <a:cs typeface="Arial"/>
                <a:sym typeface="Arial"/>
              </a:rPr>
              <a:t>[</a:t>
            </a:r>
            <a:r>
              <a:rPr lang="es-ES" sz="1600" b="1">
                <a:solidFill>
                  <a:srgbClr val="E8890A"/>
                </a:solidFill>
                <a:latin typeface="Arial"/>
                <a:ea typeface="Arial"/>
                <a:cs typeface="Arial"/>
                <a:sym typeface="Arial"/>
              </a:rPr>
              <a:t>col</a:t>
            </a:r>
            <a:r>
              <a:rPr lang="es-ES" sz="1600" b="1">
                <a:solidFill>
                  <a:srgbClr val="00B0F0"/>
                </a:solidFill>
                <a:latin typeface="Arial"/>
                <a:ea typeface="Arial"/>
                <a:cs typeface="Arial"/>
                <a:sym typeface="Arial"/>
              </a:rPr>
              <a:t>] </a:t>
            </a:r>
            <a:r>
              <a:rPr lang="es-ES" sz="1600" b="1">
                <a:solidFill>
                  <a:srgbClr val="FF3300"/>
                </a:solidFill>
                <a:latin typeface="Arial"/>
                <a:ea typeface="Arial"/>
                <a:cs typeface="Arial"/>
                <a:sym typeface="Arial"/>
              </a:rPr>
              <a:t>)</a:t>
            </a:r>
            <a:r>
              <a:rPr lang="es-ES" sz="1600" b="1">
                <a:solidFill>
                  <a:srgbClr val="00B0F0"/>
                </a:solidFill>
                <a:latin typeface="Arial"/>
                <a:ea typeface="Arial"/>
                <a:cs typeface="Arial"/>
                <a:sym typeface="Arial"/>
              </a:rPr>
              <a:t>;</a:t>
            </a:r>
            <a:endParaRPr sz="1600">
              <a:solidFill>
                <a:schemeClr val="dk1"/>
              </a:solidFill>
              <a:latin typeface="Arial"/>
              <a:ea typeface="Arial"/>
              <a:cs typeface="Arial"/>
              <a:sym typeface="Arial"/>
            </a:endParaRPr>
          </a:p>
        </p:txBody>
      </p:sp>
      <p:grpSp>
        <p:nvGrpSpPr>
          <p:cNvPr id="1313" name="Google Shape;1313;p21"/>
          <p:cNvGrpSpPr/>
          <p:nvPr/>
        </p:nvGrpSpPr>
        <p:grpSpPr>
          <a:xfrm>
            <a:off x="765260" y="4048357"/>
            <a:ext cx="2358356" cy="2311671"/>
            <a:chOff x="765260" y="4048357"/>
            <a:chExt cx="2358356" cy="2311671"/>
          </a:xfrm>
        </p:grpSpPr>
        <p:sp>
          <p:nvSpPr>
            <p:cNvPr id="1314" name="Google Shape;1314;p21"/>
            <p:cNvSpPr txBox="1"/>
            <p:nvPr/>
          </p:nvSpPr>
          <p:spPr>
            <a:xfrm>
              <a:off x="765260" y="4048357"/>
              <a:ext cx="235835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int[</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8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temperaturas </a:t>
              </a:r>
              <a:r>
                <a:rPr lang="es-ES" sz="1400">
                  <a:solidFill>
                    <a:schemeClr val="dk1"/>
                  </a:solidFill>
                  <a:latin typeface="Arial"/>
                  <a:ea typeface="Arial"/>
                  <a:cs typeface="Arial"/>
                  <a:sym typeface="Arial"/>
                </a:rPr>
                <a:t>=  </a:t>
              </a:r>
              <a:endParaRPr/>
            </a:p>
          </p:txBody>
        </p:sp>
        <p:sp>
          <p:nvSpPr>
            <p:cNvPr id="1315" name="Google Shape;1315;p21"/>
            <p:cNvSpPr txBox="1"/>
            <p:nvPr/>
          </p:nvSpPr>
          <p:spPr>
            <a:xfrm>
              <a:off x="990809" y="4328703"/>
              <a:ext cx="1601343"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99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20, 23, 25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21, 25, 27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23, 27, 29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15, 20, 23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22, 24, 27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26, 33, 30 } ,</a:t>
              </a:r>
              <a:endParaRPr/>
            </a:p>
            <a:p>
              <a:pPr marL="0" marR="0" lvl="0" indent="0" algn="l" rtl="0">
                <a:spcBef>
                  <a:spcPts val="0"/>
                </a:spcBef>
                <a:spcAft>
                  <a:spcPts val="0"/>
                </a:spcAft>
                <a:buNone/>
              </a:pPr>
              <a:r>
                <a:rPr lang="es-ES" sz="1400" b="1">
                  <a:solidFill>
                    <a:srgbClr val="FF0000"/>
                  </a:solidFill>
                  <a:latin typeface="Arial"/>
                  <a:ea typeface="Arial"/>
                  <a:cs typeface="Arial"/>
                  <a:sym typeface="Arial"/>
                </a:rPr>
                <a:t>    { 27, 30, 28 } </a:t>
              </a:r>
              <a:endParaRPr/>
            </a:p>
            <a:p>
              <a:pPr marL="0" marR="0" lvl="0" indent="0" algn="l" rtl="0">
                <a:spcBef>
                  <a:spcPts val="0"/>
                </a:spcBef>
                <a:spcAft>
                  <a:spcPts val="0"/>
                </a:spcAft>
                <a:buNone/>
              </a:pPr>
              <a:r>
                <a:rPr lang="es-ES" sz="1400" b="1">
                  <a:solidFill>
                    <a:srgbClr val="009900"/>
                  </a:solidFill>
                  <a:latin typeface="Arial"/>
                  <a:ea typeface="Arial"/>
                  <a:cs typeface="Arial"/>
                  <a:sym typeface="Arial"/>
                </a:rPr>
                <a:t>}</a:t>
              </a:r>
              <a:r>
                <a:rPr lang="es-ES" sz="1400">
                  <a:solidFill>
                    <a:schemeClr val="dk1"/>
                  </a:solidFill>
                  <a:latin typeface="Arial"/>
                  <a:ea typeface="Arial"/>
                  <a:cs typeface="Arial"/>
                  <a:sym typeface="Arial"/>
                </a:rPr>
                <a:t> ;</a:t>
              </a:r>
              <a:endParaRPr sz="1400">
                <a:solidFill>
                  <a:srgbClr val="0099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4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1"/>
                                          </p:stCondLst>
                                        </p:cTn>
                                        <p:tgtEl>
                                          <p:spTgt spid="1237"/>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1"/>
                                          </p:stCondLst>
                                        </p:cTn>
                                        <p:tgtEl>
                                          <p:spTgt spid="124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47"/>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1"/>
                                          </p:stCondLst>
                                        </p:cTn>
                                        <p:tgtEl>
                                          <p:spTgt spid="1236"/>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1"/>
                                          </p:stCondLst>
                                        </p:cTn>
                                        <p:tgtEl>
                                          <p:spTgt spid="124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39"/>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1"/>
                                          </p:stCondLst>
                                        </p:cTn>
                                        <p:tgtEl>
                                          <p:spTgt spid="123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1"/>
                                          </p:stCondLst>
                                        </p:cTn>
                                        <p:tgtEl>
                                          <p:spTgt spid="1234"/>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1"/>
                                          </p:stCondLst>
                                        </p:cTn>
                                        <p:tgtEl>
                                          <p:spTgt spid="124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1"/>
                                          </p:stCondLst>
                                        </p:cTn>
                                        <p:tgtEl>
                                          <p:spTgt spid="1238"/>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3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53"/>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1"/>
                                          </p:stCondLst>
                                        </p:cTn>
                                        <p:tgtEl>
                                          <p:spTgt spid="1237"/>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1"/>
                                          </p:stCondLst>
                                        </p:cTn>
                                        <p:tgtEl>
                                          <p:spTgt spid="125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3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56"/>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1"/>
                                          </p:stCondLst>
                                        </p:cTn>
                                        <p:tgtEl>
                                          <p:spTgt spid="123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1"/>
                                          </p:stCondLst>
                                        </p:cTn>
                                        <p:tgtEl>
                                          <p:spTgt spid="1253"/>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40"/>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1"/>
                                          </p:stCondLst>
                                        </p:cTn>
                                        <p:tgtEl>
                                          <p:spTgt spid="1234"/>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1"/>
                                          </p:stCondLst>
                                        </p:cTn>
                                        <p:tgtEl>
                                          <p:spTgt spid="1256"/>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1"/>
                                          </p:stCondLst>
                                        </p:cTn>
                                        <p:tgtEl>
                                          <p:spTgt spid="1239"/>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23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25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23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262"/>
                                        </p:tgtEl>
                                        <p:attrNameLst>
                                          <p:attrName>style.visibility</p:attrName>
                                        </p:attrNameLst>
                                      </p:cBhvr>
                                      <p:to>
                                        <p:strVal val="visible"/>
                                      </p:to>
                                    </p:set>
                                  </p:childTnLst>
                                </p:cTn>
                              </p:par>
                              <p:par>
                                <p:cTn id="93" presetID="1" presetClass="exit" presetSubtype="0" fill="hold" nodeType="withEffect">
                                  <p:stCondLst>
                                    <p:cond delay="0"/>
                                  </p:stCondLst>
                                  <p:childTnLst>
                                    <p:set>
                                      <p:cBhvr>
                                        <p:cTn id="94" dur="1" fill="hold">
                                          <p:stCondLst>
                                            <p:cond delay="1"/>
                                          </p:stCondLst>
                                        </p:cTn>
                                        <p:tgtEl>
                                          <p:spTgt spid="1237"/>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1"/>
                                          </p:stCondLst>
                                        </p:cTn>
                                        <p:tgtEl>
                                          <p:spTgt spid="1259"/>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23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265"/>
                                        </p:tgtEl>
                                        <p:attrNameLst>
                                          <p:attrName>style.visibility</p:attrName>
                                        </p:attrNameLst>
                                      </p:cBhvr>
                                      <p:to>
                                        <p:strVal val="visible"/>
                                      </p:to>
                                    </p:set>
                                  </p:childTnLst>
                                </p:cTn>
                              </p:par>
                              <p:par>
                                <p:cTn id="103" presetID="1" presetClass="exit" presetSubtype="0" fill="hold" nodeType="withEffect">
                                  <p:stCondLst>
                                    <p:cond delay="0"/>
                                  </p:stCondLst>
                                  <p:childTnLst>
                                    <p:set>
                                      <p:cBhvr>
                                        <p:cTn id="104" dur="1" fill="hold">
                                          <p:stCondLst>
                                            <p:cond delay="1"/>
                                          </p:stCondLst>
                                        </p:cTn>
                                        <p:tgtEl>
                                          <p:spTgt spid="1236"/>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1"/>
                                          </p:stCondLst>
                                        </p:cTn>
                                        <p:tgtEl>
                                          <p:spTgt spid="126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35"/>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1"/>
                                          </p:stCondLst>
                                        </p:cTn>
                                        <p:tgtEl>
                                          <p:spTgt spid="1240"/>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1"/>
                                          </p:stCondLst>
                                        </p:cTn>
                                        <p:tgtEl>
                                          <p:spTgt spid="1234"/>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1"/>
                                          </p:stCondLst>
                                        </p:cTn>
                                        <p:tgtEl>
                                          <p:spTgt spid="1265"/>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1"/>
                                          </p:stCondLst>
                                        </p:cTn>
                                        <p:tgtEl>
                                          <p:spTgt spid="1235"/>
                                        </p:tgtEl>
                                        <p:attrNameLst>
                                          <p:attrName>style.visibility</p:attrName>
                                        </p:attrNameLst>
                                      </p:cBhvr>
                                      <p:to>
                                        <p:strVal val="hidden"/>
                                      </p:to>
                                    </p:set>
                                  </p:childTnLst>
                                </p:cTn>
                              </p:par>
                              <p:par>
                                <p:cTn id="121" presetID="1" presetClass="entr" presetSubtype="0" fill="hold" nodeType="withEffect">
                                  <p:stCondLst>
                                    <p:cond delay="0"/>
                                  </p:stCondLst>
                                  <p:childTnLst>
                                    <p:set>
                                      <p:cBhvr>
                                        <p:cTn id="122" dur="1" fill="hold">
                                          <p:stCondLst>
                                            <p:cond delay="0"/>
                                          </p:stCondLst>
                                        </p:cTn>
                                        <p:tgtEl>
                                          <p:spTgt spid="126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71"/>
                                        </p:tgtEl>
                                        <p:attrNameLst>
                                          <p:attrName>style.visibility</p:attrName>
                                        </p:attrNameLst>
                                      </p:cBhvr>
                                      <p:to>
                                        <p:strVal val="visible"/>
                                      </p:to>
                                    </p:set>
                                  </p:childTnLst>
                                </p:cTn>
                              </p:par>
                              <p:par>
                                <p:cTn id="127" presetID="1" presetClass="exit" presetSubtype="0" fill="hold" nodeType="withEffect">
                                  <p:stCondLst>
                                    <p:cond delay="0"/>
                                  </p:stCondLst>
                                  <p:childTnLst>
                                    <p:set>
                                      <p:cBhvr>
                                        <p:cTn id="128" dur="1" fill="hold">
                                          <p:stCondLst>
                                            <p:cond delay="1"/>
                                          </p:stCondLst>
                                        </p:cTn>
                                        <p:tgtEl>
                                          <p:spTgt spid="1268"/>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1274"/>
                                        </p:tgtEl>
                                        <p:attrNameLst>
                                          <p:attrName>style.visibility</p:attrName>
                                        </p:attrNameLst>
                                      </p:cBhvr>
                                      <p:to>
                                        <p:strVal val="visible"/>
                                      </p:to>
                                    </p:set>
                                  </p:childTnLst>
                                </p:cTn>
                              </p:par>
                              <p:par>
                                <p:cTn id="133" presetID="1" presetClass="exit" presetSubtype="0" fill="hold" nodeType="withEffect">
                                  <p:stCondLst>
                                    <p:cond delay="0"/>
                                  </p:stCondLst>
                                  <p:childTnLst>
                                    <p:set>
                                      <p:cBhvr>
                                        <p:cTn id="134" dur="1" fill="hold">
                                          <p:stCondLst>
                                            <p:cond delay="1"/>
                                          </p:stCondLst>
                                        </p:cTn>
                                        <p:tgtEl>
                                          <p:spTgt spid="1271"/>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77"/>
                                        </p:tgtEl>
                                        <p:attrNameLst>
                                          <p:attrName>style.visibility</p:attrName>
                                        </p:attrNameLst>
                                      </p:cBhvr>
                                      <p:to>
                                        <p:strVal val="visible"/>
                                      </p:to>
                                    </p:set>
                                  </p:childTnLst>
                                </p:cTn>
                              </p:par>
                              <p:par>
                                <p:cTn id="139" presetID="1" presetClass="exit" presetSubtype="0" fill="hold" nodeType="withEffect">
                                  <p:stCondLst>
                                    <p:cond delay="0"/>
                                  </p:stCondLst>
                                  <p:childTnLst>
                                    <p:set>
                                      <p:cBhvr>
                                        <p:cTn id="140" dur="1" fill="hold">
                                          <p:stCondLst>
                                            <p:cond delay="1"/>
                                          </p:stCondLst>
                                        </p:cTn>
                                        <p:tgtEl>
                                          <p:spTgt spid="1274"/>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1280"/>
                                        </p:tgtEl>
                                        <p:attrNameLst>
                                          <p:attrName>style.visibility</p:attrName>
                                        </p:attrNameLst>
                                      </p:cBhvr>
                                      <p:to>
                                        <p:strVal val="visible"/>
                                      </p:to>
                                    </p:set>
                                  </p:childTnLst>
                                </p:cTn>
                              </p:par>
                              <p:par>
                                <p:cTn id="145" presetID="1" presetClass="exit" presetSubtype="0" fill="hold" nodeType="withEffect">
                                  <p:stCondLst>
                                    <p:cond delay="0"/>
                                  </p:stCondLst>
                                  <p:childTnLst>
                                    <p:set>
                                      <p:cBhvr>
                                        <p:cTn id="146" dur="1" fill="hold">
                                          <p:stCondLst>
                                            <p:cond delay="1"/>
                                          </p:stCondLst>
                                        </p:cTn>
                                        <p:tgtEl>
                                          <p:spTgt spid="1277"/>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283"/>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1"/>
                                          </p:stCondLst>
                                        </p:cTn>
                                        <p:tgtEl>
                                          <p:spTgt spid="1280"/>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286"/>
                                        </p:tgtEl>
                                        <p:attrNameLst>
                                          <p:attrName>style.visibility</p:attrName>
                                        </p:attrNameLst>
                                      </p:cBhvr>
                                      <p:to>
                                        <p:strVal val="visible"/>
                                      </p:to>
                                    </p:set>
                                  </p:childTnLst>
                                </p:cTn>
                              </p:par>
                              <p:par>
                                <p:cTn id="157" presetID="1" presetClass="exit" presetSubtype="0" fill="hold" nodeType="withEffect">
                                  <p:stCondLst>
                                    <p:cond delay="0"/>
                                  </p:stCondLst>
                                  <p:childTnLst>
                                    <p:set>
                                      <p:cBhvr>
                                        <p:cTn id="158" dur="1" fill="hold">
                                          <p:stCondLst>
                                            <p:cond delay="1"/>
                                          </p:stCondLst>
                                        </p:cTn>
                                        <p:tgtEl>
                                          <p:spTgt spid="1283"/>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289"/>
                                        </p:tgtEl>
                                        <p:attrNameLst>
                                          <p:attrName>style.visibility</p:attrName>
                                        </p:attrNameLst>
                                      </p:cBhvr>
                                      <p:to>
                                        <p:strVal val="visible"/>
                                      </p:to>
                                    </p:set>
                                  </p:childTnLst>
                                </p:cTn>
                              </p:par>
                              <p:par>
                                <p:cTn id="163" presetID="1" presetClass="exit" presetSubtype="0" fill="hold" nodeType="withEffect">
                                  <p:stCondLst>
                                    <p:cond delay="0"/>
                                  </p:stCondLst>
                                  <p:childTnLst>
                                    <p:set>
                                      <p:cBhvr>
                                        <p:cTn id="164" dur="1" fill="hold">
                                          <p:stCondLst>
                                            <p:cond delay="1"/>
                                          </p:stCondLst>
                                        </p:cTn>
                                        <p:tgtEl>
                                          <p:spTgt spid="1286"/>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1292"/>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1"/>
                                          </p:stCondLst>
                                        </p:cTn>
                                        <p:tgtEl>
                                          <p:spTgt spid="1289"/>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295"/>
                                        </p:tgtEl>
                                        <p:attrNameLst>
                                          <p:attrName>style.visibility</p:attrName>
                                        </p:attrNameLst>
                                      </p:cBhvr>
                                      <p:to>
                                        <p:strVal val="visible"/>
                                      </p:to>
                                    </p:set>
                                  </p:childTnLst>
                                </p:cTn>
                              </p:par>
                              <p:par>
                                <p:cTn id="175" presetID="1" presetClass="exit" presetSubtype="0" fill="hold" nodeType="withEffect">
                                  <p:stCondLst>
                                    <p:cond delay="0"/>
                                  </p:stCondLst>
                                  <p:childTnLst>
                                    <p:set>
                                      <p:cBhvr>
                                        <p:cTn id="176" dur="1" fill="hold">
                                          <p:stCondLst>
                                            <p:cond delay="1"/>
                                          </p:stCondLst>
                                        </p:cTn>
                                        <p:tgtEl>
                                          <p:spTgt spid="1292"/>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1298"/>
                                        </p:tgtEl>
                                        <p:attrNameLst>
                                          <p:attrName>style.visibility</p:attrName>
                                        </p:attrNameLst>
                                      </p:cBhvr>
                                      <p:to>
                                        <p:strVal val="visible"/>
                                      </p:to>
                                    </p:set>
                                  </p:childTnLst>
                                </p:cTn>
                              </p:par>
                              <p:par>
                                <p:cTn id="181" presetID="1" presetClass="exit" presetSubtype="0" fill="hold" nodeType="withEffect">
                                  <p:stCondLst>
                                    <p:cond delay="0"/>
                                  </p:stCondLst>
                                  <p:childTnLst>
                                    <p:set>
                                      <p:cBhvr>
                                        <p:cTn id="182" dur="1" fill="hold">
                                          <p:stCondLst>
                                            <p:cond delay="1"/>
                                          </p:stCondLst>
                                        </p:cTn>
                                        <p:tgtEl>
                                          <p:spTgt spid="1295"/>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301"/>
                                        </p:tgtEl>
                                        <p:attrNameLst>
                                          <p:attrName>style.visibility</p:attrName>
                                        </p:attrNameLst>
                                      </p:cBhvr>
                                      <p:to>
                                        <p:strVal val="visible"/>
                                      </p:to>
                                    </p:set>
                                  </p:childTnLst>
                                </p:cTn>
                              </p:par>
                              <p:par>
                                <p:cTn id="187" presetID="1" presetClass="exit" presetSubtype="0" fill="hold" nodeType="withEffect">
                                  <p:stCondLst>
                                    <p:cond delay="0"/>
                                  </p:stCondLst>
                                  <p:childTnLst>
                                    <p:set>
                                      <p:cBhvr>
                                        <p:cTn id="188" dur="1" fill="hold">
                                          <p:stCondLst>
                                            <p:cond delay="1"/>
                                          </p:stCondLst>
                                        </p:cTn>
                                        <p:tgtEl>
                                          <p:spTgt spid="1298"/>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nodeType="clickEffect">
                                  <p:stCondLst>
                                    <p:cond delay="0"/>
                                  </p:stCondLst>
                                  <p:childTnLst>
                                    <p:set>
                                      <p:cBhvr>
                                        <p:cTn id="192" dur="1" fill="hold">
                                          <p:stCondLst>
                                            <p:cond delay="1"/>
                                          </p:stCondLst>
                                        </p:cTn>
                                        <p:tgtEl>
                                          <p:spTgt spid="1301"/>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1231"/>
                                        </p:tgtEl>
                                        <p:attrNameLst>
                                          <p:attrName>style.visibility</p:attrName>
                                        </p:attrNameLst>
                                      </p:cBhvr>
                                      <p:to>
                                        <p:strVal val="visible"/>
                                      </p:to>
                                    </p:set>
                                    <p:animEffect transition="in" filter="fade">
                                      <p:cBhvr>
                                        <p:cTn id="197" dur="500"/>
                                        <p:tgtEl>
                                          <p:spTgt spid="1231"/>
                                        </p:tgtEl>
                                      </p:cBhvr>
                                    </p:animEffect>
                                  </p:childTnLst>
                                </p:cTn>
                              </p:par>
                            </p:childTnLst>
                          </p:cTn>
                        </p:par>
                      </p:childTnLst>
                    </p:cTn>
                  </p:par>
                  <p:par>
                    <p:cTn id="198" fill="hold">
                      <p:stCondLst>
                        <p:cond delay="indefinite"/>
                      </p:stCondLst>
                      <p:childTnLst>
                        <p:par>
                          <p:cTn id="199" fill="hold">
                            <p:stCondLst>
                              <p:cond delay="0"/>
                            </p:stCondLst>
                            <p:childTnLst>
                              <p:par>
                                <p:cTn id="200" presetID="23" presetClass="entr" presetSubtype="16" fill="hold" nodeType="clickEffect">
                                  <p:stCondLst>
                                    <p:cond delay="0"/>
                                  </p:stCondLst>
                                  <p:childTnLst>
                                    <p:set>
                                      <p:cBhvr>
                                        <p:cTn id="201" dur="1" fill="hold">
                                          <p:stCondLst>
                                            <p:cond delay="0"/>
                                          </p:stCondLst>
                                        </p:cTn>
                                        <p:tgtEl>
                                          <p:spTgt spid="1304">
                                            <p:txEl>
                                              <p:pRg st="0" end="0"/>
                                            </p:txEl>
                                          </p:spTgt>
                                        </p:tgtEl>
                                        <p:attrNameLst>
                                          <p:attrName>style.visibility</p:attrName>
                                        </p:attrNameLst>
                                      </p:cBhvr>
                                      <p:to>
                                        <p:strVal val="visible"/>
                                      </p:to>
                                    </p:set>
                                    <p:anim calcmode="lin" valueType="num">
                                      <p:cBhvr additive="base">
                                        <p:cTn id="202" dur="500"/>
                                        <p:tgtEl>
                                          <p:spTgt spid="1304">
                                            <p:txEl>
                                              <p:pRg st="0" end="0"/>
                                            </p:txEl>
                                          </p:spTgt>
                                        </p:tgtEl>
                                        <p:attrNameLst>
                                          <p:attrName>ppt_w</p:attrName>
                                        </p:attrNameLst>
                                      </p:cBhvr>
                                      <p:tavLst>
                                        <p:tav tm="0">
                                          <p:val>
                                            <p:strVal val="0"/>
                                          </p:val>
                                        </p:tav>
                                        <p:tav tm="100000">
                                          <p:val>
                                            <p:strVal val="#ppt_w"/>
                                          </p:val>
                                        </p:tav>
                                      </p:tavLst>
                                    </p:anim>
                                    <p:anim calcmode="lin" valueType="num">
                                      <p:cBhvr additive="base">
                                        <p:cTn id="203" dur="500"/>
                                        <p:tgtEl>
                                          <p:spTgt spid="1304">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04" fill="hold">
                      <p:stCondLst>
                        <p:cond delay="indefinite"/>
                      </p:stCondLst>
                      <p:childTnLst>
                        <p:par>
                          <p:cTn id="205" fill="hold">
                            <p:stCondLst>
                              <p:cond delay="0"/>
                            </p:stCondLst>
                            <p:childTnLst>
                              <p:par>
                                <p:cTn id="206" presetID="23" presetClass="entr" presetSubtype="16" fill="hold" nodeType="clickEffect">
                                  <p:stCondLst>
                                    <p:cond delay="0"/>
                                  </p:stCondLst>
                                  <p:childTnLst>
                                    <p:set>
                                      <p:cBhvr>
                                        <p:cTn id="207" dur="1" fill="hold">
                                          <p:stCondLst>
                                            <p:cond delay="0"/>
                                          </p:stCondLst>
                                        </p:cTn>
                                        <p:tgtEl>
                                          <p:spTgt spid="1304">
                                            <p:txEl>
                                              <p:pRg st="1" end="1"/>
                                            </p:txEl>
                                          </p:spTgt>
                                        </p:tgtEl>
                                        <p:attrNameLst>
                                          <p:attrName>style.visibility</p:attrName>
                                        </p:attrNameLst>
                                      </p:cBhvr>
                                      <p:to>
                                        <p:strVal val="visible"/>
                                      </p:to>
                                    </p:set>
                                    <p:anim calcmode="lin" valueType="num">
                                      <p:cBhvr additive="base">
                                        <p:cTn id="208" dur="500"/>
                                        <p:tgtEl>
                                          <p:spTgt spid="1304">
                                            <p:txEl>
                                              <p:pRg st="1" end="1"/>
                                            </p:txEl>
                                          </p:spTgt>
                                        </p:tgtEl>
                                        <p:attrNameLst>
                                          <p:attrName>ppt_w</p:attrName>
                                        </p:attrNameLst>
                                      </p:cBhvr>
                                      <p:tavLst>
                                        <p:tav tm="0">
                                          <p:val>
                                            <p:strVal val="0"/>
                                          </p:val>
                                        </p:tav>
                                        <p:tav tm="100000">
                                          <p:val>
                                            <p:strVal val="#ppt_w"/>
                                          </p:val>
                                        </p:tav>
                                      </p:tavLst>
                                    </p:anim>
                                    <p:anim calcmode="lin" valueType="num">
                                      <p:cBhvr additive="base">
                                        <p:cTn id="209" dur="500"/>
                                        <p:tgtEl>
                                          <p:spTgt spid="1304">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10" fill="hold">
                      <p:stCondLst>
                        <p:cond delay="indefinite"/>
                      </p:stCondLst>
                      <p:childTnLst>
                        <p:par>
                          <p:cTn id="211" fill="hold">
                            <p:stCondLst>
                              <p:cond delay="0"/>
                            </p:stCondLst>
                            <p:childTnLst>
                              <p:par>
                                <p:cTn id="212" presetID="23" presetClass="entr" presetSubtype="16" fill="hold" nodeType="clickEffect">
                                  <p:stCondLst>
                                    <p:cond delay="0"/>
                                  </p:stCondLst>
                                  <p:childTnLst>
                                    <p:set>
                                      <p:cBhvr>
                                        <p:cTn id="213" dur="1" fill="hold">
                                          <p:stCondLst>
                                            <p:cond delay="0"/>
                                          </p:stCondLst>
                                        </p:cTn>
                                        <p:tgtEl>
                                          <p:spTgt spid="1304">
                                            <p:txEl>
                                              <p:pRg st="2" end="2"/>
                                            </p:txEl>
                                          </p:spTgt>
                                        </p:tgtEl>
                                        <p:attrNameLst>
                                          <p:attrName>style.visibility</p:attrName>
                                        </p:attrNameLst>
                                      </p:cBhvr>
                                      <p:to>
                                        <p:strVal val="visible"/>
                                      </p:to>
                                    </p:set>
                                    <p:anim calcmode="lin" valueType="num">
                                      <p:cBhvr additive="base">
                                        <p:cTn id="214" dur="500"/>
                                        <p:tgtEl>
                                          <p:spTgt spid="1304">
                                            <p:txEl>
                                              <p:pRg st="2" end="2"/>
                                            </p:txEl>
                                          </p:spTgt>
                                        </p:tgtEl>
                                        <p:attrNameLst>
                                          <p:attrName>ppt_w</p:attrName>
                                        </p:attrNameLst>
                                      </p:cBhvr>
                                      <p:tavLst>
                                        <p:tav tm="0">
                                          <p:val>
                                            <p:strVal val="0"/>
                                          </p:val>
                                        </p:tav>
                                        <p:tav tm="100000">
                                          <p:val>
                                            <p:strVal val="#ppt_w"/>
                                          </p:val>
                                        </p:tav>
                                      </p:tavLst>
                                    </p:anim>
                                    <p:anim calcmode="lin" valueType="num">
                                      <p:cBhvr additive="base">
                                        <p:cTn id="215" dur="500"/>
                                        <p:tgtEl>
                                          <p:spTgt spid="1304">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216" fill="hold">
                      <p:stCondLst>
                        <p:cond delay="indefinite"/>
                      </p:stCondLst>
                      <p:childTnLst>
                        <p:par>
                          <p:cTn id="217" fill="hold">
                            <p:stCondLst>
                              <p:cond delay="0"/>
                            </p:stCondLst>
                            <p:childTnLst>
                              <p:par>
                                <p:cTn id="218" presetID="10" presetClass="entr" presetSubtype="0" fill="hold" nodeType="clickEffect">
                                  <p:stCondLst>
                                    <p:cond delay="0"/>
                                  </p:stCondLst>
                                  <p:childTnLst>
                                    <p:set>
                                      <p:cBhvr>
                                        <p:cTn id="219" dur="1" fill="hold">
                                          <p:stCondLst>
                                            <p:cond delay="0"/>
                                          </p:stCondLst>
                                        </p:cTn>
                                        <p:tgtEl>
                                          <p:spTgt spid="1305"/>
                                        </p:tgtEl>
                                        <p:attrNameLst>
                                          <p:attrName>style.visibility</p:attrName>
                                        </p:attrNameLst>
                                      </p:cBhvr>
                                      <p:to>
                                        <p:strVal val="visible"/>
                                      </p:to>
                                    </p:set>
                                    <p:animEffect transition="in" filter="fade">
                                      <p:cBhvr>
                                        <p:cTn id="220" dur="500"/>
                                        <p:tgtEl>
                                          <p:spTgt spid="1305"/>
                                        </p:tgtEl>
                                      </p:cBhvr>
                                    </p:animEffect>
                                  </p:childTnLst>
                                </p:cTn>
                              </p:par>
                            </p:childTnLst>
                          </p:cTn>
                        </p:par>
                      </p:childTnLst>
                    </p:cTn>
                  </p:par>
                  <p:par>
                    <p:cTn id="221" fill="hold">
                      <p:stCondLst>
                        <p:cond delay="indefinite"/>
                      </p:stCondLst>
                      <p:childTnLst>
                        <p:par>
                          <p:cTn id="222" fill="hold">
                            <p:stCondLst>
                              <p:cond delay="0"/>
                            </p:stCondLst>
                            <p:childTnLst>
                              <p:par>
                                <p:cTn id="223" presetID="23" presetClass="entr" presetSubtype="16" fill="hold" nodeType="clickEffect">
                                  <p:stCondLst>
                                    <p:cond delay="0"/>
                                  </p:stCondLst>
                                  <p:childTnLst>
                                    <p:set>
                                      <p:cBhvr>
                                        <p:cTn id="224" dur="1" fill="hold">
                                          <p:stCondLst>
                                            <p:cond delay="0"/>
                                          </p:stCondLst>
                                        </p:cTn>
                                        <p:tgtEl>
                                          <p:spTgt spid="1313"/>
                                        </p:tgtEl>
                                        <p:attrNameLst>
                                          <p:attrName>style.visibility</p:attrName>
                                        </p:attrNameLst>
                                      </p:cBhvr>
                                      <p:to>
                                        <p:strVal val="visible"/>
                                      </p:to>
                                    </p:set>
                                    <p:anim calcmode="lin" valueType="num">
                                      <p:cBhvr additive="base">
                                        <p:cTn id="225" dur="500"/>
                                        <p:tgtEl>
                                          <p:spTgt spid="1313"/>
                                        </p:tgtEl>
                                        <p:attrNameLst>
                                          <p:attrName>ppt_w</p:attrName>
                                        </p:attrNameLst>
                                      </p:cBhvr>
                                      <p:tavLst>
                                        <p:tav tm="0">
                                          <p:val>
                                            <p:strVal val="0"/>
                                          </p:val>
                                        </p:tav>
                                        <p:tav tm="100000">
                                          <p:val>
                                            <p:strVal val="#ppt_w"/>
                                          </p:val>
                                        </p:tav>
                                      </p:tavLst>
                                    </p:anim>
                                    <p:anim calcmode="lin" valueType="num">
                                      <p:cBhvr additive="base">
                                        <p:cTn id="226" dur="500"/>
                                        <p:tgtEl>
                                          <p:spTgt spid="1313"/>
                                        </p:tgtEl>
                                        <p:attrNameLst>
                                          <p:attrName>ppt_h</p:attrName>
                                        </p:attrNameLst>
                                      </p:cBhvr>
                                      <p:tavLst>
                                        <p:tav tm="0">
                                          <p:val>
                                            <p:strVal val="0"/>
                                          </p:val>
                                        </p:tav>
                                        <p:tav tm="100000">
                                          <p:val>
                                            <p:strVal val="#ppt_h"/>
                                          </p:val>
                                        </p:tav>
                                      </p:tavLst>
                                    </p:anim>
                                  </p:childTnLst>
                                </p:cTn>
                              </p:par>
                            </p:childTnLst>
                          </p:cTn>
                        </p:par>
                      </p:childTnLst>
                    </p:cTn>
                  </p:par>
                  <p:par>
                    <p:cTn id="227" fill="hold">
                      <p:stCondLst>
                        <p:cond delay="indefinite"/>
                      </p:stCondLst>
                      <p:childTnLst>
                        <p:par>
                          <p:cTn id="228" fill="hold">
                            <p:stCondLst>
                              <p:cond delay="0"/>
                            </p:stCondLst>
                            <p:childTnLst>
                              <p:par>
                                <p:cTn id="229" presetID="23" presetClass="entr" presetSubtype="16" fill="hold" nodeType="clickEffect">
                                  <p:stCondLst>
                                    <p:cond delay="0"/>
                                  </p:stCondLst>
                                  <p:childTnLst>
                                    <p:set>
                                      <p:cBhvr>
                                        <p:cTn id="230" dur="1" fill="hold">
                                          <p:stCondLst>
                                            <p:cond delay="0"/>
                                          </p:stCondLst>
                                        </p:cTn>
                                        <p:tgtEl>
                                          <p:spTgt spid="1308">
                                            <p:txEl>
                                              <p:pRg st="0" end="0"/>
                                            </p:txEl>
                                          </p:spTgt>
                                        </p:tgtEl>
                                        <p:attrNameLst>
                                          <p:attrName>style.visibility</p:attrName>
                                        </p:attrNameLst>
                                      </p:cBhvr>
                                      <p:to>
                                        <p:strVal val="visible"/>
                                      </p:to>
                                    </p:set>
                                    <p:anim calcmode="lin" valueType="num">
                                      <p:cBhvr additive="base">
                                        <p:cTn id="231" dur="500"/>
                                        <p:tgtEl>
                                          <p:spTgt spid="1308">
                                            <p:txEl>
                                              <p:pRg st="0" end="0"/>
                                            </p:txEl>
                                          </p:spTgt>
                                        </p:tgtEl>
                                        <p:attrNameLst>
                                          <p:attrName>ppt_w</p:attrName>
                                        </p:attrNameLst>
                                      </p:cBhvr>
                                      <p:tavLst>
                                        <p:tav tm="0">
                                          <p:val>
                                            <p:strVal val="0"/>
                                          </p:val>
                                        </p:tav>
                                        <p:tav tm="100000">
                                          <p:val>
                                            <p:strVal val="#ppt_w"/>
                                          </p:val>
                                        </p:tav>
                                      </p:tavLst>
                                    </p:anim>
                                    <p:anim calcmode="lin" valueType="num">
                                      <p:cBhvr additive="base">
                                        <p:cTn id="232" dur="500"/>
                                        <p:tgtEl>
                                          <p:spTgt spid="1308">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33" fill="hold">
                      <p:stCondLst>
                        <p:cond delay="indefinite"/>
                      </p:stCondLst>
                      <p:childTnLst>
                        <p:par>
                          <p:cTn id="234" fill="hold">
                            <p:stCondLst>
                              <p:cond delay="0"/>
                            </p:stCondLst>
                            <p:childTnLst>
                              <p:par>
                                <p:cTn id="235" presetID="23" presetClass="entr" presetSubtype="16" fill="hold" nodeType="clickEffect">
                                  <p:stCondLst>
                                    <p:cond delay="0"/>
                                  </p:stCondLst>
                                  <p:childTnLst>
                                    <p:set>
                                      <p:cBhvr>
                                        <p:cTn id="236" dur="1" fill="hold">
                                          <p:stCondLst>
                                            <p:cond delay="0"/>
                                          </p:stCondLst>
                                        </p:cTn>
                                        <p:tgtEl>
                                          <p:spTgt spid="1308">
                                            <p:txEl>
                                              <p:pRg st="1" end="1"/>
                                            </p:txEl>
                                          </p:spTgt>
                                        </p:tgtEl>
                                        <p:attrNameLst>
                                          <p:attrName>style.visibility</p:attrName>
                                        </p:attrNameLst>
                                      </p:cBhvr>
                                      <p:to>
                                        <p:strVal val="visible"/>
                                      </p:to>
                                    </p:set>
                                    <p:anim calcmode="lin" valueType="num">
                                      <p:cBhvr additive="base">
                                        <p:cTn id="237" dur="500"/>
                                        <p:tgtEl>
                                          <p:spTgt spid="1308">
                                            <p:txEl>
                                              <p:pRg st="1" end="1"/>
                                            </p:txEl>
                                          </p:spTgt>
                                        </p:tgtEl>
                                        <p:attrNameLst>
                                          <p:attrName>ppt_w</p:attrName>
                                        </p:attrNameLst>
                                      </p:cBhvr>
                                      <p:tavLst>
                                        <p:tav tm="0">
                                          <p:val>
                                            <p:strVal val="0"/>
                                          </p:val>
                                        </p:tav>
                                        <p:tav tm="100000">
                                          <p:val>
                                            <p:strVal val="#ppt_w"/>
                                          </p:val>
                                        </p:tav>
                                      </p:tavLst>
                                    </p:anim>
                                    <p:anim calcmode="lin" valueType="num">
                                      <p:cBhvr additive="base">
                                        <p:cTn id="238" dur="500"/>
                                        <p:tgtEl>
                                          <p:spTgt spid="1308">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39" fill="hold">
                      <p:stCondLst>
                        <p:cond delay="indefinite"/>
                      </p:stCondLst>
                      <p:childTnLst>
                        <p:par>
                          <p:cTn id="240" fill="hold">
                            <p:stCondLst>
                              <p:cond delay="0"/>
                            </p:stCondLst>
                            <p:childTnLst>
                              <p:par>
                                <p:cTn id="241" presetID="23" presetClass="entr" presetSubtype="16" fill="hold" nodeType="clickEffect">
                                  <p:stCondLst>
                                    <p:cond delay="0"/>
                                  </p:stCondLst>
                                  <p:childTnLst>
                                    <p:set>
                                      <p:cBhvr>
                                        <p:cTn id="242" dur="1" fill="hold">
                                          <p:stCondLst>
                                            <p:cond delay="0"/>
                                          </p:stCondLst>
                                        </p:cTn>
                                        <p:tgtEl>
                                          <p:spTgt spid="1308">
                                            <p:txEl>
                                              <p:pRg st="2" end="2"/>
                                            </p:txEl>
                                          </p:spTgt>
                                        </p:tgtEl>
                                        <p:attrNameLst>
                                          <p:attrName>style.visibility</p:attrName>
                                        </p:attrNameLst>
                                      </p:cBhvr>
                                      <p:to>
                                        <p:strVal val="visible"/>
                                      </p:to>
                                    </p:set>
                                    <p:anim calcmode="lin" valueType="num">
                                      <p:cBhvr additive="base">
                                        <p:cTn id="243" dur="500"/>
                                        <p:tgtEl>
                                          <p:spTgt spid="1308">
                                            <p:txEl>
                                              <p:pRg st="2" end="2"/>
                                            </p:txEl>
                                          </p:spTgt>
                                        </p:tgtEl>
                                        <p:attrNameLst>
                                          <p:attrName>ppt_w</p:attrName>
                                        </p:attrNameLst>
                                      </p:cBhvr>
                                      <p:tavLst>
                                        <p:tav tm="0">
                                          <p:val>
                                            <p:strVal val="0"/>
                                          </p:val>
                                        </p:tav>
                                        <p:tav tm="100000">
                                          <p:val>
                                            <p:strVal val="#ppt_w"/>
                                          </p:val>
                                        </p:tav>
                                      </p:tavLst>
                                    </p:anim>
                                    <p:anim calcmode="lin" valueType="num">
                                      <p:cBhvr additive="base">
                                        <p:cTn id="244" dur="500"/>
                                        <p:tgtEl>
                                          <p:spTgt spid="1308">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245" fill="hold">
                      <p:stCondLst>
                        <p:cond delay="indefinite"/>
                      </p:stCondLst>
                      <p:childTnLst>
                        <p:par>
                          <p:cTn id="246" fill="hold">
                            <p:stCondLst>
                              <p:cond delay="0"/>
                            </p:stCondLst>
                            <p:childTnLst>
                              <p:par>
                                <p:cTn id="247" presetID="10" presetClass="entr" presetSubtype="0" fill="hold" nodeType="clickEffect">
                                  <p:stCondLst>
                                    <p:cond delay="0"/>
                                  </p:stCondLst>
                                  <p:childTnLst>
                                    <p:set>
                                      <p:cBhvr>
                                        <p:cTn id="248" dur="1" fill="hold">
                                          <p:stCondLst>
                                            <p:cond delay="0"/>
                                          </p:stCondLst>
                                        </p:cTn>
                                        <p:tgtEl>
                                          <p:spTgt spid="1309"/>
                                        </p:tgtEl>
                                        <p:attrNameLst>
                                          <p:attrName>style.visibility</p:attrName>
                                        </p:attrNameLst>
                                      </p:cBhvr>
                                      <p:to>
                                        <p:strVal val="visible"/>
                                      </p:to>
                                    </p:set>
                                    <p:animEffect transition="in" filter="fade">
                                      <p:cBhvr>
                                        <p:cTn id="249" dur="500"/>
                                        <p:tgtEl>
                                          <p:spTgt spid="1309"/>
                                        </p:tgtEl>
                                      </p:cBhvr>
                                    </p:animEffect>
                                  </p:childTnLst>
                                </p:cTn>
                              </p:par>
                            </p:childTnLst>
                          </p:cTn>
                        </p:par>
                      </p:childTnLst>
                    </p:cTn>
                  </p:par>
                  <p:par>
                    <p:cTn id="250" fill="hold">
                      <p:stCondLst>
                        <p:cond delay="indefinite"/>
                      </p:stCondLst>
                      <p:childTnLst>
                        <p:par>
                          <p:cTn id="251" fill="hold">
                            <p:stCondLst>
                              <p:cond delay="0"/>
                            </p:stCondLst>
                            <p:childTnLst>
                              <p:par>
                                <p:cTn id="252" presetID="23" presetClass="entr" presetSubtype="16" fill="hold" nodeType="clickEffect">
                                  <p:stCondLst>
                                    <p:cond delay="0"/>
                                  </p:stCondLst>
                                  <p:childTnLst>
                                    <p:set>
                                      <p:cBhvr>
                                        <p:cTn id="253" dur="1" fill="hold">
                                          <p:stCondLst>
                                            <p:cond delay="0"/>
                                          </p:stCondLst>
                                        </p:cTn>
                                        <p:tgtEl>
                                          <p:spTgt spid="1312">
                                            <p:txEl>
                                              <p:pRg st="0" end="0"/>
                                            </p:txEl>
                                          </p:spTgt>
                                        </p:tgtEl>
                                        <p:attrNameLst>
                                          <p:attrName>style.visibility</p:attrName>
                                        </p:attrNameLst>
                                      </p:cBhvr>
                                      <p:to>
                                        <p:strVal val="visible"/>
                                      </p:to>
                                    </p:set>
                                    <p:anim calcmode="lin" valueType="num">
                                      <p:cBhvr additive="base">
                                        <p:cTn id="254" dur="500"/>
                                        <p:tgtEl>
                                          <p:spTgt spid="1312">
                                            <p:txEl>
                                              <p:pRg st="0" end="0"/>
                                            </p:txEl>
                                          </p:spTgt>
                                        </p:tgtEl>
                                        <p:attrNameLst>
                                          <p:attrName>ppt_w</p:attrName>
                                        </p:attrNameLst>
                                      </p:cBhvr>
                                      <p:tavLst>
                                        <p:tav tm="0">
                                          <p:val>
                                            <p:strVal val="0"/>
                                          </p:val>
                                        </p:tav>
                                        <p:tav tm="100000">
                                          <p:val>
                                            <p:strVal val="#ppt_w"/>
                                          </p:val>
                                        </p:tav>
                                      </p:tavLst>
                                    </p:anim>
                                    <p:anim calcmode="lin" valueType="num">
                                      <p:cBhvr additive="base">
                                        <p:cTn id="255" dur="500"/>
                                        <p:tgtEl>
                                          <p:spTgt spid="1312">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56" fill="hold">
                      <p:stCondLst>
                        <p:cond delay="indefinite"/>
                      </p:stCondLst>
                      <p:childTnLst>
                        <p:par>
                          <p:cTn id="257" fill="hold">
                            <p:stCondLst>
                              <p:cond delay="0"/>
                            </p:stCondLst>
                            <p:childTnLst>
                              <p:par>
                                <p:cTn id="258" presetID="23" presetClass="entr" presetSubtype="16" fill="hold" nodeType="clickEffect">
                                  <p:stCondLst>
                                    <p:cond delay="0"/>
                                  </p:stCondLst>
                                  <p:childTnLst>
                                    <p:set>
                                      <p:cBhvr>
                                        <p:cTn id="259" dur="1" fill="hold">
                                          <p:stCondLst>
                                            <p:cond delay="0"/>
                                          </p:stCondLst>
                                        </p:cTn>
                                        <p:tgtEl>
                                          <p:spTgt spid="1312">
                                            <p:txEl>
                                              <p:pRg st="1" end="1"/>
                                            </p:txEl>
                                          </p:spTgt>
                                        </p:tgtEl>
                                        <p:attrNameLst>
                                          <p:attrName>style.visibility</p:attrName>
                                        </p:attrNameLst>
                                      </p:cBhvr>
                                      <p:to>
                                        <p:strVal val="visible"/>
                                      </p:to>
                                    </p:set>
                                    <p:anim calcmode="lin" valueType="num">
                                      <p:cBhvr additive="base">
                                        <p:cTn id="260" dur="500"/>
                                        <p:tgtEl>
                                          <p:spTgt spid="1312">
                                            <p:txEl>
                                              <p:pRg st="1" end="1"/>
                                            </p:txEl>
                                          </p:spTgt>
                                        </p:tgtEl>
                                        <p:attrNameLst>
                                          <p:attrName>ppt_w</p:attrName>
                                        </p:attrNameLst>
                                      </p:cBhvr>
                                      <p:tavLst>
                                        <p:tav tm="0">
                                          <p:val>
                                            <p:strVal val="0"/>
                                          </p:val>
                                        </p:tav>
                                        <p:tav tm="100000">
                                          <p:val>
                                            <p:strVal val="#ppt_w"/>
                                          </p:val>
                                        </p:tav>
                                      </p:tavLst>
                                    </p:anim>
                                    <p:anim calcmode="lin" valueType="num">
                                      <p:cBhvr additive="base">
                                        <p:cTn id="261" dur="500"/>
                                        <p:tgtEl>
                                          <p:spTgt spid="1312">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262" fill="hold">
                      <p:stCondLst>
                        <p:cond delay="indefinite"/>
                      </p:stCondLst>
                      <p:childTnLst>
                        <p:par>
                          <p:cTn id="263" fill="hold">
                            <p:stCondLst>
                              <p:cond delay="0"/>
                            </p:stCondLst>
                            <p:childTnLst>
                              <p:par>
                                <p:cTn id="264" presetID="23" presetClass="entr" presetSubtype="16" fill="hold" nodeType="clickEffect">
                                  <p:stCondLst>
                                    <p:cond delay="0"/>
                                  </p:stCondLst>
                                  <p:childTnLst>
                                    <p:set>
                                      <p:cBhvr>
                                        <p:cTn id="265" dur="1" fill="hold">
                                          <p:stCondLst>
                                            <p:cond delay="0"/>
                                          </p:stCondLst>
                                        </p:cTn>
                                        <p:tgtEl>
                                          <p:spTgt spid="1312">
                                            <p:txEl>
                                              <p:pRg st="2" end="2"/>
                                            </p:txEl>
                                          </p:spTgt>
                                        </p:tgtEl>
                                        <p:attrNameLst>
                                          <p:attrName>style.visibility</p:attrName>
                                        </p:attrNameLst>
                                      </p:cBhvr>
                                      <p:to>
                                        <p:strVal val="visible"/>
                                      </p:to>
                                    </p:set>
                                    <p:anim calcmode="lin" valueType="num">
                                      <p:cBhvr additive="base">
                                        <p:cTn id="266" dur="500"/>
                                        <p:tgtEl>
                                          <p:spTgt spid="1312">
                                            <p:txEl>
                                              <p:pRg st="2" end="2"/>
                                            </p:txEl>
                                          </p:spTgt>
                                        </p:tgtEl>
                                        <p:attrNameLst>
                                          <p:attrName>ppt_w</p:attrName>
                                        </p:attrNameLst>
                                      </p:cBhvr>
                                      <p:tavLst>
                                        <p:tav tm="0">
                                          <p:val>
                                            <p:strVal val="0"/>
                                          </p:val>
                                        </p:tav>
                                        <p:tav tm="100000">
                                          <p:val>
                                            <p:strVal val="#ppt_w"/>
                                          </p:val>
                                        </p:tav>
                                      </p:tavLst>
                                    </p:anim>
                                    <p:anim calcmode="lin" valueType="num">
                                      <p:cBhvr additive="base">
                                        <p:cTn id="267" dur="500"/>
                                        <p:tgtEl>
                                          <p:spTgt spid="1312">
                                            <p:txEl>
                                              <p:pRg st="2" end="2"/>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22"/>
          <p:cNvSpPr/>
          <p:nvPr/>
        </p:nvSpPr>
        <p:spPr>
          <a:xfrm>
            <a:off x="5479638" y="3645024"/>
            <a:ext cx="1296144" cy="288032"/>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21" name="Google Shape;1321;p22"/>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Medidas Array Bidimensional</a:t>
            </a:r>
            <a:endParaRPr/>
          </a:p>
        </p:txBody>
      </p:sp>
      <p:sp>
        <p:nvSpPr>
          <p:cNvPr id="1322" name="Google Shape;1322;p22"/>
          <p:cNvSpPr txBox="1"/>
          <p:nvPr/>
        </p:nvSpPr>
        <p:spPr>
          <a:xfrm>
            <a:off x="5076056" y="1977221"/>
            <a:ext cx="2821012" cy="332398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1400" b="1">
                <a:solidFill>
                  <a:srgbClr val="00B0F0"/>
                </a:solidFill>
                <a:latin typeface="Arial"/>
                <a:ea typeface="Arial"/>
                <a:cs typeface="Arial"/>
                <a:sym typeface="Arial"/>
              </a:rPr>
              <a:t>int[</a:t>
            </a:r>
            <a:r>
              <a:rPr lang="es-ES" sz="14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b="1">
                <a:solidFill>
                  <a:srgbClr val="E8890A"/>
                </a:solidFill>
                <a:latin typeface="Arial"/>
                <a:ea typeface="Arial"/>
                <a:cs typeface="Arial"/>
                <a:sym typeface="Arial"/>
              </a:rPr>
              <a:t> </a:t>
            </a:r>
            <a:r>
              <a:rPr lang="es-ES" sz="1400" b="1">
                <a:solidFill>
                  <a:srgbClr val="00B0F0"/>
                </a:solidFill>
                <a:latin typeface="Arial"/>
                <a:ea typeface="Arial"/>
                <a:cs typeface="Arial"/>
                <a:sym typeface="Arial"/>
              </a:rPr>
              <a:t>]</a:t>
            </a:r>
            <a:r>
              <a:rPr lang="es-ES" sz="1400" b="1">
                <a:solidFill>
                  <a:schemeClr val="accent1"/>
                </a:solidFill>
                <a:latin typeface="Arial"/>
                <a:ea typeface="Arial"/>
                <a:cs typeface="Arial"/>
                <a:sym typeface="Arial"/>
              </a:rPr>
              <a:t> temperaturas </a:t>
            </a:r>
            <a:r>
              <a:rPr lang="es-ES" sz="1400">
                <a:solidFill>
                  <a:schemeClr val="dk1"/>
                </a:solidFill>
                <a:latin typeface="Arial"/>
                <a:ea typeface="Arial"/>
                <a:cs typeface="Arial"/>
                <a:sym typeface="Arial"/>
              </a:rPr>
              <a:t>=  </a:t>
            </a:r>
            <a:endParaRPr/>
          </a:p>
          <a:p>
            <a:pPr marL="0" marR="0" lvl="0" indent="0" algn="l" rtl="0">
              <a:lnSpc>
                <a:spcPct val="150000"/>
              </a:lnSpc>
              <a:spcBef>
                <a:spcPts val="0"/>
              </a:spcBef>
              <a:spcAft>
                <a:spcPts val="0"/>
              </a:spcAft>
              <a:buNone/>
            </a:pPr>
            <a:r>
              <a:rPr lang="es-ES" sz="1400" b="1">
                <a:solidFill>
                  <a:srgbClr val="009900"/>
                </a:solidFill>
                <a:latin typeface="Arial"/>
                <a:ea typeface="Arial"/>
                <a:cs typeface="Arial"/>
                <a:sym typeface="Arial"/>
              </a:rPr>
              <a:t>{</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20,  23,  25 }   ,</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21,  25,  27 }   ,</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23,  27,  29 }   ,</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15,  20,  23 }   ,</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22,  24,  27 }   ,</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26,  33,  30 }   ,</a:t>
            </a:r>
            <a:endParaRPr/>
          </a:p>
          <a:p>
            <a:pPr marL="0" marR="0" lvl="0" indent="0" algn="l" rtl="0">
              <a:lnSpc>
                <a:spcPct val="150000"/>
              </a:lnSpc>
              <a:spcBef>
                <a:spcPts val="0"/>
              </a:spcBef>
              <a:spcAft>
                <a:spcPts val="0"/>
              </a:spcAft>
              <a:buNone/>
            </a:pPr>
            <a:r>
              <a:rPr lang="es-ES" sz="1400" b="1">
                <a:solidFill>
                  <a:srgbClr val="FF0000"/>
                </a:solidFill>
                <a:latin typeface="Arial"/>
                <a:ea typeface="Arial"/>
                <a:cs typeface="Arial"/>
                <a:sym typeface="Arial"/>
              </a:rPr>
              <a:t>         { 27,  30,  28 } </a:t>
            </a:r>
            <a:endParaRPr/>
          </a:p>
          <a:p>
            <a:pPr marL="0" marR="0" lvl="0" indent="0" algn="l" rtl="0">
              <a:lnSpc>
                <a:spcPct val="150000"/>
              </a:lnSpc>
              <a:spcBef>
                <a:spcPts val="0"/>
              </a:spcBef>
              <a:spcAft>
                <a:spcPts val="0"/>
              </a:spcAft>
              <a:buNone/>
            </a:pPr>
            <a:r>
              <a:rPr lang="es-ES" sz="1400" b="1">
                <a:solidFill>
                  <a:srgbClr val="009900"/>
                </a:solidFill>
                <a:latin typeface="Arial"/>
                <a:ea typeface="Arial"/>
                <a:cs typeface="Arial"/>
                <a:sym typeface="Arial"/>
              </a:rPr>
              <a:t>}</a:t>
            </a:r>
            <a:r>
              <a:rPr lang="es-ES" sz="1400">
                <a:solidFill>
                  <a:schemeClr val="dk1"/>
                </a:solidFill>
                <a:latin typeface="Arial"/>
                <a:ea typeface="Arial"/>
                <a:cs typeface="Arial"/>
                <a:sym typeface="Arial"/>
              </a:rPr>
              <a:t> ;</a:t>
            </a:r>
            <a:endParaRPr sz="1400">
              <a:solidFill>
                <a:srgbClr val="009900"/>
              </a:solidFill>
              <a:latin typeface="Arial"/>
              <a:ea typeface="Arial"/>
              <a:cs typeface="Arial"/>
              <a:sym typeface="Arial"/>
            </a:endParaRPr>
          </a:p>
        </p:txBody>
      </p:sp>
      <p:grpSp>
        <p:nvGrpSpPr>
          <p:cNvPr id="1323" name="Google Shape;1323;p22"/>
          <p:cNvGrpSpPr/>
          <p:nvPr/>
        </p:nvGrpSpPr>
        <p:grpSpPr>
          <a:xfrm>
            <a:off x="5477824" y="2681260"/>
            <a:ext cx="1296144" cy="338554"/>
            <a:chOff x="1072636" y="2620871"/>
            <a:chExt cx="1296144" cy="338554"/>
          </a:xfrm>
        </p:grpSpPr>
        <p:sp>
          <p:nvSpPr>
            <p:cNvPr id="1324" name="Google Shape;1324;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25" name="Google Shape;1325;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grpSp>
        <p:nvGrpSpPr>
          <p:cNvPr id="1326" name="Google Shape;1326;p22"/>
          <p:cNvGrpSpPr/>
          <p:nvPr/>
        </p:nvGrpSpPr>
        <p:grpSpPr>
          <a:xfrm>
            <a:off x="5477824" y="3004386"/>
            <a:ext cx="1296144" cy="338554"/>
            <a:chOff x="1072636" y="2620871"/>
            <a:chExt cx="1296144" cy="338554"/>
          </a:xfrm>
        </p:grpSpPr>
        <p:sp>
          <p:nvSpPr>
            <p:cNvPr id="1327" name="Google Shape;1327;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28" name="Google Shape;1328;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grpSp>
        <p:nvGrpSpPr>
          <p:cNvPr id="1329" name="Google Shape;1329;p22"/>
          <p:cNvGrpSpPr/>
          <p:nvPr/>
        </p:nvGrpSpPr>
        <p:grpSpPr>
          <a:xfrm>
            <a:off x="5477824" y="3327512"/>
            <a:ext cx="1296144" cy="338554"/>
            <a:chOff x="1072636" y="2620871"/>
            <a:chExt cx="1296144" cy="338554"/>
          </a:xfrm>
        </p:grpSpPr>
        <p:sp>
          <p:nvSpPr>
            <p:cNvPr id="1330" name="Google Shape;1330;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31" name="Google Shape;1331;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grpSp>
        <p:nvGrpSpPr>
          <p:cNvPr id="1332" name="Google Shape;1332;p22"/>
          <p:cNvGrpSpPr/>
          <p:nvPr/>
        </p:nvGrpSpPr>
        <p:grpSpPr>
          <a:xfrm>
            <a:off x="5477824" y="3650638"/>
            <a:ext cx="1296144" cy="338554"/>
            <a:chOff x="1072636" y="2620871"/>
            <a:chExt cx="1296144" cy="338554"/>
          </a:xfrm>
        </p:grpSpPr>
        <p:sp>
          <p:nvSpPr>
            <p:cNvPr id="1333" name="Google Shape;1333;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34" name="Google Shape;1334;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grpSp>
        <p:nvGrpSpPr>
          <p:cNvPr id="1335" name="Google Shape;1335;p22"/>
          <p:cNvGrpSpPr/>
          <p:nvPr/>
        </p:nvGrpSpPr>
        <p:grpSpPr>
          <a:xfrm>
            <a:off x="5477823" y="3973764"/>
            <a:ext cx="1296144" cy="338554"/>
            <a:chOff x="1072636" y="2620871"/>
            <a:chExt cx="1296144" cy="338554"/>
          </a:xfrm>
        </p:grpSpPr>
        <p:sp>
          <p:nvSpPr>
            <p:cNvPr id="1336" name="Google Shape;1336;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37" name="Google Shape;1337;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grpSp>
        <p:nvGrpSpPr>
          <p:cNvPr id="1338" name="Google Shape;1338;p22"/>
          <p:cNvGrpSpPr/>
          <p:nvPr/>
        </p:nvGrpSpPr>
        <p:grpSpPr>
          <a:xfrm>
            <a:off x="5477822" y="4296890"/>
            <a:ext cx="1296144" cy="338554"/>
            <a:chOff x="1072636" y="2620871"/>
            <a:chExt cx="1296144" cy="338554"/>
          </a:xfrm>
        </p:grpSpPr>
        <p:sp>
          <p:nvSpPr>
            <p:cNvPr id="1339" name="Google Shape;1339;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40" name="Google Shape;1340;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grpSp>
        <p:nvGrpSpPr>
          <p:cNvPr id="1341" name="Google Shape;1341;p22"/>
          <p:cNvGrpSpPr/>
          <p:nvPr/>
        </p:nvGrpSpPr>
        <p:grpSpPr>
          <a:xfrm>
            <a:off x="5477824" y="4620014"/>
            <a:ext cx="1296144" cy="338554"/>
            <a:chOff x="1072636" y="2620871"/>
            <a:chExt cx="1296144" cy="338554"/>
          </a:xfrm>
        </p:grpSpPr>
        <p:sp>
          <p:nvSpPr>
            <p:cNvPr id="1342" name="Google Shape;1342;p22"/>
            <p:cNvSpPr/>
            <p:nvPr/>
          </p:nvSpPr>
          <p:spPr>
            <a:xfrm>
              <a:off x="1072636" y="2622398"/>
              <a:ext cx="1296144" cy="288032"/>
            </a:xfrm>
            <a:prstGeom prst="rect">
              <a:avLst/>
            </a:prstGeom>
            <a:solidFill>
              <a:srgbClr val="0066F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43" name="Google Shape;1343;p22"/>
            <p:cNvSpPr txBox="1"/>
            <p:nvPr/>
          </p:nvSpPr>
          <p:spPr>
            <a:xfrm>
              <a:off x="1207362" y="2620871"/>
              <a:ext cx="102669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Arial"/>
                  <a:ea typeface="Arial"/>
                  <a:cs typeface="Arial"/>
                  <a:sym typeface="Arial"/>
                </a:rPr>
                <a:t>fila</a:t>
              </a:r>
              <a:endParaRPr/>
            </a:p>
          </p:txBody>
        </p:sp>
      </p:grpSp>
      <p:sp>
        <p:nvSpPr>
          <p:cNvPr id="1344" name="Google Shape;1344;p22"/>
          <p:cNvSpPr txBox="1"/>
          <p:nvPr/>
        </p:nvSpPr>
        <p:spPr>
          <a:xfrm>
            <a:off x="2511022" y="783089"/>
            <a:ext cx="364515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800" b="1">
                <a:solidFill>
                  <a:schemeClr val="dk1"/>
                </a:solidFill>
                <a:latin typeface="Arial"/>
                <a:ea typeface="Arial"/>
                <a:cs typeface="Arial"/>
                <a:sym typeface="Arial"/>
              </a:rPr>
              <a:t>temperaturas.</a:t>
            </a:r>
            <a:r>
              <a:rPr lang="es-ES" sz="2800" b="1">
                <a:solidFill>
                  <a:srgbClr val="00B050"/>
                </a:solidFill>
                <a:latin typeface="Arial"/>
                <a:ea typeface="Arial"/>
                <a:cs typeface="Arial"/>
                <a:sym typeface="Arial"/>
              </a:rPr>
              <a:t>length</a:t>
            </a:r>
            <a:endParaRPr sz="2800" b="1">
              <a:solidFill>
                <a:srgbClr val="00B050"/>
              </a:solidFill>
              <a:latin typeface="Arial"/>
              <a:ea typeface="Arial"/>
              <a:cs typeface="Arial"/>
              <a:sym typeface="Arial"/>
            </a:endParaRPr>
          </a:p>
        </p:txBody>
      </p:sp>
      <p:grpSp>
        <p:nvGrpSpPr>
          <p:cNvPr id="1345" name="Google Shape;1345;p22"/>
          <p:cNvGrpSpPr/>
          <p:nvPr/>
        </p:nvGrpSpPr>
        <p:grpSpPr>
          <a:xfrm>
            <a:off x="1547664" y="2158534"/>
            <a:ext cx="2291732" cy="2710626"/>
            <a:chOff x="1547664" y="2158534"/>
            <a:chExt cx="2291732" cy="2710626"/>
          </a:xfrm>
        </p:grpSpPr>
        <p:sp>
          <p:nvSpPr>
            <p:cNvPr id="1346" name="Google Shape;1346;p22"/>
            <p:cNvSpPr txBox="1"/>
            <p:nvPr/>
          </p:nvSpPr>
          <p:spPr>
            <a:xfrm>
              <a:off x="1931396" y="2158534"/>
              <a:ext cx="1908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accent1"/>
                  </a:solidFill>
                  <a:latin typeface="Arial"/>
                  <a:ea typeface="Arial"/>
                  <a:cs typeface="Arial"/>
                  <a:sym typeface="Arial"/>
                </a:rPr>
                <a:t>temperaturas</a:t>
              </a:r>
              <a:endParaRPr sz="1600" b="1">
                <a:solidFill>
                  <a:srgbClr val="FF0000"/>
                </a:solidFill>
                <a:latin typeface="Arial"/>
                <a:ea typeface="Arial"/>
                <a:cs typeface="Arial"/>
                <a:sym typeface="Arial"/>
              </a:endParaRPr>
            </a:p>
          </p:txBody>
        </p:sp>
        <p:sp>
          <p:nvSpPr>
            <p:cNvPr id="1347" name="Google Shape;1347;p22"/>
            <p:cNvSpPr/>
            <p:nvPr/>
          </p:nvSpPr>
          <p:spPr>
            <a:xfrm>
              <a:off x="1931396" y="2749574"/>
              <a:ext cx="1908000" cy="211930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48" name="Google Shape;1348;p22"/>
            <p:cNvSpPr/>
            <p:nvPr/>
          </p:nvSpPr>
          <p:spPr>
            <a:xfrm>
              <a:off x="2014516" y="279763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49" name="Google Shape;1349;p22"/>
            <p:cNvSpPr/>
            <p:nvPr/>
          </p:nvSpPr>
          <p:spPr>
            <a:xfrm>
              <a:off x="2014516" y="308566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50" name="Google Shape;1350;p22"/>
            <p:cNvSpPr/>
            <p:nvPr/>
          </p:nvSpPr>
          <p:spPr>
            <a:xfrm>
              <a:off x="2014516" y="3369508"/>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51" name="Google Shape;1351;p22"/>
            <p:cNvSpPr/>
            <p:nvPr/>
          </p:nvSpPr>
          <p:spPr>
            <a:xfrm>
              <a:off x="2014516" y="3661732"/>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52" name="Google Shape;1352;p22"/>
            <p:cNvSpPr/>
            <p:nvPr/>
          </p:nvSpPr>
          <p:spPr>
            <a:xfrm>
              <a:off x="2014516" y="394976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53" name="Google Shape;1353;p22"/>
            <p:cNvSpPr/>
            <p:nvPr/>
          </p:nvSpPr>
          <p:spPr>
            <a:xfrm>
              <a:off x="2014516" y="4233604"/>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54" name="Google Shape;1354;p22"/>
            <p:cNvSpPr/>
            <p:nvPr/>
          </p:nvSpPr>
          <p:spPr>
            <a:xfrm>
              <a:off x="2014516" y="4521636"/>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55" name="Google Shape;1355;p22"/>
            <p:cNvSpPr txBox="1"/>
            <p:nvPr/>
          </p:nvSpPr>
          <p:spPr>
            <a:xfrm>
              <a:off x="2101175" y="280660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356" name="Google Shape;1356;p22"/>
            <p:cNvSpPr txBox="1"/>
            <p:nvPr/>
          </p:nvSpPr>
          <p:spPr>
            <a:xfrm>
              <a:off x="2101175" y="309463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21</a:t>
              </a:r>
              <a:endParaRPr/>
            </a:p>
          </p:txBody>
        </p:sp>
        <p:sp>
          <p:nvSpPr>
            <p:cNvPr id="1357" name="Google Shape;1357;p22"/>
            <p:cNvSpPr txBox="1"/>
            <p:nvPr/>
          </p:nvSpPr>
          <p:spPr>
            <a:xfrm>
              <a:off x="2101175" y="3378478"/>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358" name="Google Shape;1358;p22"/>
            <p:cNvSpPr txBox="1"/>
            <p:nvPr/>
          </p:nvSpPr>
          <p:spPr>
            <a:xfrm>
              <a:off x="2101175" y="3670702"/>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15</a:t>
              </a:r>
              <a:endParaRPr/>
            </a:p>
          </p:txBody>
        </p:sp>
        <p:sp>
          <p:nvSpPr>
            <p:cNvPr id="1359" name="Google Shape;1359;p22"/>
            <p:cNvSpPr txBox="1"/>
            <p:nvPr/>
          </p:nvSpPr>
          <p:spPr>
            <a:xfrm>
              <a:off x="2101175" y="395873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22</a:t>
              </a:r>
              <a:endParaRPr/>
            </a:p>
          </p:txBody>
        </p:sp>
        <p:sp>
          <p:nvSpPr>
            <p:cNvPr id="1360" name="Google Shape;1360;p22"/>
            <p:cNvSpPr txBox="1"/>
            <p:nvPr/>
          </p:nvSpPr>
          <p:spPr>
            <a:xfrm>
              <a:off x="2101175" y="4242574"/>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26</a:t>
              </a:r>
              <a:endParaRPr/>
            </a:p>
          </p:txBody>
        </p:sp>
        <p:sp>
          <p:nvSpPr>
            <p:cNvPr id="1361" name="Google Shape;1361;p22"/>
            <p:cNvSpPr txBox="1"/>
            <p:nvPr/>
          </p:nvSpPr>
          <p:spPr>
            <a:xfrm>
              <a:off x="2101175" y="4530606"/>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362" name="Google Shape;1362;p22"/>
            <p:cNvSpPr/>
            <p:nvPr/>
          </p:nvSpPr>
          <p:spPr>
            <a:xfrm>
              <a:off x="2598518" y="279708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3" name="Google Shape;1363;p22"/>
            <p:cNvSpPr/>
            <p:nvPr/>
          </p:nvSpPr>
          <p:spPr>
            <a:xfrm>
              <a:off x="2598518" y="308511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4" name="Google Shape;1364;p22"/>
            <p:cNvSpPr/>
            <p:nvPr/>
          </p:nvSpPr>
          <p:spPr>
            <a:xfrm>
              <a:off x="2598518" y="336895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5" name="Google Shape;1365;p22"/>
            <p:cNvSpPr/>
            <p:nvPr/>
          </p:nvSpPr>
          <p:spPr>
            <a:xfrm>
              <a:off x="2598518" y="3661177"/>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6" name="Google Shape;1366;p22"/>
            <p:cNvSpPr/>
            <p:nvPr/>
          </p:nvSpPr>
          <p:spPr>
            <a:xfrm>
              <a:off x="2598518" y="394920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7" name="Google Shape;1367;p22"/>
            <p:cNvSpPr/>
            <p:nvPr/>
          </p:nvSpPr>
          <p:spPr>
            <a:xfrm>
              <a:off x="2598518" y="423304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8" name="Google Shape;1368;p22"/>
            <p:cNvSpPr/>
            <p:nvPr/>
          </p:nvSpPr>
          <p:spPr>
            <a:xfrm>
              <a:off x="2598518" y="452108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69" name="Google Shape;1369;p22"/>
            <p:cNvSpPr txBox="1"/>
            <p:nvPr/>
          </p:nvSpPr>
          <p:spPr>
            <a:xfrm>
              <a:off x="2685177" y="280605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370" name="Google Shape;1370;p22"/>
            <p:cNvSpPr txBox="1"/>
            <p:nvPr/>
          </p:nvSpPr>
          <p:spPr>
            <a:xfrm>
              <a:off x="2685177" y="309408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371" name="Google Shape;1371;p22"/>
            <p:cNvSpPr txBox="1"/>
            <p:nvPr/>
          </p:nvSpPr>
          <p:spPr>
            <a:xfrm>
              <a:off x="2685177" y="337792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372" name="Google Shape;1372;p22"/>
            <p:cNvSpPr txBox="1"/>
            <p:nvPr/>
          </p:nvSpPr>
          <p:spPr>
            <a:xfrm>
              <a:off x="2685177" y="3670147"/>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20</a:t>
              </a:r>
              <a:endParaRPr/>
            </a:p>
          </p:txBody>
        </p:sp>
        <p:sp>
          <p:nvSpPr>
            <p:cNvPr id="1373" name="Google Shape;1373;p22"/>
            <p:cNvSpPr txBox="1"/>
            <p:nvPr/>
          </p:nvSpPr>
          <p:spPr>
            <a:xfrm>
              <a:off x="2685177" y="395817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24</a:t>
              </a:r>
              <a:endParaRPr/>
            </a:p>
          </p:txBody>
        </p:sp>
        <p:sp>
          <p:nvSpPr>
            <p:cNvPr id="1374" name="Google Shape;1374;p22"/>
            <p:cNvSpPr txBox="1"/>
            <p:nvPr/>
          </p:nvSpPr>
          <p:spPr>
            <a:xfrm>
              <a:off x="2685177" y="424201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33</a:t>
              </a:r>
              <a:endParaRPr/>
            </a:p>
          </p:txBody>
        </p:sp>
        <p:sp>
          <p:nvSpPr>
            <p:cNvPr id="1375" name="Google Shape;1375;p22"/>
            <p:cNvSpPr txBox="1"/>
            <p:nvPr/>
          </p:nvSpPr>
          <p:spPr>
            <a:xfrm>
              <a:off x="2685177" y="453005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1376" name="Google Shape;1376;p22"/>
            <p:cNvSpPr/>
            <p:nvPr/>
          </p:nvSpPr>
          <p:spPr>
            <a:xfrm>
              <a:off x="3184675" y="279708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77" name="Google Shape;1377;p22"/>
            <p:cNvSpPr/>
            <p:nvPr/>
          </p:nvSpPr>
          <p:spPr>
            <a:xfrm>
              <a:off x="3184675" y="308511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78" name="Google Shape;1378;p22"/>
            <p:cNvSpPr/>
            <p:nvPr/>
          </p:nvSpPr>
          <p:spPr>
            <a:xfrm>
              <a:off x="3184675" y="3368953"/>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79" name="Google Shape;1379;p22"/>
            <p:cNvSpPr/>
            <p:nvPr/>
          </p:nvSpPr>
          <p:spPr>
            <a:xfrm>
              <a:off x="3184675" y="3661177"/>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80" name="Google Shape;1380;p22"/>
            <p:cNvSpPr/>
            <p:nvPr/>
          </p:nvSpPr>
          <p:spPr>
            <a:xfrm>
              <a:off x="3184675" y="394920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81" name="Google Shape;1381;p22"/>
            <p:cNvSpPr/>
            <p:nvPr/>
          </p:nvSpPr>
          <p:spPr>
            <a:xfrm>
              <a:off x="3184675" y="4233049"/>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82" name="Google Shape;1382;p22"/>
            <p:cNvSpPr/>
            <p:nvPr/>
          </p:nvSpPr>
          <p:spPr>
            <a:xfrm>
              <a:off x="3184675" y="4521081"/>
              <a:ext cx="576064"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383" name="Google Shape;1383;p22"/>
            <p:cNvSpPr txBox="1"/>
            <p:nvPr/>
          </p:nvSpPr>
          <p:spPr>
            <a:xfrm>
              <a:off x="3271334" y="280605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25</a:t>
              </a:r>
              <a:endParaRPr/>
            </a:p>
          </p:txBody>
        </p:sp>
        <p:sp>
          <p:nvSpPr>
            <p:cNvPr id="1384" name="Google Shape;1384;p22"/>
            <p:cNvSpPr txBox="1"/>
            <p:nvPr/>
          </p:nvSpPr>
          <p:spPr>
            <a:xfrm>
              <a:off x="3271334" y="309408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385" name="Google Shape;1385;p22"/>
            <p:cNvSpPr txBox="1"/>
            <p:nvPr/>
          </p:nvSpPr>
          <p:spPr>
            <a:xfrm>
              <a:off x="3271334" y="3377923"/>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29</a:t>
              </a:r>
              <a:endParaRPr/>
            </a:p>
          </p:txBody>
        </p:sp>
        <p:sp>
          <p:nvSpPr>
            <p:cNvPr id="1386" name="Google Shape;1386;p22"/>
            <p:cNvSpPr txBox="1"/>
            <p:nvPr/>
          </p:nvSpPr>
          <p:spPr>
            <a:xfrm>
              <a:off x="3271334" y="3670147"/>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23</a:t>
              </a:r>
              <a:endParaRPr/>
            </a:p>
          </p:txBody>
        </p:sp>
        <p:sp>
          <p:nvSpPr>
            <p:cNvPr id="1387" name="Google Shape;1387;p22"/>
            <p:cNvSpPr txBox="1"/>
            <p:nvPr/>
          </p:nvSpPr>
          <p:spPr>
            <a:xfrm>
              <a:off x="3271334" y="395817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27</a:t>
              </a:r>
              <a:endParaRPr/>
            </a:p>
          </p:txBody>
        </p:sp>
        <p:sp>
          <p:nvSpPr>
            <p:cNvPr id="1388" name="Google Shape;1388;p22"/>
            <p:cNvSpPr txBox="1"/>
            <p:nvPr/>
          </p:nvSpPr>
          <p:spPr>
            <a:xfrm>
              <a:off x="3271334" y="4242019"/>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30</a:t>
              </a:r>
              <a:endParaRPr/>
            </a:p>
          </p:txBody>
        </p:sp>
        <p:sp>
          <p:nvSpPr>
            <p:cNvPr id="1389" name="Google Shape;1389;p22"/>
            <p:cNvSpPr txBox="1"/>
            <p:nvPr/>
          </p:nvSpPr>
          <p:spPr>
            <a:xfrm>
              <a:off x="3271334" y="4530051"/>
              <a:ext cx="4236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28</a:t>
              </a:r>
              <a:endParaRPr/>
            </a:p>
          </p:txBody>
        </p:sp>
        <p:grpSp>
          <p:nvGrpSpPr>
            <p:cNvPr id="1390" name="Google Shape;1390;p22"/>
            <p:cNvGrpSpPr/>
            <p:nvPr/>
          </p:nvGrpSpPr>
          <p:grpSpPr>
            <a:xfrm>
              <a:off x="1547664" y="2468052"/>
              <a:ext cx="2129349" cy="2397641"/>
              <a:chOff x="396600" y="2442374"/>
              <a:chExt cx="2129349" cy="2397641"/>
            </a:xfrm>
          </p:grpSpPr>
          <p:sp>
            <p:nvSpPr>
              <p:cNvPr id="1391" name="Google Shape;1391;p22"/>
              <p:cNvSpPr txBox="1"/>
              <p:nvPr/>
            </p:nvSpPr>
            <p:spPr>
              <a:xfrm>
                <a:off x="396600" y="2784242"/>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392" name="Google Shape;1392;p22"/>
              <p:cNvSpPr txBox="1"/>
              <p:nvPr/>
            </p:nvSpPr>
            <p:spPr>
              <a:xfrm>
                <a:off x="400770" y="3070451"/>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393" name="Google Shape;1393;p22"/>
              <p:cNvSpPr txBox="1"/>
              <p:nvPr/>
            </p:nvSpPr>
            <p:spPr>
              <a:xfrm>
                <a:off x="399504" y="3356628"/>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sp>
            <p:nvSpPr>
              <p:cNvPr id="1394" name="Google Shape;1394;p22"/>
              <p:cNvSpPr txBox="1"/>
              <p:nvPr/>
            </p:nvSpPr>
            <p:spPr>
              <a:xfrm>
                <a:off x="400770" y="3642837"/>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3</a:t>
                </a:r>
                <a:endParaRPr/>
              </a:p>
            </p:txBody>
          </p:sp>
          <p:sp>
            <p:nvSpPr>
              <p:cNvPr id="1395" name="Google Shape;1395;p22"/>
              <p:cNvSpPr txBox="1"/>
              <p:nvPr/>
            </p:nvSpPr>
            <p:spPr>
              <a:xfrm>
                <a:off x="400770" y="3929046"/>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4</a:t>
                </a:r>
                <a:endParaRPr/>
              </a:p>
            </p:txBody>
          </p:sp>
          <p:sp>
            <p:nvSpPr>
              <p:cNvPr id="1396" name="Google Shape;1396;p22"/>
              <p:cNvSpPr txBox="1"/>
              <p:nvPr/>
            </p:nvSpPr>
            <p:spPr>
              <a:xfrm>
                <a:off x="396600" y="4215255"/>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5</a:t>
                </a:r>
                <a:endParaRPr/>
              </a:p>
            </p:txBody>
          </p:sp>
          <p:sp>
            <p:nvSpPr>
              <p:cNvPr id="1397" name="Google Shape;1397;p22"/>
              <p:cNvSpPr txBox="1"/>
              <p:nvPr/>
            </p:nvSpPr>
            <p:spPr>
              <a:xfrm>
                <a:off x="400770" y="4501461"/>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6</a:t>
                </a:r>
                <a:endParaRPr/>
              </a:p>
            </p:txBody>
          </p:sp>
          <p:sp>
            <p:nvSpPr>
              <p:cNvPr id="1398" name="Google Shape;1398;p22"/>
              <p:cNvSpPr txBox="1"/>
              <p:nvPr/>
            </p:nvSpPr>
            <p:spPr>
              <a:xfrm>
                <a:off x="919571" y="2442374"/>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399" name="Google Shape;1399;p22"/>
              <p:cNvSpPr txBox="1"/>
              <p:nvPr/>
            </p:nvSpPr>
            <p:spPr>
              <a:xfrm>
                <a:off x="1503944" y="2447137"/>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400" name="Google Shape;1400;p22"/>
              <p:cNvSpPr txBox="1"/>
              <p:nvPr/>
            </p:nvSpPr>
            <p:spPr>
              <a:xfrm>
                <a:off x="2091369" y="2447137"/>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grpSp>
      </p:grpSp>
      <p:sp>
        <p:nvSpPr>
          <p:cNvPr id="1401" name="Google Shape;1401;p22"/>
          <p:cNvSpPr txBox="1"/>
          <p:nvPr/>
        </p:nvSpPr>
        <p:spPr>
          <a:xfrm>
            <a:off x="1579433" y="1270308"/>
            <a:ext cx="554461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0066FF"/>
                </a:solidFill>
                <a:latin typeface="Arial"/>
                <a:ea typeface="Arial"/>
                <a:cs typeface="Arial"/>
                <a:sym typeface="Arial"/>
              </a:rPr>
              <a:t>¿Qué devuelve ?  ¿7,  3 o 21?</a:t>
            </a:r>
            <a:endParaRPr sz="1800" b="1">
              <a:solidFill>
                <a:srgbClr val="0066FF"/>
              </a:solidFill>
              <a:latin typeface="Arial"/>
              <a:ea typeface="Arial"/>
              <a:cs typeface="Arial"/>
              <a:sym typeface="Arial"/>
            </a:endParaRPr>
          </a:p>
        </p:txBody>
      </p:sp>
      <p:sp>
        <p:nvSpPr>
          <p:cNvPr id="1402" name="Google Shape;1402;p22"/>
          <p:cNvSpPr txBox="1"/>
          <p:nvPr/>
        </p:nvSpPr>
        <p:spPr>
          <a:xfrm>
            <a:off x="1748748" y="5495157"/>
            <a:ext cx="35358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00B0F0"/>
                </a:solidFill>
                <a:latin typeface="Arial"/>
                <a:ea typeface="Arial"/>
                <a:cs typeface="Arial"/>
                <a:sym typeface="Arial"/>
              </a:rPr>
              <a:t>int[</a:t>
            </a:r>
            <a:r>
              <a:rPr lang="es-ES" sz="1800" b="1">
                <a:solidFill>
                  <a:srgbClr val="E8890A"/>
                </a:solidFill>
                <a:latin typeface="Arial"/>
                <a:ea typeface="Arial"/>
                <a:cs typeface="Arial"/>
                <a:sym typeface="Arial"/>
              </a:rPr>
              <a:t> </a:t>
            </a:r>
            <a:r>
              <a:rPr lang="es-ES" sz="1800" b="1">
                <a:solidFill>
                  <a:srgbClr val="00B0F0"/>
                </a:solidFill>
                <a:latin typeface="Arial"/>
                <a:ea typeface="Arial"/>
                <a:cs typeface="Arial"/>
                <a:sym typeface="Arial"/>
              </a:rPr>
              <a:t>] </a:t>
            </a:r>
            <a:r>
              <a:rPr lang="es-ES" sz="1800" b="1">
                <a:solidFill>
                  <a:schemeClr val="accent1"/>
                </a:solidFill>
                <a:latin typeface="Arial"/>
                <a:ea typeface="Arial"/>
                <a:cs typeface="Arial"/>
                <a:sym typeface="Arial"/>
              </a:rPr>
              <a:t> fila </a:t>
            </a:r>
            <a:r>
              <a:rPr lang="es-ES" sz="1800">
                <a:solidFill>
                  <a:schemeClr val="dk1"/>
                </a:solidFill>
                <a:latin typeface="Arial"/>
                <a:ea typeface="Arial"/>
                <a:cs typeface="Arial"/>
                <a:sym typeface="Arial"/>
              </a:rPr>
              <a:t>= </a:t>
            </a:r>
            <a:r>
              <a:rPr lang="es-ES" sz="1800" b="1">
                <a:solidFill>
                  <a:schemeClr val="accent1"/>
                </a:solidFill>
                <a:latin typeface="Arial"/>
                <a:ea typeface="Arial"/>
                <a:cs typeface="Arial"/>
                <a:sym typeface="Arial"/>
              </a:rPr>
              <a:t>temperaturas </a:t>
            </a:r>
            <a:r>
              <a:rPr lang="es-ES" sz="1800" b="1">
                <a:solidFill>
                  <a:srgbClr val="00B0F0"/>
                </a:solidFill>
                <a:latin typeface="Arial"/>
                <a:ea typeface="Arial"/>
                <a:cs typeface="Arial"/>
                <a:sym typeface="Arial"/>
              </a:rPr>
              <a:t>[</a:t>
            </a:r>
            <a:r>
              <a:rPr lang="es-ES" sz="1800" b="1">
                <a:solidFill>
                  <a:srgbClr val="E8890A"/>
                </a:solidFill>
                <a:latin typeface="Arial"/>
                <a:ea typeface="Arial"/>
                <a:cs typeface="Arial"/>
                <a:sym typeface="Arial"/>
              </a:rPr>
              <a:t>3</a:t>
            </a:r>
            <a:r>
              <a:rPr lang="es-ES" sz="1800" b="1">
                <a:solidFill>
                  <a:srgbClr val="00B0F0"/>
                </a:solidFill>
                <a:latin typeface="Arial"/>
                <a:ea typeface="Arial"/>
                <a:cs typeface="Arial"/>
                <a:sym typeface="Arial"/>
              </a:rPr>
              <a:t>]</a:t>
            </a:r>
            <a:r>
              <a:rPr lang="es-ES" sz="1800" b="1">
                <a:solidFill>
                  <a:schemeClr val="accent1"/>
                </a:solidFill>
                <a:latin typeface="Arial"/>
                <a:ea typeface="Arial"/>
                <a:cs typeface="Arial"/>
                <a:sym typeface="Arial"/>
              </a:rPr>
              <a:t> ;</a:t>
            </a:r>
            <a:r>
              <a:rPr lang="es-ES" sz="1800" b="1">
                <a:solidFill>
                  <a:srgbClr val="00B0F0"/>
                </a:solidFill>
                <a:latin typeface="Arial"/>
                <a:ea typeface="Arial"/>
                <a:cs typeface="Arial"/>
                <a:sym typeface="Arial"/>
              </a:rPr>
              <a:t> </a:t>
            </a:r>
            <a:r>
              <a:rPr lang="es-ES" sz="1800">
                <a:solidFill>
                  <a:schemeClr val="dk1"/>
                </a:solidFill>
                <a:latin typeface="Arial"/>
                <a:ea typeface="Arial"/>
                <a:cs typeface="Arial"/>
                <a:sym typeface="Arial"/>
              </a:rPr>
              <a:t>    </a:t>
            </a:r>
            <a:endParaRPr/>
          </a:p>
        </p:txBody>
      </p:sp>
      <p:sp>
        <p:nvSpPr>
          <p:cNvPr id="1403" name="Google Shape;1403;p22"/>
          <p:cNvSpPr txBox="1"/>
          <p:nvPr/>
        </p:nvSpPr>
        <p:spPr>
          <a:xfrm>
            <a:off x="1756218" y="5925474"/>
            <a:ext cx="29344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accent1"/>
                </a:solidFill>
                <a:latin typeface="Arial"/>
                <a:ea typeface="Arial"/>
                <a:cs typeface="Arial"/>
                <a:sym typeface="Arial"/>
              </a:rPr>
              <a:t>fila.</a:t>
            </a:r>
            <a:r>
              <a:rPr lang="es-ES" sz="1800" b="1">
                <a:solidFill>
                  <a:srgbClr val="00B050"/>
                </a:solidFill>
                <a:latin typeface="Arial"/>
                <a:ea typeface="Arial"/>
                <a:cs typeface="Arial"/>
                <a:sym typeface="Arial"/>
              </a:rPr>
              <a:t>length</a:t>
            </a:r>
            <a:endParaRPr sz="1800">
              <a:solidFill>
                <a:srgbClr val="00B050"/>
              </a:solidFill>
              <a:latin typeface="Arial"/>
              <a:ea typeface="Arial"/>
              <a:cs typeface="Arial"/>
              <a:sym typeface="Arial"/>
            </a:endParaRPr>
          </a:p>
        </p:txBody>
      </p:sp>
      <p:grpSp>
        <p:nvGrpSpPr>
          <p:cNvPr id="1404" name="Google Shape;1404;p22"/>
          <p:cNvGrpSpPr/>
          <p:nvPr/>
        </p:nvGrpSpPr>
        <p:grpSpPr>
          <a:xfrm>
            <a:off x="3839397" y="1226766"/>
            <a:ext cx="1024688" cy="762074"/>
            <a:chOff x="3839397" y="1226766"/>
            <a:chExt cx="1024688" cy="762074"/>
          </a:xfrm>
        </p:grpSpPr>
        <p:sp>
          <p:nvSpPr>
            <p:cNvPr id="1405" name="Google Shape;1405;p22"/>
            <p:cNvSpPr txBox="1"/>
            <p:nvPr/>
          </p:nvSpPr>
          <p:spPr>
            <a:xfrm>
              <a:off x="3839397" y="1465620"/>
              <a:ext cx="10246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800" b="1">
                  <a:solidFill>
                    <a:srgbClr val="0066FF"/>
                  </a:solidFill>
                  <a:latin typeface="Arial"/>
                  <a:ea typeface="Arial"/>
                  <a:cs typeface="Arial"/>
                  <a:sym typeface="Arial"/>
                </a:rPr>
                <a:t>7</a:t>
              </a:r>
              <a:endParaRPr sz="2800" b="1">
                <a:solidFill>
                  <a:srgbClr val="0066FF"/>
                </a:solidFill>
                <a:latin typeface="Arial"/>
                <a:ea typeface="Arial"/>
                <a:cs typeface="Arial"/>
                <a:sym typeface="Arial"/>
              </a:endParaRPr>
            </a:p>
          </p:txBody>
        </p:sp>
        <p:cxnSp>
          <p:nvCxnSpPr>
            <p:cNvPr id="1406" name="Google Shape;1406;p22"/>
            <p:cNvCxnSpPr/>
            <p:nvPr/>
          </p:nvCxnSpPr>
          <p:spPr>
            <a:xfrm>
              <a:off x="4356538" y="1226766"/>
              <a:ext cx="0" cy="288000"/>
            </a:xfrm>
            <a:prstGeom prst="straightConnector1">
              <a:avLst/>
            </a:prstGeom>
            <a:noFill/>
            <a:ln w="38100" cap="flat" cmpd="sng">
              <a:solidFill>
                <a:schemeClr val="accent1"/>
              </a:solidFill>
              <a:prstDash val="solid"/>
              <a:round/>
              <a:headEnd type="none" w="sm" len="sm"/>
              <a:tailEnd type="stealth" w="med" len="med"/>
            </a:ln>
            <a:effectLst>
              <a:outerShdw blurRad="40000" dist="23000" dir="5400000" rotWithShape="0">
                <a:srgbClr val="000000">
                  <a:alpha val="34901"/>
                </a:srgbClr>
              </a:outerShdw>
            </a:effectLst>
          </p:spPr>
        </p:cxnSp>
      </p:grpSp>
      <p:grpSp>
        <p:nvGrpSpPr>
          <p:cNvPr id="1407" name="Google Shape;1407;p22"/>
          <p:cNvGrpSpPr/>
          <p:nvPr/>
        </p:nvGrpSpPr>
        <p:grpSpPr>
          <a:xfrm>
            <a:off x="3070052" y="5864489"/>
            <a:ext cx="1024688" cy="523220"/>
            <a:chOff x="2429450" y="5864489"/>
            <a:chExt cx="1024688" cy="523220"/>
          </a:xfrm>
        </p:grpSpPr>
        <p:sp>
          <p:nvSpPr>
            <p:cNvPr id="1408" name="Google Shape;1408;p22"/>
            <p:cNvSpPr txBox="1"/>
            <p:nvPr/>
          </p:nvSpPr>
          <p:spPr>
            <a:xfrm>
              <a:off x="2429450" y="5864489"/>
              <a:ext cx="10246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800" b="1">
                  <a:solidFill>
                    <a:srgbClr val="0066FF"/>
                  </a:solidFill>
                  <a:latin typeface="Arial"/>
                  <a:ea typeface="Arial"/>
                  <a:cs typeface="Arial"/>
                  <a:sym typeface="Arial"/>
                </a:rPr>
                <a:t>3</a:t>
              </a:r>
              <a:endParaRPr sz="2800" b="1">
                <a:solidFill>
                  <a:srgbClr val="0066FF"/>
                </a:solidFill>
                <a:latin typeface="Arial"/>
                <a:ea typeface="Arial"/>
                <a:cs typeface="Arial"/>
                <a:sym typeface="Arial"/>
              </a:endParaRPr>
            </a:p>
          </p:txBody>
        </p:sp>
        <p:cxnSp>
          <p:nvCxnSpPr>
            <p:cNvPr id="1409" name="Google Shape;1409;p22"/>
            <p:cNvCxnSpPr/>
            <p:nvPr/>
          </p:nvCxnSpPr>
          <p:spPr>
            <a:xfrm rot="10800000">
              <a:off x="2576806" y="5949296"/>
              <a:ext cx="0" cy="288000"/>
            </a:xfrm>
            <a:prstGeom prst="straightConnector1">
              <a:avLst/>
            </a:prstGeom>
            <a:noFill/>
            <a:ln w="38100" cap="flat" cmpd="sng">
              <a:solidFill>
                <a:schemeClr val="accent1"/>
              </a:solidFill>
              <a:prstDash val="solid"/>
              <a:round/>
              <a:headEnd type="none" w="sm" len="sm"/>
              <a:tailEnd type="stealth" w="med" len="med"/>
            </a:ln>
            <a:effectLst>
              <a:outerShdw blurRad="40000" dist="23000" dir="5400000" rotWithShape="0">
                <a:srgbClr val="000000">
                  <a:alpha val="34901"/>
                </a:srgbClr>
              </a:outerShdw>
            </a:effectLst>
          </p:spPr>
        </p:cxnSp>
      </p:grpSp>
      <p:grpSp>
        <p:nvGrpSpPr>
          <p:cNvPr id="1410" name="Google Shape;1410;p22"/>
          <p:cNvGrpSpPr/>
          <p:nvPr/>
        </p:nvGrpSpPr>
        <p:grpSpPr>
          <a:xfrm>
            <a:off x="3782450" y="5925474"/>
            <a:ext cx="3813886" cy="369332"/>
            <a:chOff x="3141848" y="5925474"/>
            <a:chExt cx="3813886" cy="369332"/>
          </a:xfrm>
        </p:grpSpPr>
        <p:sp>
          <p:nvSpPr>
            <p:cNvPr id="1411" name="Google Shape;1411;p22"/>
            <p:cNvSpPr txBox="1"/>
            <p:nvPr/>
          </p:nvSpPr>
          <p:spPr>
            <a:xfrm>
              <a:off x="3419872" y="5925474"/>
              <a:ext cx="35358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accent1"/>
                  </a:solidFill>
                  <a:latin typeface="Arial"/>
                  <a:ea typeface="Arial"/>
                  <a:cs typeface="Arial"/>
                  <a:sym typeface="Arial"/>
                </a:rPr>
                <a:t>temperaturas </a:t>
              </a:r>
              <a:r>
                <a:rPr lang="es-ES" sz="1800" b="1">
                  <a:solidFill>
                    <a:srgbClr val="00B0F0"/>
                  </a:solidFill>
                  <a:latin typeface="Arial"/>
                  <a:ea typeface="Arial"/>
                  <a:cs typeface="Arial"/>
                  <a:sym typeface="Arial"/>
                </a:rPr>
                <a:t>[</a:t>
              </a:r>
              <a:r>
                <a:rPr lang="es-ES" sz="1800" b="1">
                  <a:solidFill>
                    <a:srgbClr val="E8890A"/>
                  </a:solidFill>
                  <a:latin typeface="Arial"/>
                  <a:ea typeface="Arial"/>
                  <a:cs typeface="Arial"/>
                  <a:sym typeface="Arial"/>
                </a:rPr>
                <a:t>3</a:t>
              </a:r>
              <a:r>
                <a:rPr lang="es-ES" sz="1800" b="1">
                  <a:solidFill>
                    <a:srgbClr val="00B0F0"/>
                  </a:solidFill>
                  <a:latin typeface="Arial"/>
                  <a:ea typeface="Arial"/>
                  <a:cs typeface="Arial"/>
                  <a:sym typeface="Arial"/>
                </a:rPr>
                <a:t>]</a:t>
              </a:r>
              <a:r>
                <a:rPr lang="es-ES" sz="1800" b="1">
                  <a:solidFill>
                    <a:schemeClr val="accent1"/>
                  </a:solidFill>
                  <a:latin typeface="Arial"/>
                  <a:ea typeface="Arial"/>
                  <a:cs typeface="Arial"/>
                  <a:sym typeface="Arial"/>
                </a:rPr>
                <a:t> .</a:t>
              </a:r>
              <a:r>
                <a:rPr lang="es-ES" sz="1800" b="1">
                  <a:solidFill>
                    <a:srgbClr val="00B050"/>
                  </a:solidFill>
                  <a:latin typeface="Arial"/>
                  <a:ea typeface="Arial"/>
                  <a:cs typeface="Arial"/>
                  <a:sym typeface="Arial"/>
                </a:rPr>
                <a:t>length</a:t>
              </a:r>
              <a:r>
                <a:rPr lang="es-ES" sz="1800" b="1">
                  <a:solidFill>
                    <a:srgbClr val="00B0F0"/>
                  </a:solidFill>
                  <a:latin typeface="Arial"/>
                  <a:ea typeface="Arial"/>
                  <a:cs typeface="Arial"/>
                  <a:sym typeface="Arial"/>
                </a:rPr>
                <a:t> </a:t>
              </a:r>
              <a:r>
                <a:rPr lang="es-ES" sz="1800">
                  <a:solidFill>
                    <a:schemeClr val="dk1"/>
                  </a:solidFill>
                  <a:latin typeface="Arial"/>
                  <a:ea typeface="Arial"/>
                  <a:cs typeface="Arial"/>
                  <a:sym typeface="Arial"/>
                </a:rPr>
                <a:t>    </a:t>
              </a:r>
              <a:endParaRPr/>
            </a:p>
          </p:txBody>
        </p:sp>
        <p:cxnSp>
          <p:nvCxnSpPr>
            <p:cNvPr id="1412" name="Google Shape;1412;p22"/>
            <p:cNvCxnSpPr/>
            <p:nvPr/>
          </p:nvCxnSpPr>
          <p:spPr>
            <a:xfrm>
              <a:off x="3285848" y="5949295"/>
              <a:ext cx="0" cy="288000"/>
            </a:xfrm>
            <a:prstGeom prst="straightConnector1">
              <a:avLst/>
            </a:prstGeom>
            <a:noFill/>
            <a:ln w="38100" cap="flat" cmpd="sng">
              <a:solidFill>
                <a:schemeClr val="accent1"/>
              </a:solidFill>
              <a:prstDash val="solid"/>
              <a:round/>
              <a:headEnd type="none" w="sm" len="sm"/>
              <a:tailEnd type="stealth" w="med" len="med"/>
            </a:ln>
            <a:effectLst>
              <a:outerShdw blurRad="40000" dist="23000" dir="5400000" rotWithShape="0">
                <a:srgbClr val="000000">
                  <a:alpha val="34901"/>
                </a:srgbClr>
              </a:outerShdw>
            </a:effectLst>
          </p:spPr>
        </p:cxn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5"/>
                                        </p:tgtEl>
                                        <p:attrNameLst>
                                          <p:attrName>style.visibility</p:attrName>
                                        </p:attrNameLst>
                                      </p:cBhvr>
                                      <p:to>
                                        <p:strVal val="visible"/>
                                      </p:to>
                                    </p:set>
                                    <p:animEffect transition="in" filter="fade">
                                      <p:cBhvr>
                                        <p:cTn id="7" dur="500"/>
                                        <p:tgtEl>
                                          <p:spTgt spid="134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344"/>
                                        </p:tgtEl>
                                        <p:attrNameLst>
                                          <p:attrName>style.visibility</p:attrName>
                                        </p:attrNameLst>
                                      </p:cBhvr>
                                      <p:to>
                                        <p:strVal val="visible"/>
                                      </p:to>
                                    </p:set>
                                    <p:anim calcmode="lin" valueType="num">
                                      <p:cBhvr additive="base">
                                        <p:cTn id="12" dur="500"/>
                                        <p:tgtEl>
                                          <p:spTgt spid="1344"/>
                                        </p:tgtEl>
                                        <p:attrNameLst>
                                          <p:attrName>ppt_w</p:attrName>
                                        </p:attrNameLst>
                                      </p:cBhvr>
                                      <p:tavLst>
                                        <p:tav tm="0">
                                          <p:val>
                                            <p:strVal val="0"/>
                                          </p:val>
                                        </p:tav>
                                        <p:tav tm="100000">
                                          <p:val>
                                            <p:strVal val="#ppt_w"/>
                                          </p:val>
                                        </p:tav>
                                      </p:tavLst>
                                    </p:anim>
                                    <p:anim calcmode="lin" valueType="num">
                                      <p:cBhvr additive="base">
                                        <p:cTn id="13" dur="500"/>
                                        <p:tgtEl>
                                          <p:spTgt spid="1344"/>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401"/>
                                        </p:tgtEl>
                                        <p:attrNameLst>
                                          <p:attrName>style.visibility</p:attrName>
                                        </p:attrNameLst>
                                      </p:cBhvr>
                                      <p:to>
                                        <p:strVal val="visible"/>
                                      </p:to>
                                    </p:set>
                                    <p:anim calcmode="lin" valueType="num">
                                      <p:cBhvr additive="base">
                                        <p:cTn id="18" dur="500"/>
                                        <p:tgtEl>
                                          <p:spTgt spid="1401"/>
                                        </p:tgtEl>
                                        <p:attrNameLst>
                                          <p:attrName>ppt_w</p:attrName>
                                        </p:attrNameLst>
                                      </p:cBhvr>
                                      <p:tavLst>
                                        <p:tav tm="0">
                                          <p:val>
                                            <p:strVal val="0"/>
                                          </p:val>
                                        </p:tav>
                                        <p:tav tm="100000">
                                          <p:val>
                                            <p:strVal val="#ppt_w"/>
                                          </p:val>
                                        </p:tav>
                                      </p:tavLst>
                                    </p:anim>
                                    <p:anim calcmode="lin" valueType="num">
                                      <p:cBhvr additive="base">
                                        <p:cTn id="19" dur="500"/>
                                        <p:tgtEl>
                                          <p:spTgt spid="1401"/>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04"/>
                                        </p:tgtEl>
                                        <p:attrNameLst>
                                          <p:attrName>style.visibility</p:attrName>
                                        </p:attrNameLst>
                                      </p:cBhvr>
                                      <p:to>
                                        <p:strVal val="visible"/>
                                      </p:to>
                                    </p:set>
                                    <p:animEffect transition="in" filter="fade">
                                      <p:cBhvr>
                                        <p:cTn id="24" dur="500"/>
                                        <p:tgtEl>
                                          <p:spTgt spid="1404"/>
                                        </p:tgtEl>
                                      </p:cBhvr>
                                    </p:animEffect>
                                  </p:childTnLst>
                                </p:cTn>
                              </p:par>
                              <p:par>
                                <p:cTn id="25" presetID="1" presetClass="exit" presetSubtype="0" fill="hold" nodeType="withEffect">
                                  <p:stCondLst>
                                    <p:cond delay="0"/>
                                  </p:stCondLst>
                                  <p:childTnLst>
                                    <p:set>
                                      <p:cBhvr>
                                        <p:cTn id="26" dur="1" fill="hold">
                                          <p:stCondLst>
                                            <p:cond delay="1"/>
                                          </p:stCondLst>
                                        </p:cTn>
                                        <p:tgtEl>
                                          <p:spTgt spid="140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322"/>
                                        </p:tgtEl>
                                        <p:attrNameLst>
                                          <p:attrName>style.visibility</p:attrName>
                                        </p:attrNameLst>
                                      </p:cBhvr>
                                      <p:to>
                                        <p:strVal val="visible"/>
                                      </p:to>
                                    </p:set>
                                    <p:anim calcmode="lin" valueType="num">
                                      <p:cBhvr additive="base">
                                        <p:cTn id="31" dur="500"/>
                                        <p:tgtEl>
                                          <p:spTgt spid="1322"/>
                                        </p:tgtEl>
                                        <p:attrNameLst>
                                          <p:attrName>ppt_w</p:attrName>
                                        </p:attrNameLst>
                                      </p:cBhvr>
                                      <p:tavLst>
                                        <p:tav tm="0">
                                          <p:val>
                                            <p:strVal val="0"/>
                                          </p:val>
                                        </p:tav>
                                        <p:tav tm="100000">
                                          <p:val>
                                            <p:strVal val="#ppt_w"/>
                                          </p:val>
                                        </p:tav>
                                      </p:tavLst>
                                    </p:anim>
                                    <p:anim calcmode="lin" valueType="num">
                                      <p:cBhvr additive="base">
                                        <p:cTn id="32" dur="500"/>
                                        <p:tgtEl>
                                          <p:spTgt spid="1322"/>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23"/>
                                        </p:tgtEl>
                                        <p:attrNameLst>
                                          <p:attrName>style.visibility</p:attrName>
                                        </p:attrNameLst>
                                      </p:cBhvr>
                                      <p:to>
                                        <p:strVal val="visible"/>
                                      </p:to>
                                    </p:set>
                                    <p:animEffect transition="in" filter="fade">
                                      <p:cBhvr>
                                        <p:cTn id="37" dur="500"/>
                                        <p:tgtEl>
                                          <p:spTgt spid="1323"/>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1326"/>
                                        </p:tgtEl>
                                        <p:attrNameLst>
                                          <p:attrName>style.visibility</p:attrName>
                                        </p:attrNameLst>
                                      </p:cBhvr>
                                      <p:to>
                                        <p:strVal val="visible"/>
                                      </p:to>
                                    </p:set>
                                    <p:animEffect transition="in" filter="fade">
                                      <p:cBhvr>
                                        <p:cTn id="41" dur="500"/>
                                        <p:tgtEl>
                                          <p:spTgt spid="1326"/>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329"/>
                                        </p:tgtEl>
                                        <p:attrNameLst>
                                          <p:attrName>style.visibility</p:attrName>
                                        </p:attrNameLst>
                                      </p:cBhvr>
                                      <p:to>
                                        <p:strVal val="visible"/>
                                      </p:to>
                                    </p:set>
                                    <p:animEffect transition="in" filter="fade">
                                      <p:cBhvr>
                                        <p:cTn id="45" dur="500"/>
                                        <p:tgtEl>
                                          <p:spTgt spid="1329"/>
                                        </p:tgtEl>
                                      </p:cBhvr>
                                    </p:animEffect>
                                  </p:childTnLst>
                                </p:cTn>
                              </p:par>
                            </p:childTnLst>
                          </p:cTn>
                        </p:par>
                        <p:par>
                          <p:cTn id="46" fill="hold">
                            <p:stCondLst>
                              <p:cond delay="1500"/>
                            </p:stCondLst>
                            <p:childTnLst>
                              <p:par>
                                <p:cTn id="47" presetID="10" presetClass="entr" presetSubtype="0" fill="hold" nodeType="afterEffect">
                                  <p:stCondLst>
                                    <p:cond delay="0"/>
                                  </p:stCondLst>
                                  <p:childTnLst>
                                    <p:set>
                                      <p:cBhvr>
                                        <p:cTn id="48" dur="1" fill="hold">
                                          <p:stCondLst>
                                            <p:cond delay="0"/>
                                          </p:stCondLst>
                                        </p:cTn>
                                        <p:tgtEl>
                                          <p:spTgt spid="1332"/>
                                        </p:tgtEl>
                                        <p:attrNameLst>
                                          <p:attrName>style.visibility</p:attrName>
                                        </p:attrNameLst>
                                      </p:cBhvr>
                                      <p:to>
                                        <p:strVal val="visible"/>
                                      </p:to>
                                    </p:set>
                                    <p:animEffect transition="in" filter="fade">
                                      <p:cBhvr>
                                        <p:cTn id="49" dur="500"/>
                                        <p:tgtEl>
                                          <p:spTgt spid="1332"/>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335"/>
                                        </p:tgtEl>
                                        <p:attrNameLst>
                                          <p:attrName>style.visibility</p:attrName>
                                        </p:attrNameLst>
                                      </p:cBhvr>
                                      <p:to>
                                        <p:strVal val="visible"/>
                                      </p:to>
                                    </p:set>
                                    <p:animEffect transition="in" filter="fade">
                                      <p:cBhvr>
                                        <p:cTn id="53" dur="500"/>
                                        <p:tgtEl>
                                          <p:spTgt spid="1335"/>
                                        </p:tgtEl>
                                      </p:cBhvr>
                                    </p:animEffect>
                                  </p:childTnLst>
                                </p:cTn>
                              </p:par>
                            </p:childTnLst>
                          </p:cTn>
                        </p:par>
                        <p:par>
                          <p:cTn id="54" fill="hold">
                            <p:stCondLst>
                              <p:cond delay="2500"/>
                            </p:stCondLst>
                            <p:childTnLst>
                              <p:par>
                                <p:cTn id="55" presetID="10" presetClass="entr" presetSubtype="0" fill="hold" nodeType="afterEffect">
                                  <p:stCondLst>
                                    <p:cond delay="0"/>
                                  </p:stCondLst>
                                  <p:childTnLst>
                                    <p:set>
                                      <p:cBhvr>
                                        <p:cTn id="56" dur="1" fill="hold">
                                          <p:stCondLst>
                                            <p:cond delay="0"/>
                                          </p:stCondLst>
                                        </p:cTn>
                                        <p:tgtEl>
                                          <p:spTgt spid="1338"/>
                                        </p:tgtEl>
                                        <p:attrNameLst>
                                          <p:attrName>style.visibility</p:attrName>
                                        </p:attrNameLst>
                                      </p:cBhvr>
                                      <p:to>
                                        <p:strVal val="visible"/>
                                      </p:to>
                                    </p:set>
                                    <p:animEffect transition="in" filter="fade">
                                      <p:cBhvr>
                                        <p:cTn id="57" dur="500"/>
                                        <p:tgtEl>
                                          <p:spTgt spid="1338"/>
                                        </p:tgtEl>
                                      </p:cBhvr>
                                    </p:animEffect>
                                  </p:childTnLst>
                                </p:cTn>
                              </p:par>
                            </p:childTnLst>
                          </p:cTn>
                        </p:par>
                        <p:par>
                          <p:cTn id="58" fill="hold">
                            <p:stCondLst>
                              <p:cond delay="3000"/>
                            </p:stCondLst>
                            <p:childTnLst>
                              <p:par>
                                <p:cTn id="59" presetID="10" presetClass="entr" presetSubtype="0" fill="hold" nodeType="afterEffect">
                                  <p:stCondLst>
                                    <p:cond delay="0"/>
                                  </p:stCondLst>
                                  <p:childTnLst>
                                    <p:set>
                                      <p:cBhvr>
                                        <p:cTn id="60" dur="1" fill="hold">
                                          <p:stCondLst>
                                            <p:cond delay="0"/>
                                          </p:stCondLst>
                                        </p:cTn>
                                        <p:tgtEl>
                                          <p:spTgt spid="1341"/>
                                        </p:tgtEl>
                                        <p:attrNameLst>
                                          <p:attrName>style.visibility</p:attrName>
                                        </p:attrNameLst>
                                      </p:cBhvr>
                                      <p:to>
                                        <p:strVal val="visible"/>
                                      </p:to>
                                    </p:set>
                                    <p:animEffect transition="in" filter="fade">
                                      <p:cBhvr>
                                        <p:cTn id="61" dur="500"/>
                                        <p:tgtEl>
                                          <p:spTgt spid="1341"/>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1"/>
                                          </p:stCondLst>
                                        </p:cTn>
                                        <p:tgtEl>
                                          <p:spTgt spid="1323"/>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1"/>
                                          </p:stCondLst>
                                        </p:cTn>
                                        <p:tgtEl>
                                          <p:spTgt spid="132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1"/>
                                          </p:stCondLst>
                                        </p:cTn>
                                        <p:tgtEl>
                                          <p:spTgt spid="1329"/>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1"/>
                                          </p:stCondLst>
                                        </p:cTn>
                                        <p:tgtEl>
                                          <p:spTgt spid="1332"/>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1"/>
                                          </p:stCondLst>
                                        </p:cTn>
                                        <p:tgtEl>
                                          <p:spTgt spid="1335"/>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1"/>
                                          </p:stCondLst>
                                        </p:cTn>
                                        <p:tgtEl>
                                          <p:spTgt spid="1338"/>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1"/>
                                          </p:stCondLst>
                                        </p:cTn>
                                        <p:tgtEl>
                                          <p:spTgt spid="1341"/>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32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3" presetClass="entr" presetSubtype="16" fill="hold" nodeType="clickEffect">
                                  <p:stCondLst>
                                    <p:cond delay="0"/>
                                  </p:stCondLst>
                                  <p:childTnLst>
                                    <p:set>
                                      <p:cBhvr>
                                        <p:cTn id="85" dur="1" fill="hold">
                                          <p:stCondLst>
                                            <p:cond delay="0"/>
                                          </p:stCondLst>
                                        </p:cTn>
                                        <p:tgtEl>
                                          <p:spTgt spid="1402"/>
                                        </p:tgtEl>
                                        <p:attrNameLst>
                                          <p:attrName>style.visibility</p:attrName>
                                        </p:attrNameLst>
                                      </p:cBhvr>
                                      <p:to>
                                        <p:strVal val="visible"/>
                                      </p:to>
                                    </p:set>
                                    <p:anim calcmode="lin" valueType="num">
                                      <p:cBhvr additive="base">
                                        <p:cTn id="86" dur="500"/>
                                        <p:tgtEl>
                                          <p:spTgt spid="1402"/>
                                        </p:tgtEl>
                                        <p:attrNameLst>
                                          <p:attrName>ppt_w</p:attrName>
                                        </p:attrNameLst>
                                      </p:cBhvr>
                                      <p:tavLst>
                                        <p:tav tm="0">
                                          <p:val>
                                            <p:strVal val="0"/>
                                          </p:val>
                                        </p:tav>
                                        <p:tav tm="100000">
                                          <p:val>
                                            <p:strVal val="#ppt_w"/>
                                          </p:val>
                                        </p:tav>
                                      </p:tavLst>
                                    </p:anim>
                                    <p:anim calcmode="lin" valueType="num">
                                      <p:cBhvr additive="base">
                                        <p:cTn id="87" dur="500"/>
                                        <p:tgtEl>
                                          <p:spTgt spid="1402"/>
                                        </p:tgtEl>
                                        <p:attrNameLst>
                                          <p:attrName>ppt_h</p:attrName>
                                        </p:attrNameLst>
                                      </p:cBhvr>
                                      <p:tavLst>
                                        <p:tav tm="0">
                                          <p:val>
                                            <p:str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23" presetClass="entr" presetSubtype="16" fill="hold" nodeType="clickEffect">
                                  <p:stCondLst>
                                    <p:cond delay="0"/>
                                  </p:stCondLst>
                                  <p:childTnLst>
                                    <p:set>
                                      <p:cBhvr>
                                        <p:cTn id="91" dur="1" fill="hold">
                                          <p:stCondLst>
                                            <p:cond delay="0"/>
                                          </p:stCondLst>
                                        </p:cTn>
                                        <p:tgtEl>
                                          <p:spTgt spid="1403"/>
                                        </p:tgtEl>
                                        <p:attrNameLst>
                                          <p:attrName>style.visibility</p:attrName>
                                        </p:attrNameLst>
                                      </p:cBhvr>
                                      <p:to>
                                        <p:strVal val="visible"/>
                                      </p:to>
                                    </p:set>
                                    <p:anim calcmode="lin" valueType="num">
                                      <p:cBhvr additive="base">
                                        <p:cTn id="92" dur="500"/>
                                        <p:tgtEl>
                                          <p:spTgt spid="1403"/>
                                        </p:tgtEl>
                                        <p:attrNameLst>
                                          <p:attrName>ppt_w</p:attrName>
                                        </p:attrNameLst>
                                      </p:cBhvr>
                                      <p:tavLst>
                                        <p:tav tm="0">
                                          <p:val>
                                            <p:strVal val="0"/>
                                          </p:val>
                                        </p:tav>
                                        <p:tav tm="100000">
                                          <p:val>
                                            <p:strVal val="#ppt_w"/>
                                          </p:val>
                                        </p:tav>
                                      </p:tavLst>
                                    </p:anim>
                                    <p:anim calcmode="lin" valueType="num">
                                      <p:cBhvr additive="base">
                                        <p:cTn id="93" dur="500"/>
                                        <p:tgtEl>
                                          <p:spTgt spid="1403"/>
                                        </p:tgtEl>
                                        <p:attrNameLst>
                                          <p:attrName>ppt_h</p:attrName>
                                        </p:attrNameLst>
                                      </p:cBhvr>
                                      <p:tavLst>
                                        <p:tav tm="0">
                                          <p:val>
                                            <p:str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1407"/>
                                        </p:tgtEl>
                                        <p:attrNameLst>
                                          <p:attrName>style.visibility</p:attrName>
                                        </p:attrNameLst>
                                      </p:cBhvr>
                                      <p:to>
                                        <p:strVal val="visible"/>
                                      </p:to>
                                    </p:set>
                                    <p:animEffect transition="in" filter="fade">
                                      <p:cBhvr>
                                        <p:cTn id="98" dur="500"/>
                                        <p:tgtEl>
                                          <p:spTgt spid="1407"/>
                                        </p:tgtEl>
                                      </p:cBhvr>
                                    </p:animEffect>
                                  </p:childTnLst>
                                </p:cTn>
                              </p:par>
                            </p:childTnLst>
                          </p:cTn>
                        </p:par>
                      </p:childTnLst>
                    </p:cTn>
                  </p:par>
                  <p:par>
                    <p:cTn id="99" fill="hold">
                      <p:stCondLst>
                        <p:cond delay="indefinite"/>
                      </p:stCondLst>
                      <p:childTnLst>
                        <p:par>
                          <p:cTn id="100" fill="hold">
                            <p:stCondLst>
                              <p:cond delay="0"/>
                            </p:stCondLst>
                            <p:childTnLst>
                              <p:par>
                                <p:cTn id="101" presetID="23" presetClass="entr" presetSubtype="16" fill="hold" nodeType="clickEffect">
                                  <p:stCondLst>
                                    <p:cond delay="0"/>
                                  </p:stCondLst>
                                  <p:childTnLst>
                                    <p:set>
                                      <p:cBhvr>
                                        <p:cTn id="102" dur="1" fill="hold">
                                          <p:stCondLst>
                                            <p:cond delay="0"/>
                                          </p:stCondLst>
                                        </p:cTn>
                                        <p:tgtEl>
                                          <p:spTgt spid="1410"/>
                                        </p:tgtEl>
                                        <p:attrNameLst>
                                          <p:attrName>style.visibility</p:attrName>
                                        </p:attrNameLst>
                                      </p:cBhvr>
                                      <p:to>
                                        <p:strVal val="visible"/>
                                      </p:to>
                                    </p:set>
                                    <p:anim calcmode="lin" valueType="num">
                                      <p:cBhvr additive="base">
                                        <p:cTn id="103" dur="500"/>
                                        <p:tgtEl>
                                          <p:spTgt spid="1410"/>
                                        </p:tgtEl>
                                        <p:attrNameLst>
                                          <p:attrName>ppt_w</p:attrName>
                                        </p:attrNameLst>
                                      </p:cBhvr>
                                      <p:tavLst>
                                        <p:tav tm="0">
                                          <p:val>
                                            <p:strVal val="0"/>
                                          </p:val>
                                        </p:tav>
                                        <p:tav tm="100000">
                                          <p:val>
                                            <p:strVal val="#ppt_w"/>
                                          </p:val>
                                        </p:tav>
                                      </p:tavLst>
                                    </p:anim>
                                    <p:anim calcmode="lin" valueType="num">
                                      <p:cBhvr additive="base">
                                        <p:cTn id="104" dur="500"/>
                                        <p:tgtEl>
                                          <p:spTgt spid="141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17"/>
        <p:cNvGrpSpPr/>
        <p:nvPr/>
      </p:nvGrpSpPr>
      <p:grpSpPr>
        <a:xfrm>
          <a:off x="0" y="0"/>
          <a:ext cx="0" cy="0"/>
          <a:chOff x="0" y="0"/>
          <a:chExt cx="0" cy="0"/>
        </a:xfrm>
      </p:grpSpPr>
      <p:sp>
        <p:nvSpPr>
          <p:cNvPr id="1418" name="Google Shape;1418;p23"/>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Contenido</a:t>
            </a:r>
            <a:endParaRPr/>
          </a:p>
        </p:txBody>
      </p:sp>
      <p:sp>
        <p:nvSpPr>
          <p:cNvPr id="1419" name="Google Shape;1419;p23"/>
          <p:cNvSpPr txBox="1"/>
          <p:nvPr/>
        </p:nvSpPr>
        <p:spPr>
          <a:xfrm>
            <a:off x="899592" y="2492896"/>
            <a:ext cx="70363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4000">
                <a:solidFill>
                  <a:schemeClr val="dk1"/>
                </a:solidFill>
                <a:latin typeface="Arial"/>
                <a:ea typeface="Arial"/>
                <a:cs typeface="Arial"/>
                <a:sym typeface="Arial"/>
              </a:rPr>
              <a:t>Collections</a:t>
            </a:r>
            <a:endParaRPr sz="40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23"/>
        <p:cNvGrpSpPr/>
        <p:nvPr/>
      </p:nvGrpSpPr>
      <p:grpSpPr>
        <a:xfrm>
          <a:off x="0" y="0"/>
          <a:ext cx="0" cy="0"/>
          <a:chOff x="0" y="0"/>
          <a:chExt cx="0" cy="0"/>
        </a:xfrm>
      </p:grpSpPr>
      <p:sp>
        <p:nvSpPr>
          <p:cNvPr id="1424" name="Google Shape;1424;p24"/>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Colecciones</a:t>
            </a:r>
            <a:endParaRPr/>
          </a:p>
        </p:txBody>
      </p:sp>
      <p:sp>
        <p:nvSpPr>
          <p:cNvPr id="1425" name="Google Shape;1425;p24"/>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180975" algn="l" rtl="0">
              <a:spcBef>
                <a:spcPts val="0"/>
              </a:spcBef>
              <a:spcAft>
                <a:spcPts val="0"/>
              </a:spcAft>
              <a:buSzPts val="2800"/>
              <a:buNone/>
            </a:pPr>
            <a:endParaRPr sz="2800" b="0"/>
          </a:p>
          <a:p>
            <a:pPr marL="358775" lvl="0" indent="-358775" algn="l" rtl="0">
              <a:spcBef>
                <a:spcPts val="480"/>
              </a:spcBef>
              <a:spcAft>
                <a:spcPts val="0"/>
              </a:spcAft>
              <a:buSzPts val="2400"/>
              <a:buChar char="❖"/>
            </a:pPr>
            <a:r>
              <a:rPr lang="es-ES" b="0"/>
              <a:t>Las colecciones son una especie de arrays de tamaño dinámico. Para usarlas haremos uso del Java Collections Framework (JCF), el cual contiene un conjunto de clases e interfaces del paquete </a:t>
            </a:r>
            <a:r>
              <a:rPr lang="es-ES"/>
              <a:t>java.util</a:t>
            </a:r>
            <a:r>
              <a:rPr lang="es-ES" b="0"/>
              <a:t> para gestionar colecciones de objetos.</a:t>
            </a:r>
            <a:endParaRPr/>
          </a:p>
          <a:p>
            <a:pPr marL="358775" lvl="0" indent="-206375" algn="l" rtl="0">
              <a:spcBef>
                <a:spcPts val="480"/>
              </a:spcBef>
              <a:spcAft>
                <a:spcPts val="0"/>
              </a:spcAft>
              <a:buSzPts val="2400"/>
              <a:buNone/>
            </a:pPr>
            <a:endParaRPr b="0"/>
          </a:p>
          <a:p>
            <a:pPr marL="358775" lvl="0" indent="-358775" algn="l" rtl="0">
              <a:spcBef>
                <a:spcPts val="480"/>
              </a:spcBef>
              <a:spcAft>
                <a:spcPts val="0"/>
              </a:spcAft>
              <a:buSzPts val="2400"/>
              <a:buChar char="❖"/>
            </a:pPr>
            <a:r>
              <a:rPr lang="es-ES" b="0"/>
              <a:t>Permite </a:t>
            </a:r>
            <a:r>
              <a:rPr lang="es-ES" b="0" i="1"/>
              <a:t>almacenar y organizar objetos de manera útil para un </a:t>
            </a:r>
            <a:r>
              <a:rPr lang="es-ES" b="0"/>
              <a:t>acceso eficiente.</a:t>
            </a:r>
            <a:endParaRPr/>
          </a:p>
          <a:p>
            <a:pPr marL="358775" lvl="0" indent="-257175" algn="l" rtl="0">
              <a:spcBef>
                <a:spcPts val="320"/>
              </a:spcBef>
              <a:spcAft>
                <a:spcPts val="0"/>
              </a:spcAft>
              <a:buSzPts val="1600"/>
              <a:buNone/>
            </a:pPr>
            <a:endParaRPr sz="1600" b="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25"/>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API Collections</a:t>
            </a:r>
            <a:endParaRPr/>
          </a:p>
        </p:txBody>
      </p:sp>
      <p:pic>
        <p:nvPicPr>
          <p:cNvPr id="1431" name="Google Shape;1431;p25"/>
          <p:cNvPicPr preferRelativeResize="0"/>
          <p:nvPr/>
        </p:nvPicPr>
        <p:blipFill rotWithShape="1">
          <a:blip r:embed="rId3">
            <a:alphaModFix/>
          </a:blip>
          <a:srcRect l="4500" t="37913" r="47375" b="27864"/>
          <a:stretch/>
        </p:blipFill>
        <p:spPr>
          <a:xfrm>
            <a:off x="1187624" y="1340768"/>
            <a:ext cx="4160920" cy="1664369"/>
          </a:xfrm>
          <a:prstGeom prst="rect">
            <a:avLst/>
          </a:prstGeom>
          <a:noFill/>
          <a:ln>
            <a:noFill/>
          </a:ln>
        </p:spPr>
      </p:pic>
      <p:pic>
        <p:nvPicPr>
          <p:cNvPr id="1432" name="Google Shape;1432;p25"/>
          <p:cNvPicPr preferRelativeResize="0">
            <a:picLocks noGrp="1"/>
          </p:cNvPicPr>
          <p:nvPr>
            <p:ph type="body" idx="1"/>
          </p:nvPr>
        </p:nvPicPr>
        <p:blipFill rotWithShape="1">
          <a:blip r:embed="rId4">
            <a:alphaModFix/>
          </a:blip>
          <a:srcRect l="8958" t="53691" r="52042" b="16975"/>
          <a:stretch/>
        </p:blipFill>
        <p:spPr>
          <a:xfrm>
            <a:off x="2411760" y="3728367"/>
            <a:ext cx="5184576" cy="21934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sp>
        <p:nvSpPr>
          <p:cNvPr id="1437" name="Google Shape;1437;p26"/>
          <p:cNvSpPr txBox="1">
            <a:spLocks noGrp="1"/>
          </p:cNvSpPr>
          <p:nvPr>
            <p:ph type="title"/>
          </p:nvPr>
        </p:nvSpPr>
        <p:spPr>
          <a:xfrm>
            <a:off x="542925" y="53975"/>
            <a:ext cx="7392900" cy="563700"/>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LIST</a:t>
            </a:r>
            <a:endParaRPr/>
          </a:p>
        </p:txBody>
      </p:sp>
      <p:sp>
        <p:nvSpPr>
          <p:cNvPr id="1438" name="Google Shape;1438;p26"/>
          <p:cNvSpPr txBox="1">
            <a:spLocks noGrp="1"/>
          </p:cNvSpPr>
          <p:nvPr>
            <p:ph type="body" idx="1"/>
          </p:nvPr>
        </p:nvSpPr>
        <p:spPr>
          <a:xfrm>
            <a:off x="457200" y="1076325"/>
            <a:ext cx="8229600" cy="5248200"/>
          </a:xfrm>
          <a:prstGeom prst="rect">
            <a:avLst/>
          </a:prstGeom>
          <a:noFill/>
          <a:ln>
            <a:noFill/>
          </a:ln>
        </p:spPr>
        <p:txBody>
          <a:bodyPr spcFirstLastPara="1" wrap="square" lIns="95775" tIns="47875" rIns="95775" bIns="47875" anchor="t" anchorCtr="0">
            <a:noAutofit/>
          </a:bodyPr>
          <a:lstStyle/>
          <a:p>
            <a:pPr marL="358775" lvl="0" indent="-358775" algn="l" rtl="0">
              <a:spcBef>
                <a:spcPts val="0"/>
              </a:spcBef>
              <a:spcAft>
                <a:spcPts val="0"/>
              </a:spcAft>
              <a:buSzPts val="2400"/>
              <a:buChar char="❖"/>
            </a:pPr>
            <a:r>
              <a:rPr lang="es-ES"/>
              <a:t>LIST</a:t>
            </a:r>
            <a:endParaRPr/>
          </a:p>
          <a:p>
            <a:pPr marL="777875" lvl="1" indent="-298450" algn="l" rtl="0">
              <a:spcBef>
                <a:spcPts val="420"/>
              </a:spcBef>
              <a:spcAft>
                <a:spcPts val="0"/>
              </a:spcAft>
              <a:buSzPts val="2100"/>
              <a:buChar char="▪"/>
            </a:pPr>
            <a:r>
              <a:rPr lang="es-ES" b="0"/>
              <a:t>Los elementos tienen posición</a:t>
            </a:r>
            <a:endParaRPr/>
          </a:p>
          <a:p>
            <a:pPr marL="777875" lvl="1" indent="-298450" algn="l" rtl="0">
              <a:spcBef>
                <a:spcPts val="420"/>
              </a:spcBef>
              <a:spcAft>
                <a:spcPts val="0"/>
              </a:spcAft>
              <a:buSzPts val="2100"/>
              <a:buChar char="▪"/>
            </a:pPr>
            <a:r>
              <a:rPr lang="es-ES" b="0"/>
              <a:t>Permite duplicados</a:t>
            </a:r>
            <a:endParaRPr/>
          </a:p>
          <a:p>
            <a:pPr marL="777875" lvl="1" indent="-298450" algn="l" rtl="0">
              <a:spcBef>
                <a:spcPts val="420"/>
              </a:spcBef>
              <a:spcAft>
                <a:spcPts val="0"/>
              </a:spcAft>
              <a:buSzPts val="2100"/>
              <a:buChar char="▪"/>
            </a:pPr>
            <a:r>
              <a:rPr lang="es-ES" b="0"/>
              <a:t>También permite búsqueda e iteraciones</a:t>
            </a:r>
            <a:endParaRPr/>
          </a:p>
          <a:p>
            <a:pPr marL="777875" lvl="1" indent="-298450" algn="l" rtl="0">
              <a:spcBef>
                <a:spcPts val="420"/>
              </a:spcBef>
              <a:spcAft>
                <a:spcPts val="0"/>
              </a:spcAft>
              <a:buSzPts val="2100"/>
              <a:buChar char="▪"/>
            </a:pPr>
            <a:r>
              <a:rPr lang="es-ES" b="0"/>
              <a:t>Las implementaciones más conocidas son </a:t>
            </a:r>
            <a:r>
              <a:rPr lang="es-ES"/>
              <a:t>ArrayList </a:t>
            </a:r>
            <a:r>
              <a:rPr lang="es-ES" b="0"/>
              <a:t>y </a:t>
            </a:r>
            <a:r>
              <a:rPr lang="es-ES"/>
              <a:t>LinkedList</a:t>
            </a:r>
            <a:r>
              <a:rPr lang="es-ES" b="0"/>
              <a:t>.</a:t>
            </a:r>
            <a:endParaRPr/>
          </a:p>
          <a:p>
            <a:pPr marL="358775" lvl="0" indent="-358775" algn="l" rtl="0">
              <a:spcBef>
                <a:spcPts val="480"/>
              </a:spcBef>
              <a:spcAft>
                <a:spcPts val="0"/>
              </a:spcAft>
              <a:buSzPts val="2400"/>
              <a:buChar char="❖"/>
            </a:pPr>
            <a:r>
              <a:rPr lang="es-ES" b="0"/>
              <a:t>Si no sabemos cual escoger, utilizaremos siempre </a:t>
            </a:r>
            <a:r>
              <a:rPr lang="es-ES" b="0">
                <a:solidFill>
                  <a:srgbClr val="FF0000"/>
                </a:solidFill>
              </a:rPr>
              <a:t>ArrayList</a:t>
            </a:r>
            <a:r>
              <a:rPr lang="es-ES" b="0"/>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27"/>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LIST</a:t>
            </a:r>
            <a:endParaRPr/>
          </a:p>
        </p:txBody>
      </p:sp>
      <p:sp>
        <p:nvSpPr>
          <p:cNvPr id="1444" name="Google Shape;1444;p27"/>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358775" algn="l" rtl="0">
              <a:spcBef>
                <a:spcPts val="0"/>
              </a:spcBef>
              <a:spcAft>
                <a:spcPts val="0"/>
              </a:spcAft>
              <a:buSzPts val="2400"/>
              <a:buChar char="❖"/>
            </a:pPr>
            <a:r>
              <a:rPr lang="es-ES"/>
              <a:t>CONSTRUCCIÓN DE UN LIST</a:t>
            </a:r>
            <a:endParaRPr/>
          </a:p>
          <a:p>
            <a:pPr marL="0" lvl="0" indent="0" algn="l" rtl="0">
              <a:spcBef>
                <a:spcPts val="480"/>
              </a:spcBef>
              <a:spcAft>
                <a:spcPts val="0"/>
              </a:spcAft>
              <a:buSzPts val="2400"/>
              <a:buNone/>
            </a:pPr>
            <a:endParaRPr/>
          </a:p>
          <a:p>
            <a:pPr marL="358775" lvl="0" indent="-358775" algn="l" rtl="0">
              <a:spcBef>
                <a:spcPts val="480"/>
              </a:spcBef>
              <a:spcAft>
                <a:spcPts val="0"/>
              </a:spcAft>
              <a:buSzPts val="2400"/>
              <a:buChar char="❖"/>
            </a:pPr>
            <a:r>
              <a:rPr lang="es-ES"/>
              <a:t>A partir de Java 1.5</a:t>
            </a:r>
            <a:endParaRPr/>
          </a:p>
          <a:p>
            <a:pPr marL="777875" lvl="1" indent="-298450" algn="l" rtl="0">
              <a:spcBef>
                <a:spcPts val="420"/>
              </a:spcBef>
              <a:spcAft>
                <a:spcPts val="0"/>
              </a:spcAft>
              <a:buSzPts val="2100"/>
              <a:buChar char="▪"/>
            </a:pPr>
            <a:r>
              <a:rPr lang="es-ES" b="0"/>
              <a:t>Inclusión de los genéricos</a:t>
            </a:r>
            <a:endParaRPr/>
          </a:p>
          <a:p>
            <a:pPr marL="777875" lvl="1" indent="-298450" algn="l" rtl="0">
              <a:spcBef>
                <a:spcPts val="420"/>
              </a:spcBef>
              <a:spcAft>
                <a:spcPts val="0"/>
              </a:spcAft>
              <a:buSzPts val="2100"/>
              <a:buChar char="▪"/>
            </a:pPr>
            <a:r>
              <a:rPr lang="es-ES" b="0"/>
              <a:t>Permiten parametrizar el tipo</a:t>
            </a:r>
            <a:endParaRPr/>
          </a:p>
          <a:p>
            <a:pPr marL="777875" lvl="1" indent="-298450" algn="l" rtl="0">
              <a:spcBef>
                <a:spcPts val="420"/>
              </a:spcBef>
              <a:spcAft>
                <a:spcPts val="0"/>
              </a:spcAft>
              <a:buSzPts val="2100"/>
              <a:buChar char="▪"/>
            </a:pPr>
            <a:r>
              <a:rPr lang="es-ES">
                <a:solidFill>
                  <a:srgbClr val="FF0000"/>
                </a:solidFill>
              </a:rPr>
              <a:t>List&lt;String&gt; cars = new ArrayList&lt;String&gt;();</a:t>
            </a:r>
            <a:endParaRPr/>
          </a:p>
          <a:p>
            <a:pPr marL="777875" lvl="1" indent="-165100" algn="l" rtl="0">
              <a:spcBef>
                <a:spcPts val="420"/>
              </a:spcBef>
              <a:spcAft>
                <a:spcPts val="0"/>
              </a:spcAft>
              <a:buSzPts val="2100"/>
              <a:buNone/>
            </a:pPr>
            <a:endParaRPr b="0"/>
          </a:p>
          <a:p>
            <a:pPr marL="358775" lvl="0" indent="-206375" algn="l" rtl="0">
              <a:spcBef>
                <a:spcPts val="480"/>
              </a:spcBef>
              <a:spcAft>
                <a:spcPts val="0"/>
              </a:spcAft>
              <a:buSzPts val="2400"/>
              <a:buNone/>
            </a:pPr>
            <a:endParaRPr/>
          </a:p>
          <a:p>
            <a:pPr marL="358775" lvl="0" indent="-358775" algn="l" rtl="0">
              <a:spcBef>
                <a:spcPts val="480"/>
              </a:spcBef>
              <a:spcAft>
                <a:spcPts val="0"/>
              </a:spcAft>
              <a:buSzPts val="2400"/>
              <a:buChar char="❖"/>
            </a:pPr>
            <a:r>
              <a:rPr lang="es-ES"/>
              <a:t>A partir de Java 1.7</a:t>
            </a:r>
            <a:endParaRPr/>
          </a:p>
          <a:p>
            <a:pPr marL="777875" lvl="1" indent="-298450" algn="l" rtl="0">
              <a:spcBef>
                <a:spcPts val="420"/>
              </a:spcBef>
              <a:spcAft>
                <a:spcPts val="0"/>
              </a:spcAft>
              <a:buSzPts val="2100"/>
              <a:buChar char="▪"/>
            </a:pPr>
            <a:r>
              <a:rPr lang="es-ES" b="0"/>
              <a:t>Operador </a:t>
            </a:r>
            <a:r>
              <a:rPr lang="es-ES" b="0" i="1"/>
              <a:t>diamond</a:t>
            </a:r>
            <a:endParaRPr b="0" i="1"/>
          </a:p>
          <a:p>
            <a:pPr marL="777875" lvl="1" indent="-298450" algn="l" rtl="0">
              <a:spcBef>
                <a:spcPts val="420"/>
              </a:spcBef>
              <a:spcAft>
                <a:spcPts val="0"/>
              </a:spcAft>
              <a:buSzPts val="2100"/>
              <a:buChar char="▪"/>
            </a:pPr>
            <a:r>
              <a:rPr lang="es-ES" b="0"/>
              <a:t>Nos ahorra indicar dos veces el tipo</a:t>
            </a:r>
            <a:endParaRPr/>
          </a:p>
          <a:p>
            <a:pPr marL="777875" lvl="1" indent="-298450" algn="l" rtl="0">
              <a:spcBef>
                <a:spcPts val="420"/>
              </a:spcBef>
              <a:spcAft>
                <a:spcPts val="0"/>
              </a:spcAft>
              <a:buSzPts val="2100"/>
              <a:buChar char="▪"/>
            </a:pPr>
            <a:r>
              <a:rPr lang="es-ES" b="0">
                <a:solidFill>
                  <a:srgbClr val="FF0000"/>
                </a:solidFill>
              </a:rPr>
              <a:t>List&lt;String&gt; cars = new ArrayList&lt;&gt;();</a:t>
            </a:r>
            <a:endParaRPr>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28"/>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LIST</a:t>
            </a:r>
            <a:endParaRPr/>
          </a:p>
        </p:txBody>
      </p:sp>
      <p:pic>
        <p:nvPicPr>
          <p:cNvPr id="1450" name="Google Shape;1450;p28"/>
          <p:cNvPicPr preferRelativeResize="0"/>
          <p:nvPr/>
        </p:nvPicPr>
        <p:blipFill rotWithShape="1">
          <a:blip r:embed="rId3">
            <a:alphaModFix/>
          </a:blip>
          <a:srcRect l="4681" t="33600" r="47653" b="17400"/>
          <a:stretch/>
        </p:blipFill>
        <p:spPr>
          <a:xfrm>
            <a:off x="1288435" y="1556792"/>
            <a:ext cx="6567130" cy="410445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29"/>
          <p:cNvSpPr txBox="1">
            <a:spLocks noGrp="1"/>
          </p:cNvSpPr>
          <p:nvPr>
            <p:ph type="title"/>
          </p:nvPr>
        </p:nvSpPr>
        <p:spPr>
          <a:xfrm>
            <a:off x="851420"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ArrayList</a:t>
            </a:r>
            <a:endParaRPr/>
          </a:p>
        </p:txBody>
      </p:sp>
      <p:grpSp>
        <p:nvGrpSpPr>
          <p:cNvPr id="1456" name="Google Shape;1456;p29"/>
          <p:cNvGrpSpPr/>
          <p:nvPr/>
        </p:nvGrpSpPr>
        <p:grpSpPr>
          <a:xfrm>
            <a:off x="683568" y="1229487"/>
            <a:ext cx="1296144" cy="3070122"/>
            <a:chOff x="683568" y="1438037"/>
            <a:chExt cx="1296144" cy="3070122"/>
          </a:xfrm>
        </p:grpSpPr>
        <p:sp>
          <p:nvSpPr>
            <p:cNvPr id="1457" name="Google Shape;1457;p29"/>
            <p:cNvSpPr/>
            <p:nvPr/>
          </p:nvSpPr>
          <p:spPr>
            <a:xfrm>
              <a:off x="698082" y="1724771"/>
              <a:ext cx="1226581" cy="2783388"/>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58" name="Google Shape;1458;p29"/>
            <p:cNvSpPr txBox="1"/>
            <p:nvPr/>
          </p:nvSpPr>
          <p:spPr>
            <a:xfrm>
              <a:off x="683568" y="1438037"/>
              <a:ext cx="129614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dk1"/>
                  </a:solidFill>
                  <a:latin typeface="Arial"/>
                  <a:ea typeface="Arial"/>
                  <a:cs typeface="Arial"/>
                  <a:sym typeface="Arial"/>
                </a:rPr>
                <a:t>amigos</a:t>
              </a:r>
              <a:endParaRPr sz="1600" b="1">
                <a:solidFill>
                  <a:srgbClr val="FF0000"/>
                </a:solidFill>
                <a:latin typeface="Arial"/>
                <a:ea typeface="Arial"/>
                <a:cs typeface="Arial"/>
                <a:sym typeface="Arial"/>
              </a:endParaRPr>
            </a:p>
          </p:txBody>
        </p:sp>
      </p:grpSp>
      <p:grpSp>
        <p:nvGrpSpPr>
          <p:cNvPr id="1459" name="Google Shape;1459;p29"/>
          <p:cNvGrpSpPr/>
          <p:nvPr/>
        </p:nvGrpSpPr>
        <p:grpSpPr>
          <a:xfrm>
            <a:off x="810254" y="1567763"/>
            <a:ext cx="1026679" cy="347524"/>
            <a:chOff x="649122" y="2229847"/>
            <a:chExt cx="1026679" cy="347524"/>
          </a:xfrm>
        </p:grpSpPr>
        <p:sp>
          <p:nvSpPr>
            <p:cNvPr id="1460" name="Google Shape;1460;p29"/>
            <p:cNvSpPr/>
            <p:nvPr/>
          </p:nvSpPr>
          <p:spPr>
            <a:xfrm>
              <a:off x="649122" y="2229847"/>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61" name="Google Shape;1461;p29"/>
            <p:cNvSpPr txBox="1"/>
            <p:nvPr/>
          </p:nvSpPr>
          <p:spPr>
            <a:xfrm>
              <a:off x="699323" y="2238817"/>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Ana</a:t>
              </a:r>
              <a:endParaRPr/>
            </a:p>
          </p:txBody>
        </p:sp>
      </p:grpSp>
      <p:grpSp>
        <p:nvGrpSpPr>
          <p:cNvPr id="1462" name="Google Shape;1462;p29"/>
          <p:cNvGrpSpPr/>
          <p:nvPr/>
        </p:nvGrpSpPr>
        <p:grpSpPr>
          <a:xfrm>
            <a:off x="810254" y="1855795"/>
            <a:ext cx="1026679" cy="347524"/>
            <a:chOff x="649122" y="2517879"/>
            <a:chExt cx="1026679" cy="347524"/>
          </a:xfrm>
        </p:grpSpPr>
        <p:sp>
          <p:nvSpPr>
            <p:cNvPr id="1463" name="Google Shape;1463;p29"/>
            <p:cNvSpPr/>
            <p:nvPr/>
          </p:nvSpPr>
          <p:spPr>
            <a:xfrm>
              <a:off x="649122" y="2517879"/>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64" name="Google Shape;1464;p29"/>
            <p:cNvSpPr txBox="1"/>
            <p:nvPr/>
          </p:nvSpPr>
          <p:spPr>
            <a:xfrm>
              <a:off x="699323" y="2526849"/>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Luis</a:t>
              </a:r>
              <a:endParaRPr/>
            </a:p>
          </p:txBody>
        </p:sp>
      </p:grpSp>
      <p:grpSp>
        <p:nvGrpSpPr>
          <p:cNvPr id="1465" name="Google Shape;1465;p29"/>
          <p:cNvGrpSpPr/>
          <p:nvPr/>
        </p:nvGrpSpPr>
        <p:grpSpPr>
          <a:xfrm>
            <a:off x="810254" y="1567763"/>
            <a:ext cx="1026679" cy="347524"/>
            <a:chOff x="649122" y="2801719"/>
            <a:chExt cx="1026679" cy="347524"/>
          </a:xfrm>
        </p:grpSpPr>
        <p:sp>
          <p:nvSpPr>
            <p:cNvPr id="1466" name="Google Shape;1466;p29"/>
            <p:cNvSpPr/>
            <p:nvPr/>
          </p:nvSpPr>
          <p:spPr>
            <a:xfrm>
              <a:off x="649122" y="2801719"/>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67" name="Google Shape;1467;p29"/>
            <p:cNvSpPr txBox="1"/>
            <p:nvPr/>
          </p:nvSpPr>
          <p:spPr>
            <a:xfrm>
              <a:off x="699323" y="2810689"/>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Enrique</a:t>
              </a:r>
              <a:endParaRPr/>
            </a:p>
          </p:txBody>
        </p:sp>
      </p:grpSp>
      <p:grpSp>
        <p:nvGrpSpPr>
          <p:cNvPr id="1468" name="Google Shape;1468;p29"/>
          <p:cNvGrpSpPr/>
          <p:nvPr/>
        </p:nvGrpSpPr>
        <p:grpSpPr>
          <a:xfrm>
            <a:off x="810254" y="2145092"/>
            <a:ext cx="1026679" cy="347524"/>
            <a:chOff x="649122" y="3093943"/>
            <a:chExt cx="1026679" cy="347524"/>
          </a:xfrm>
        </p:grpSpPr>
        <p:sp>
          <p:nvSpPr>
            <p:cNvPr id="1469" name="Google Shape;1469;p29"/>
            <p:cNvSpPr/>
            <p:nvPr/>
          </p:nvSpPr>
          <p:spPr>
            <a:xfrm>
              <a:off x="649122" y="3093943"/>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70" name="Google Shape;1470;p29"/>
            <p:cNvSpPr txBox="1"/>
            <p:nvPr/>
          </p:nvSpPr>
          <p:spPr>
            <a:xfrm>
              <a:off x="699323" y="3102913"/>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Alfredo</a:t>
              </a:r>
              <a:endParaRPr/>
            </a:p>
          </p:txBody>
        </p:sp>
      </p:grpSp>
      <p:grpSp>
        <p:nvGrpSpPr>
          <p:cNvPr id="1471" name="Google Shape;1471;p29"/>
          <p:cNvGrpSpPr/>
          <p:nvPr/>
        </p:nvGrpSpPr>
        <p:grpSpPr>
          <a:xfrm>
            <a:off x="810254" y="2719891"/>
            <a:ext cx="1026679" cy="347524"/>
            <a:chOff x="649122" y="3381975"/>
            <a:chExt cx="1026679" cy="347524"/>
          </a:xfrm>
        </p:grpSpPr>
        <p:sp>
          <p:nvSpPr>
            <p:cNvPr id="1472" name="Google Shape;1472;p29"/>
            <p:cNvSpPr/>
            <p:nvPr/>
          </p:nvSpPr>
          <p:spPr>
            <a:xfrm>
              <a:off x="649122" y="3381975"/>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73" name="Google Shape;1473;p29"/>
            <p:cNvSpPr txBox="1"/>
            <p:nvPr/>
          </p:nvSpPr>
          <p:spPr>
            <a:xfrm>
              <a:off x="699323" y="3390945"/>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Rocío</a:t>
              </a:r>
              <a:endParaRPr/>
            </a:p>
          </p:txBody>
        </p:sp>
      </p:grpSp>
      <p:grpSp>
        <p:nvGrpSpPr>
          <p:cNvPr id="1474" name="Google Shape;1474;p29"/>
          <p:cNvGrpSpPr/>
          <p:nvPr/>
        </p:nvGrpSpPr>
        <p:grpSpPr>
          <a:xfrm>
            <a:off x="810254" y="3003731"/>
            <a:ext cx="1026679" cy="347524"/>
            <a:chOff x="649122" y="3665815"/>
            <a:chExt cx="1026679" cy="347524"/>
          </a:xfrm>
        </p:grpSpPr>
        <p:sp>
          <p:nvSpPr>
            <p:cNvPr id="1475" name="Google Shape;1475;p29"/>
            <p:cNvSpPr/>
            <p:nvPr/>
          </p:nvSpPr>
          <p:spPr>
            <a:xfrm>
              <a:off x="649122" y="3665815"/>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76" name="Google Shape;1476;p29"/>
            <p:cNvSpPr txBox="1"/>
            <p:nvPr/>
          </p:nvSpPr>
          <p:spPr>
            <a:xfrm>
              <a:off x="699323" y="3674785"/>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Teresa</a:t>
              </a:r>
              <a:endParaRPr/>
            </a:p>
          </p:txBody>
        </p:sp>
      </p:grpSp>
      <p:grpSp>
        <p:nvGrpSpPr>
          <p:cNvPr id="1477" name="Google Shape;1477;p29"/>
          <p:cNvGrpSpPr/>
          <p:nvPr/>
        </p:nvGrpSpPr>
        <p:grpSpPr>
          <a:xfrm>
            <a:off x="810254" y="3291763"/>
            <a:ext cx="1026679" cy="347524"/>
            <a:chOff x="649122" y="3953847"/>
            <a:chExt cx="1026679" cy="347524"/>
          </a:xfrm>
        </p:grpSpPr>
        <p:sp>
          <p:nvSpPr>
            <p:cNvPr id="1478" name="Google Shape;1478;p29"/>
            <p:cNvSpPr/>
            <p:nvPr/>
          </p:nvSpPr>
          <p:spPr>
            <a:xfrm>
              <a:off x="649122" y="3953847"/>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79" name="Google Shape;1479;p29"/>
            <p:cNvSpPr txBox="1"/>
            <p:nvPr/>
          </p:nvSpPr>
          <p:spPr>
            <a:xfrm>
              <a:off x="699323" y="3962817"/>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Roberto</a:t>
              </a:r>
              <a:endParaRPr/>
            </a:p>
          </p:txBody>
        </p:sp>
      </p:grpSp>
      <p:grpSp>
        <p:nvGrpSpPr>
          <p:cNvPr id="1480" name="Google Shape;1480;p29"/>
          <p:cNvGrpSpPr/>
          <p:nvPr/>
        </p:nvGrpSpPr>
        <p:grpSpPr>
          <a:xfrm>
            <a:off x="2483768" y="1719949"/>
            <a:ext cx="2521136" cy="2292590"/>
            <a:chOff x="2698936" y="2144523"/>
            <a:chExt cx="2521136" cy="2292590"/>
          </a:xfrm>
        </p:grpSpPr>
        <p:sp>
          <p:nvSpPr>
            <p:cNvPr id="1481" name="Google Shape;1481;p29"/>
            <p:cNvSpPr/>
            <p:nvPr/>
          </p:nvSpPr>
          <p:spPr>
            <a:xfrm>
              <a:off x="2698936" y="2418015"/>
              <a:ext cx="2521136" cy="201909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82" name="Google Shape;1482;p29"/>
            <p:cNvSpPr txBox="1"/>
            <p:nvPr/>
          </p:nvSpPr>
          <p:spPr>
            <a:xfrm>
              <a:off x="2801257" y="2144523"/>
              <a:ext cx="228297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añadir  elementos</a:t>
              </a:r>
              <a:endParaRPr/>
            </a:p>
          </p:txBody>
        </p:sp>
      </p:grpSp>
      <p:grpSp>
        <p:nvGrpSpPr>
          <p:cNvPr id="1483" name="Google Shape;1483;p29"/>
          <p:cNvGrpSpPr/>
          <p:nvPr/>
        </p:nvGrpSpPr>
        <p:grpSpPr>
          <a:xfrm>
            <a:off x="2484624" y="844186"/>
            <a:ext cx="5328592" cy="775365"/>
            <a:chOff x="2699792" y="1268760"/>
            <a:chExt cx="5328592" cy="775365"/>
          </a:xfrm>
        </p:grpSpPr>
        <p:sp>
          <p:nvSpPr>
            <p:cNvPr id="1484" name="Google Shape;1484;p29"/>
            <p:cNvSpPr txBox="1"/>
            <p:nvPr/>
          </p:nvSpPr>
          <p:spPr>
            <a:xfrm>
              <a:off x="4103650" y="1268760"/>
              <a:ext cx="252087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crear estructura</a:t>
              </a:r>
              <a:endParaRPr/>
            </a:p>
          </p:txBody>
        </p:sp>
        <p:sp>
          <p:nvSpPr>
            <p:cNvPr id="1485" name="Google Shape;1485;p29"/>
            <p:cNvSpPr/>
            <p:nvPr/>
          </p:nvSpPr>
          <p:spPr>
            <a:xfrm>
              <a:off x="2699792" y="1562938"/>
              <a:ext cx="5328592" cy="481187"/>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1486" name="Google Shape;1486;p29"/>
          <p:cNvSpPr txBox="1"/>
          <p:nvPr/>
        </p:nvSpPr>
        <p:spPr>
          <a:xfrm>
            <a:off x="2602150" y="1251889"/>
            <a:ext cx="52110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B0F0"/>
                </a:solidFill>
                <a:latin typeface="Arial"/>
                <a:ea typeface="Arial"/>
                <a:cs typeface="Arial"/>
                <a:sym typeface="Arial"/>
              </a:rPr>
              <a:t>ArrayList&lt; </a:t>
            </a:r>
            <a:r>
              <a:rPr lang="es-ES" sz="1400" b="1">
                <a:solidFill>
                  <a:srgbClr val="0A0AFE"/>
                </a:solidFill>
                <a:latin typeface="Arial"/>
                <a:ea typeface="Arial"/>
                <a:cs typeface="Arial"/>
                <a:sym typeface="Arial"/>
              </a:rPr>
              <a:t>String</a:t>
            </a:r>
            <a:r>
              <a:rPr lang="es-ES" sz="1400" b="1">
                <a:solidFill>
                  <a:srgbClr val="00B0F0"/>
                </a:solidFill>
                <a:latin typeface="Arial"/>
                <a:ea typeface="Arial"/>
                <a:cs typeface="Arial"/>
                <a:sym typeface="Arial"/>
              </a:rPr>
              <a:t> &gt; </a:t>
            </a:r>
            <a:r>
              <a:rPr lang="es-ES" sz="1400" b="1">
                <a:solidFill>
                  <a:schemeClr val="accent1"/>
                </a:solidFill>
                <a:latin typeface="Arial"/>
                <a:ea typeface="Arial"/>
                <a:cs typeface="Arial"/>
                <a:sym typeface="Arial"/>
              </a:rPr>
              <a:t> </a:t>
            </a:r>
            <a:r>
              <a:rPr lang="es-ES" sz="1400" b="1">
                <a:solidFill>
                  <a:srgbClr val="000000"/>
                </a:solidFill>
                <a:latin typeface="Arial"/>
                <a:ea typeface="Arial"/>
                <a:cs typeface="Arial"/>
                <a:sym typeface="Arial"/>
              </a:rPr>
              <a:t>amigos</a:t>
            </a:r>
            <a:r>
              <a:rPr lang="es-ES" sz="1400" b="1">
                <a:solidFill>
                  <a:schemeClr val="accent1"/>
                </a:solidFill>
                <a:latin typeface="Arial"/>
                <a:ea typeface="Arial"/>
                <a:cs typeface="Arial"/>
                <a:sym typeface="Arial"/>
              </a:rPr>
              <a:t> </a:t>
            </a:r>
            <a:r>
              <a:rPr lang="es-ES" sz="1400">
                <a:solidFill>
                  <a:schemeClr val="dk1"/>
                </a:solidFill>
                <a:latin typeface="Arial"/>
                <a:ea typeface="Arial"/>
                <a:cs typeface="Arial"/>
                <a:sym typeface="Arial"/>
              </a:rPr>
              <a:t>=  </a:t>
            </a:r>
            <a:r>
              <a:rPr lang="es-ES" sz="1400" b="1">
                <a:solidFill>
                  <a:schemeClr val="dk1"/>
                </a:solidFill>
                <a:latin typeface="Arial"/>
                <a:ea typeface="Arial"/>
                <a:cs typeface="Arial"/>
                <a:sym typeface="Arial"/>
              </a:rPr>
              <a:t>new </a:t>
            </a:r>
            <a:r>
              <a:rPr lang="es-ES" sz="1400" b="1">
                <a:solidFill>
                  <a:srgbClr val="00B0F0"/>
                </a:solidFill>
                <a:latin typeface="Arial"/>
                <a:ea typeface="Arial"/>
                <a:cs typeface="Arial"/>
                <a:sym typeface="Arial"/>
              </a:rPr>
              <a:t>ArrayList&lt; </a:t>
            </a:r>
            <a:r>
              <a:rPr lang="es-ES" sz="1400" b="1">
                <a:solidFill>
                  <a:srgbClr val="0A0AFE"/>
                </a:solidFill>
                <a:latin typeface="Arial"/>
                <a:ea typeface="Arial"/>
                <a:cs typeface="Arial"/>
                <a:sym typeface="Arial"/>
              </a:rPr>
              <a:t>String</a:t>
            </a:r>
            <a:r>
              <a:rPr lang="es-ES" sz="1400" b="1">
                <a:solidFill>
                  <a:srgbClr val="00B0F0"/>
                </a:solidFill>
                <a:latin typeface="Arial"/>
                <a:ea typeface="Arial"/>
                <a:cs typeface="Arial"/>
                <a:sym typeface="Arial"/>
              </a:rPr>
              <a:t> &gt; </a:t>
            </a:r>
            <a:r>
              <a:rPr lang="es-ES" sz="1400" b="1">
                <a:solidFill>
                  <a:srgbClr val="000000"/>
                </a:solidFill>
                <a:latin typeface="Arial"/>
                <a:ea typeface="Arial"/>
                <a:cs typeface="Arial"/>
                <a:sym typeface="Arial"/>
              </a:rPr>
              <a:t>( )</a:t>
            </a:r>
            <a:r>
              <a:rPr lang="es-ES" sz="1400" b="1">
                <a:solidFill>
                  <a:srgbClr val="00B0F0"/>
                </a:solidFill>
                <a:latin typeface="Arial"/>
                <a:ea typeface="Arial"/>
                <a:cs typeface="Arial"/>
                <a:sym typeface="Arial"/>
              </a:rPr>
              <a:t> </a:t>
            </a:r>
            <a:r>
              <a:rPr lang="es-E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1487" name="Google Shape;1487;p29"/>
          <p:cNvSpPr txBox="1"/>
          <p:nvPr/>
        </p:nvSpPr>
        <p:spPr>
          <a:xfrm>
            <a:off x="2628640" y="2099099"/>
            <a:ext cx="2520280"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a:t>
            </a:r>
            <a:r>
              <a:rPr lang="es-ES" sz="1400" b="1">
                <a:solidFill>
                  <a:srgbClr val="009900"/>
                </a:solidFill>
                <a:latin typeface="Arial"/>
                <a:ea typeface="Arial"/>
                <a:cs typeface="Arial"/>
                <a:sym typeface="Arial"/>
              </a:rPr>
              <a:t>"Ana"</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a:t>
            </a:r>
            <a:r>
              <a:rPr lang="es-ES" sz="1400" b="1">
                <a:solidFill>
                  <a:srgbClr val="009900"/>
                </a:solidFill>
                <a:latin typeface="Arial"/>
                <a:ea typeface="Arial"/>
                <a:cs typeface="Arial"/>
                <a:sym typeface="Arial"/>
              </a:rPr>
              <a:t>"Luis"</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 </a:t>
            </a:r>
            <a:r>
              <a:rPr lang="es-ES" sz="1400" b="1">
                <a:solidFill>
                  <a:srgbClr val="0A0AFE"/>
                </a:solidFill>
                <a:latin typeface="Arial"/>
                <a:ea typeface="Arial"/>
                <a:cs typeface="Arial"/>
                <a:sym typeface="Arial"/>
              </a:rPr>
              <a:t>0,</a:t>
            </a:r>
            <a:r>
              <a:rPr lang="es-ES" sz="1400" b="1">
                <a:solidFill>
                  <a:srgbClr val="FF0000"/>
                </a:solidFill>
                <a:latin typeface="Arial"/>
                <a:ea typeface="Arial"/>
                <a:cs typeface="Arial"/>
                <a:sym typeface="Arial"/>
              </a:rPr>
              <a:t> </a:t>
            </a:r>
            <a:r>
              <a:rPr lang="es-ES" sz="1400" b="1">
                <a:solidFill>
                  <a:srgbClr val="009900"/>
                </a:solidFill>
                <a:latin typeface="Arial"/>
                <a:ea typeface="Arial"/>
                <a:cs typeface="Arial"/>
                <a:sym typeface="Arial"/>
              </a:rPr>
              <a:t>"Enrique"</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 </a:t>
            </a:r>
            <a:r>
              <a:rPr lang="es-ES" sz="1400" b="1">
                <a:solidFill>
                  <a:srgbClr val="0A0AFE"/>
                </a:solidFill>
                <a:latin typeface="Arial"/>
                <a:ea typeface="Arial"/>
                <a:cs typeface="Arial"/>
                <a:sym typeface="Arial"/>
              </a:rPr>
              <a:t>2,</a:t>
            </a:r>
            <a:r>
              <a:rPr lang="es-ES" sz="1400" b="1">
                <a:solidFill>
                  <a:srgbClr val="FF0000"/>
                </a:solidFill>
                <a:latin typeface="Arial"/>
                <a:ea typeface="Arial"/>
                <a:cs typeface="Arial"/>
                <a:sym typeface="Arial"/>
              </a:rPr>
              <a:t> </a:t>
            </a:r>
            <a:r>
              <a:rPr lang="es-ES" sz="1400" b="1">
                <a:solidFill>
                  <a:srgbClr val="009900"/>
                </a:solidFill>
                <a:latin typeface="Arial"/>
                <a:ea typeface="Arial"/>
                <a:cs typeface="Arial"/>
                <a:sym typeface="Arial"/>
              </a:rPr>
              <a:t>"Alfredo"</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a:t>
            </a:r>
            <a:r>
              <a:rPr lang="es-ES" sz="1400" b="1">
                <a:solidFill>
                  <a:srgbClr val="0A0AFE"/>
                </a:solidFill>
                <a:latin typeface="Arial"/>
                <a:ea typeface="Arial"/>
                <a:cs typeface="Arial"/>
                <a:sym typeface="Arial"/>
              </a:rPr>
              <a:t> 7</a:t>
            </a:r>
            <a:r>
              <a:rPr lang="es-ES" sz="1400" b="1">
                <a:solidFill>
                  <a:srgbClr val="FF0000"/>
                </a:solidFill>
                <a:latin typeface="Arial"/>
                <a:ea typeface="Arial"/>
                <a:cs typeface="Arial"/>
                <a:sym typeface="Arial"/>
              </a:rPr>
              <a:t> </a:t>
            </a:r>
            <a:r>
              <a:rPr lang="es-ES" sz="1400" b="1">
                <a:solidFill>
                  <a:srgbClr val="0A0AFE"/>
                </a:solidFill>
                <a:latin typeface="Arial"/>
                <a:ea typeface="Arial"/>
                <a:cs typeface="Arial"/>
                <a:sym typeface="Arial"/>
              </a:rPr>
              <a:t>,</a:t>
            </a:r>
            <a:r>
              <a:rPr lang="es-ES" sz="1400" b="1">
                <a:solidFill>
                  <a:srgbClr val="FF0000"/>
                </a:solidFill>
                <a:latin typeface="Arial"/>
                <a:ea typeface="Arial"/>
                <a:cs typeface="Arial"/>
                <a:sym typeface="Arial"/>
              </a:rPr>
              <a:t> </a:t>
            </a:r>
            <a:r>
              <a:rPr lang="es-ES" sz="1400" b="1">
                <a:solidFill>
                  <a:srgbClr val="009900"/>
                </a:solidFill>
                <a:latin typeface="Arial"/>
                <a:ea typeface="Arial"/>
                <a:cs typeface="Arial"/>
                <a:sym typeface="Arial"/>
              </a:rPr>
              <a:t>"Rocio"</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a:t>
            </a:r>
            <a:r>
              <a:rPr lang="es-ES" sz="1400" b="1">
                <a:solidFill>
                  <a:srgbClr val="009900"/>
                </a:solidFill>
                <a:latin typeface="Arial"/>
                <a:ea typeface="Arial"/>
                <a:cs typeface="Arial"/>
                <a:sym typeface="Arial"/>
              </a:rPr>
              <a:t>"Rocio"</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a:t>
            </a:r>
            <a:r>
              <a:rPr lang="es-ES" sz="1400" b="1">
                <a:solidFill>
                  <a:srgbClr val="009900"/>
                </a:solidFill>
                <a:latin typeface="Arial"/>
                <a:ea typeface="Arial"/>
                <a:cs typeface="Arial"/>
                <a:sym typeface="Arial"/>
              </a:rPr>
              <a:t>"Teresa"</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a:p>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add(</a:t>
            </a:r>
            <a:r>
              <a:rPr lang="es-ES" sz="1400" b="1">
                <a:solidFill>
                  <a:srgbClr val="009900"/>
                </a:solidFill>
                <a:latin typeface="Arial"/>
                <a:ea typeface="Arial"/>
                <a:cs typeface="Arial"/>
                <a:sym typeface="Arial"/>
              </a:rPr>
              <a:t>"Roberto"</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488" name="Google Shape;1488;p29"/>
          <p:cNvGrpSpPr/>
          <p:nvPr/>
        </p:nvGrpSpPr>
        <p:grpSpPr>
          <a:xfrm>
            <a:off x="5217838" y="1695582"/>
            <a:ext cx="3515066" cy="751982"/>
            <a:chOff x="3958779" y="3483202"/>
            <a:chExt cx="3515066" cy="751982"/>
          </a:xfrm>
        </p:grpSpPr>
        <p:sp>
          <p:nvSpPr>
            <p:cNvPr id="1489" name="Google Shape;1489;p29"/>
            <p:cNvSpPr/>
            <p:nvPr/>
          </p:nvSpPr>
          <p:spPr>
            <a:xfrm>
              <a:off x="3968303" y="3777381"/>
              <a:ext cx="3505542" cy="457803"/>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490" name="Google Shape;1490;p29"/>
            <p:cNvSpPr txBox="1"/>
            <p:nvPr/>
          </p:nvSpPr>
          <p:spPr>
            <a:xfrm>
              <a:off x="3958779" y="3483202"/>
              <a:ext cx="351421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obtener elemento por índice</a:t>
              </a:r>
              <a:endParaRPr/>
            </a:p>
          </p:txBody>
        </p:sp>
      </p:grpSp>
      <p:sp>
        <p:nvSpPr>
          <p:cNvPr id="1491" name="Google Shape;1491;p29"/>
          <p:cNvSpPr txBox="1"/>
          <p:nvPr/>
        </p:nvSpPr>
        <p:spPr>
          <a:xfrm>
            <a:off x="257694" y="1567763"/>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492" name="Google Shape;1492;p29"/>
          <p:cNvSpPr txBox="1"/>
          <p:nvPr/>
        </p:nvSpPr>
        <p:spPr>
          <a:xfrm>
            <a:off x="261864" y="1853972"/>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493" name="Google Shape;1493;p29"/>
          <p:cNvSpPr txBox="1"/>
          <p:nvPr/>
        </p:nvSpPr>
        <p:spPr>
          <a:xfrm>
            <a:off x="260598" y="2140149"/>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sp>
        <p:nvSpPr>
          <p:cNvPr id="1494" name="Google Shape;1494;p29"/>
          <p:cNvSpPr txBox="1"/>
          <p:nvPr/>
        </p:nvSpPr>
        <p:spPr>
          <a:xfrm>
            <a:off x="261864" y="2426358"/>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3</a:t>
            </a:r>
            <a:endParaRPr/>
          </a:p>
        </p:txBody>
      </p:sp>
      <p:sp>
        <p:nvSpPr>
          <p:cNvPr id="1495" name="Google Shape;1495;p29"/>
          <p:cNvSpPr txBox="1"/>
          <p:nvPr/>
        </p:nvSpPr>
        <p:spPr>
          <a:xfrm>
            <a:off x="261864" y="2712567"/>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4</a:t>
            </a:r>
            <a:endParaRPr/>
          </a:p>
        </p:txBody>
      </p:sp>
      <p:sp>
        <p:nvSpPr>
          <p:cNvPr id="1496" name="Google Shape;1496;p29"/>
          <p:cNvSpPr txBox="1"/>
          <p:nvPr/>
        </p:nvSpPr>
        <p:spPr>
          <a:xfrm>
            <a:off x="257694" y="2998776"/>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5</a:t>
            </a:r>
            <a:endParaRPr/>
          </a:p>
        </p:txBody>
      </p:sp>
      <p:sp>
        <p:nvSpPr>
          <p:cNvPr id="1497" name="Google Shape;1497;p29"/>
          <p:cNvSpPr txBox="1"/>
          <p:nvPr/>
        </p:nvSpPr>
        <p:spPr>
          <a:xfrm>
            <a:off x="261864" y="3284982"/>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6</a:t>
            </a:r>
            <a:endParaRPr/>
          </a:p>
        </p:txBody>
      </p:sp>
      <p:cxnSp>
        <p:nvCxnSpPr>
          <p:cNvPr id="1498" name="Google Shape;1498;p29"/>
          <p:cNvCxnSpPr/>
          <p:nvPr/>
        </p:nvCxnSpPr>
        <p:spPr>
          <a:xfrm>
            <a:off x="2675248" y="3094358"/>
            <a:ext cx="2168419" cy="0"/>
          </a:xfrm>
          <a:prstGeom prst="straightConnector1">
            <a:avLst/>
          </a:prstGeom>
          <a:solidFill>
            <a:schemeClr val="accent1"/>
          </a:solidFill>
          <a:ln w="38100" cap="flat" cmpd="sng">
            <a:solidFill>
              <a:srgbClr val="FF0000">
                <a:alpha val="74117"/>
              </a:srgbClr>
            </a:solidFill>
            <a:prstDash val="solid"/>
            <a:round/>
            <a:headEnd type="none" w="sm" len="sm"/>
            <a:tailEnd type="none" w="sm" len="sm"/>
          </a:ln>
        </p:spPr>
      </p:cxnSp>
      <p:grpSp>
        <p:nvGrpSpPr>
          <p:cNvPr id="1499" name="Google Shape;1499;p29"/>
          <p:cNvGrpSpPr/>
          <p:nvPr/>
        </p:nvGrpSpPr>
        <p:grpSpPr>
          <a:xfrm>
            <a:off x="5227586" y="3284984"/>
            <a:ext cx="3505318" cy="1014625"/>
            <a:chOff x="3958779" y="3483202"/>
            <a:chExt cx="3505318" cy="1014625"/>
          </a:xfrm>
        </p:grpSpPr>
        <p:sp>
          <p:nvSpPr>
            <p:cNvPr id="1500" name="Google Shape;1500;p29"/>
            <p:cNvSpPr/>
            <p:nvPr/>
          </p:nvSpPr>
          <p:spPr>
            <a:xfrm>
              <a:off x="3968303" y="3777380"/>
              <a:ext cx="3495794" cy="720447"/>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01" name="Google Shape;1501;p29"/>
            <p:cNvSpPr txBox="1"/>
            <p:nvPr/>
          </p:nvSpPr>
          <p:spPr>
            <a:xfrm>
              <a:off x="3958779" y="3483202"/>
              <a:ext cx="350446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averiguar si existe elementos</a:t>
              </a:r>
              <a:endParaRPr/>
            </a:p>
          </p:txBody>
        </p:sp>
      </p:grpSp>
      <p:sp>
        <p:nvSpPr>
          <p:cNvPr id="1502" name="Google Shape;1502;p29"/>
          <p:cNvSpPr txBox="1"/>
          <p:nvPr/>
        </p:nvSpPr>
        <p:spPr>
          <a:xfrm>
            <a:off x="5292936" y="2072846"/>
            <a:ext cx="252028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get(</a:t>
            </a:r>
            <a:r>
              <a:rPr lang="es-ES" sz="1400" b="1">
                <a:solidFill>
                  <a:srgbClr val="009900"/>
                </a:solidFill>
                <a:latin typeface="Arial"/>
                <a:ea typeface="Arial"/>
                <a:cs typeface="Arial"/>
                <a:sym typeface="Arial"/>
              </a:rPr>
              <a:t> 4</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503" name="Google Shape;1503;p29"/>
          <p:cNvGrpSpPr/>
          <p:nvPr/>
        </p:nvGrpSpPr>
        <p:grpSpPr>
          <a:xfrm>
            <a:off x="6821427" y="2063773"/>
            <a:ext cx="1340710" cy="338554"/>
            <a:chOff x="6821427" y="2531889"/>
            <a:chExt cx="1340710" cy="338554"/>
          </a:xfrm>
        </p:grpSpPr>
        <p:sp>
          <p:nvSpPr>
            <p:cNvPr id="1504" name="Google Shape;1504;p29"/>
            <p:cNvSpPr/>
            <p:nvPr/>
          </p:nvSpPr>
          <p:spPr>
            <a:xfrm>
              <a:off x="6821427" y="2614339"/>
              <a:ext cx="360040" cy="153889"/>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05" name="Google Shape;1505;p29"/>
            <p:cNvSpPr txBox="1"/>
            <p:nvPr/>
          </p:nvSpPr>
          <p:spPr>
            <a:xfrm>
              <a:off x="7185659" y="2531889"/>
              <a:ext cx="97647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F0000"/>
                  </a:solidFill>
                  <a:latin typeface="Arial"/>
                  <a:ea typeface="Arial"/>
                  <a:cs typeface="Arial"/>
                  <a:sym typeface="Arial"/>
                </a:rPr>
                <a:t>"Rocío"</a:t>
              </a:r>
              <a:endParaRPr/>
            </a:p>
          </p:txBody>
        </p:sp>
      </p:grpSp>
      <p:grpSp>
        <p:nvGrpSpPr>
          <p:cNvPr id="1506" name="Google Shape;1506;p29"/>
          <p:cNvGrpSpPr/>
          <p:nvPr/>
        </p:nvGrpSpPr>
        <p:grpSpPr>
          <a:xfrm>
            <a:off x="5220928" y="2500370"/>
            <a:ext cx="3511976" cy="770193"/>
            <a:chOff x="3958779" y="3483202"/>
            <a:chExt cx="3511976" cy="770193"/>
          </a:xfrm>
        </p:grpSpPr>
        <p:sp>
          <p:nvSpPr>
            <p:cNvPr id="1507" name="Google Shape;1507;p29"/>
            <p:cNvSpPr/>
            <p:nvPr/>
          </p:nvSpPr>
          <p:spPr>
            <a:xfrm>
              <a:off x="3968303" y="3777381"/>
              <a:ext cx="3502452" cy="476014"/>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08" name="Google Shape;1508;p29"/>
            <p:cNvSpPr txBox="1"/>
            <p:nvPr/>
          </p:nvSpPr>
          <p:spPr>
            <a:xfrm>
              <a:off x="3958779" y="3483202"/>
              <a:ext cx="351197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buscar elemento</a:t>
              </a:r>
              <a:endParaRPr/>
            </a:p>
          </p:txBody>
        </p:sp>
      </p:grpSp>
      <p:sp>
        <p:nvSpPr>
          <p:cNvPr id="1509" name="Google Shape;1509;p29"/>
          <p:cNvSpPr txBox="1"/>
          <p:nvPr/>
        </p:nvSpPr>
        <p:spPr>
          <a:xfrm>
            <a:off x="5296025" y="2877634"/>
            <a:ext cx="298330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indexOf( </a:t>
            </a:r>
            <a:r>
              <a:rPr lang="es-ES" sz="1400" b="1">
                <a:solidFill>
                  <a:srgbClr val="009900"/>
                </a:solidFill>
                <a:latin typeface="Arial"/>
                <a:ea typeface="Arial"/>
                <a:cs typeface="Arial"/>
                <a:sym typeface="Arial"/>
              </a:rPr>
              <a:t>"Rocío"</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510" name="Google Shape;1510;p29"/>
          <p:cNvGrpSpPr/>
          <p:nvPr/>
        </p:nvGrpSpPr>
        <p:grpSpPr>
          <a:xfrm>
            <a:off x="7722982" y="2868561"/>
            <a:ext cx="665442" cy="338554"/>
            <a:chOff x="7722982" y="3480693"/>
            <a:chExt cx="665442" cy="338554"/>
          </a:xfrm>
        </p:grpSpPr>
        <p:sp>
          <p:nvSpPr>
            <p:cNvPr id="1511" name="Google Shape;1511;p29"/>
            <p:cNvSpPr/>
            <p:nvPr/>
          </p:nvSpPr>
          <p:spPr>
            <a:xfrm>
              <a:off x="7722982" y="3563143"/>
              <a:ext cx="360040" cy="153889"/>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12" name="Google Shape;1512;p29"/>
            <p:cNvSpPr txBox="1"/>
            <p:nvPr/>
          </p:nvSpPr>
          <p:spPr>
            <a:xfrm>
              <a:off x="8036413" y="3480693"/>
              <a:ext cx="35201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A0AFE"/>
                  </a:solidFill>
                  <a:latin typeface="Arial"/>
                  <a:ea typeface="Arial"/>
                  <a:cs typeface="Arial"/>
                  <a:sym typeface="Arial"/>
                </a:rPr>
                <a:t>4</a:t>
              </a:r>
              <a:endParaRPr/>
            </a:p>
          </p:txBody>
        </p:sp>
      </p:grpSp>
      <p:sp>
        <p:nvSpPr>
          <p:cNvPr id="1513" name="Google Shape;1513;p29"/>
          <p:cNvSpPr txBox="1"/>
          <p:nvPr/>
        </p:nvSpPr>
        <p:spPr>
          <a:xfrm>
            <a:off x="5343449" y="3660736"/>
            <a:ext cx="2983305" cy="2797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contains( </a:t>
            </a:r>
            <a:r>
              <a:rPr lang="es-ES" sz="1400" b="1">
                <a:solidFill>
                  <a:srgbClr val="009900"/>
                </a:solidFill>
                <a:latin typeface="Arial"/>
                <a:ea typeface="Arial"/>
                <a:cs typeface="Arial"/>
                <a:sym typeface="Arial"/>
              </a:rPr>
              <a:t>"Rocío"</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514" name="Google Shape;1514;p29"/>
          <p:cNvGrpSpPr/>
          <p:nvPr/>
        </p:nvGrpSpPr>
        <p:grpSpPr>
          <a:xfrm>
            <a:off x="7834385" y="3653062"/>
            <a:ext cx="898519" cy="307776"/>
            <a:chOff x="7834385" y="4509120"/>
            <a:chExt cx="898519" cy="338554"/>
          </a:xfrm>
        </p:grpSpPr>
        <p:sp>
          <p:nvSpPr>
            <p:cNvPr id="1515" name="Google Shape;1515;p29"/>
            <p:cNvSpPr/>
            <p:nvPr/>
          </p:nvSpPr>
          <p:spPr>
            <a:xfrm>
              <a:off x="7834385" y="4591570"/>
              <a:ext cx="266007" cy="153889"/>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16" name="Google Shape;1516;p29"/>
            <p:cNvSpPr txBox="1"/>
            <p:nvPr/>
          </p:nvSpPr>
          <p:spPr>
            <a:xfrm>
              <a:off x="8038085" y="4509120"/>
              <a:ext cx="69481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A0AFE"/>
                  </a:solidFill>
                  <a:latin typeface="Arial"/>
                  <a:ea typeface="Arial"/>
                  <a:cs typeface="Arial"/>
                  <a:sym typeface="Arial"/>
                </a:rPr>
                <a:t>true</a:t>
              </a:r>
              <a:endParaRPr/>
            </a:p>
          </p:txBody>
        </p:sp>
      </p:grpSp>
      <p:sp>
        <p:nvSpPr>
          <p:cNvPr id="1517" name="Google Shape;1517;p29"/>
          <p:cNvSpPr txBox="1"/>
          <p:nvPr/>
        </p:nvSpPr>
        <p:spPr>
          <a:xfrm>
            <a:off x="5342880" y="3898246"/>
            <a:ext cx="2983305" cy="2797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contains( </a:t>
            </a:r>
            <a:r>
              <a:rPr lang="es-ES" sz="1400" b="1">
                <a:solidFill>
                  <a:srgbClr val="009900"/>
                </a:solidFill>
                <a:latin typeface="Arial"/>
                <a:ea typeface="Arial"/>
                <a:cs typeface="Arial"/>
                <a:sym typeface="Arial"/>
              </a:rPr>
              <a:t>"Miriam"</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518" name="Google Shape;1518;p29"/>
          <p:cNvGrpSpPr/>
          <p:nvPr/>
        </p:nvGrpSpPr>
        <p:grpSpPr>
          <a:xfrm>
            <a:off x="7884616" y="3890572"/>
            <a:ext cx="898519" cy="307776"/>
            <a:chOff x="7884616" y="4746630"/>
            <a:chExt cx="898519" cy="338554"/>
          </a:xfrm>
        </p:grpSpPr>
        <p:sp>
          <p:nvSpPr>
            <p:cNvPr id="1519" name="Google Shape;1519;p29"/>
            <p:cNvSpPr/>
            <p:nvPr/>
          </p:nvSpPr>
          <p:spPr>
            <a:xfrm>
              <a:off x="7884616" y="4829080"/>
              <a:ext cx="266007" cy="153889"/>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20" name="Google Shape;1520;p29"/>
            <p:cNvSpPr txBox="1"/>
            <p:nvPr/>
          </p:nvSpPr>
          <p:spPr>
            <a:xfrm>
              <a:off x="8088316" y="4746630"/>
              <a:ext cx="69481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A0AFE"/>
                  </a:solidFill>
                  <a:latin typeface="Arial"/>
                  <a:ea typeface="Arial"/>
                  <a:cs typeface="Arial"/>
                  <a:sym typeface="Arial"/>
                </a:rPr>
                <a:t>false</a:t>
              </a:r>
              <a:endParaRPr/>
            </a:p>
          </p:txBody>
        </p:sp>
      </p:grpSp>
      <p:grpSp>
        <p:nvGrpSpPr>
          <p:cNvPr id="1521" name="Google Shape;1521;p29"/>
          <p:cNvGrpSpPr/>
          <p:nvPr/>
        </p:nvGrpSpPr>
        <p:grpSpPr>
          <a:xfrm>
            <a:off x="4860032" y="4444586"/>
            <a:ext cx="3872016" cy="853307"/>
            <a:chOff x="3958779" y="3483202"/>
            <a:chExt cx="3872016" cy="853307"/>
          </a:xfrm>
        </p:grpSpPr>
        <p:sp>
          <p:nvSpPr>
            <p:cNvPr id="1522" name="Google Shape;1522;p29"/>
            <p:cNvSpPr/>
            <p:nvPr/>
          </p:nvSpPr>
          <p:spPr>
            <a:xfrm>
              <a:off x="4318819" y="3777381"/>
              <a:ext cx="3511976" cy="55912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23" name="Google Shape;1523;p29"/>
            <p:cNvSpPr txBox="1"/>
            <p:nvPr/>
          </p:nvSpPr>
          <p:spPr>
            <a:xfrm>
              <a:off x="3958779" y="3483202"/>
              <a:ext cx="346739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obtener tamaño</a:t>
              </a:r>
              <a:endParaRPr/>
            </a:p>
          </p:txBody>
        </p:sp>
      </p:grpSp>
      <p:sp>
        <p:nvSpPr>
          <p:cNvPr id="1524" name="Google Shape;1524;p29"/>
          <p:cNvSpPr txBox="1"/>
          <p:nvPr/>
        </p:nvSpPr>
        <p:spPr>
          <a:xfrm>
            <a:off x="5364088" y="4865392"/>
            <a:ext cx="15399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size(</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525" name="Google Shape;1525;p29"/>
          <p:cNvGrpSpPr/>
          <p:nvPr/>
        </p:nvGrpSpPr>
        <p:grpSpPr>
          <a:xfrm>
            <a:off x="6804996" y="4856319"/>
            <a:ext cx="716242" cy="338554"/>
            <a:chOff x="6736078" y="5761830"/>
            <a:chExt cx="716242" cy="338554"/>
          </a:xfrm>
        </p:grpSpPr>
        <p:sp>
          <p:nvSpPr>
            <p:cNvPr id="1526" name="Google Shape;1526;p29"/>
            <p:cNvSpPr/>
            <p:nvPr/>
          </p:nvSpPr>
          <p:spPr>
            <a:xfrm>
              <a:off x="6736078" y="5844280"/>
              <a:ext cx="360040" cy="153889"/>
            </a:xfrm>
            <a:prstGeom prst="right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27" name="Google Shape;1527;p29"/>
            <p:cNvSpPr txBox="1"/>
            <p:nvPr/>
          </p:nvSpPr>
          <p:spPr>
            <a:xfrm>
              <a:off x="7100309" y="5761830"/>
              <a:ext cx="35201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0A0AFE"/>
                  </a:solidFill>
                  <a:latin typeface="Arial"/>
                  <a:ea typeface="Arial"/>
                  <a:cs typeface="Arial"/>
                  <a:sym typeface="Arial"/>
                </a:rPr>
                <a:t>7</a:t>
              </a:r>
              <a:endParaRPr/>
            </a:p>
          </p:txBody>
        </p:sp>
      </p:grpSp>
      <p:grpSp>
        <p:nvGrpSpPr>
          <p:cNvPr id="1528" name="Google Shape;1528;p29"/>
          <p:cNvGrpSpPr/>
          <p:nvPr/>
        </p:nvGrpSpPr>
        <p:grpSpPr>
          <a:xfrm>
            <a:off x="2555776" y="4113012"/>
            <a:ext cx="2519424" cy="1179354"/>
            <a:chOff x="4644865" y="3483202"/>
            <a:chExt cx="2519424" cy="1179354"/>
          </a:xfrm>
        </p:grpSpPr>
        <p:sp>
          <p:nvSpPr>
            <p:cNvPr id="1529" name="Google Shape;1529;p29"/>
            <p:cNvSpPr/>
            <p:nvPr/>
          </p:nvSpPr>
          <p:spPr>
            <a:xfrm>
              <a:off x="4644865" y="3777380"/>
              <a:ext cx="2519424" cy="885176"/>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30" name="Google Shape;1530;p29"/>
            <p:cNvSpPr txBox="1"/>
            <p:nvPr/>
          </p:nvSpPr>
          <p:spPr>
            <a:xfrm>
              <a:off x="4644865" y="3483202"/>
              <a:ext cx="251942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eliminar elementos</a:t>
              </a:r>
              <a:endParaRPr/>
            </a:p>
          </p:txBody>
        </p:sp>
      </p:grpSp>
      <p:sp>
        <p:nvSpPr>
          <p:cNvPr id="1531" name="Google Shape;1531;p29"/>
          <p:cNvSpPr txBox="1"/>
          <p:nvPr/>
        </p:nvSpPr>
        <p:spPr>
          <a:xfrm>
            <a:off x="2622704" y="4444024"/>
            <a:ext cx="259651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remove ( </a:t>
            </a:r>
            <a:r>
              <a:rPr lang="es-ES" sz="1400" b="1">
                <a:solidFill>
                  <a:srgbClr val="009900"/>
                </a:solidFill>
                <a:latin typeface="Arial"/>
                <a:ea typeface="Arial"/>
                <a:cs typeface="Arial"/>
                <a:sym typeface="Arial"/>
              </a:rPr>
              <a:t>"Teresa"</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1532" name="Google Shape;1532;p29"/>
          <p:cNvSpPr txBox="1"/>
          <p:nvPr/>
        </p:nvSpPr>
        <p:spPr>
          <a:xfrm>
            <a:off x="2622135" y="4668148"/>
            <a:ext cx="259708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remove( </a:t>
            </a:r>
            <a:r>
              <a:rPr lang="es-ES" sz="1400" b="1">
                <a:solidFill>
                  <a:srgbClr val="009900"/>
                </a:solidFill>
                <a:latin typeface="Arial"/>
                <a:ea typeface="Arial"/>
                <a:cs typeface="Arial"/>
                <a:sym typeface="Arial"/>
              </a:rPr>
              <a:t>5</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1533" name="Google Shape;1533;p29"/>
          <p:cNvSpPr txBox="1"/>
          <p:nvPr/>
        </p:nvSpPr>
        <p:spPr>
          <a:xfrm>
            <a:off x="2626928" y="4893271"/>
            <a:ext cx="259708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000000"/>
                </a:solidFill>
                <a:latin typeface="Arial"/>
                <a:ea typeface="Arial"/>
                <a:cs typeface="Arial"/>
                <a:sym typeface="Arial"/>
              </a:rPr>
              <a:t>amigos.</a:t>
            </a:r>
            <a:r>
              <a:rPr lang="es-ES" sz="1400" b="1">
                <a:solidFill>
                  <a:srgbClr val="FF0000"/>
                </a:solidFill>
                <a:latin typeface="Arial"/>
                <a:ea typeface="Arial"/>
                <a:cs typeface="Arial"/>
                <a:sym typeface="Arial"/>
              </a:rPr>
              <a:t>clear(</a:t>
            </a:r>
            <a:r>
              <a:rPr lang="es-ES" sz="1400" b="1">
                <a:solidFill>
                  <a:srgbClr val="0A0AFE"/>
                </a:solidFill>
                <a:latin typeface="Arial"/>
                <a:ea typeface="Arial"/>
                <a:cs typeface="Arial"/>
                <a:sym typeface="Arial"/>
              </a:rPr>
              <a:t> </a:t>
            </a:r>
            <a:r>
              <a:rPr lang="es-ES" sz="1400" b="1">
                <a:solidFill>
                  <a:srgbClr val="FF0000"/>
                </a:solidFill>
                <a:latin typeface="Arial"/>
                <a:ea typeface="Arial"/>
                <a:cs typeface="Arial"/>
                <a:sym typeface="Arial"/>
              </a:rPr>
              <a:t>)</a:t>
            </a:r>
            <a:r>
              <a:rPr lang="es-ES" sz="1400" b="1">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1534" name="Google Shape;1534;p29"/>
          <p:cNvGrpSpPr/>
          <p:nvPr/>
        </p:nvGrpSpPr>
        <p:grpSpPr>
          <a:xfrm>
            <a:off x="698985" y="5346446"/>
            <a:ext cx="4304064" cy="1072084"/>
            <a:chOff x="4588416" y="5517232"/>
            <a:chExt cx="4304064" cy="1072084"/>
          </a:xfrm>
        </p:grpSpPr>
        <p:sp>
          <p:nvSpPr>
            <p:cNvPr id="1535" name="Google Shape;1535;p29"/>
            <p:cNvSpPr/>
            <p:nvPr/>
          </p:nvSpPr>
          <p:spPr>
            <a:xfrm>
              <a:off x="4588416" y="5811185"/>
              <a:ext cx="4304064" cy="77813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36" name="Google Shape;1536;p29"/>
            <p:cNvSpPr txBox="1"/>
            <p:nvPr/>
          </p:nvSpPr>
          <p:spPr>
            <a:xfrm>
              <a:off x="4588416" y="5517232"/>
              <a:ext cx="430406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recorrer con for común</a:t>
              </a:r>
              <a:endParaRPr/>
            </a:p>
          </p:txBody>
        </p:sp>
      </p:grpSp>
      <p:sp>
        <p:nvSpPr>
          <p:cNvPr id="1537" name="Google Shape;1537;p29"/>
          <p:cNvSpPr txBox="1"/>
          <p:nvPr/>
        </p:nvSpPr>
        <p:spPr>
          <a:xfrm>
            <a:off x="944172" y="5714028"/>
            <a:ext cx="413188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for(int </a:t>
            </a:r>
            <a:r>
              <a:rPr lang="es-ES" sz="1600" b="1">
                <a:solidFill>
                  <a:srgbClr val="009900"/>
                </a:solidFill>
                <a:latin typeface="Arial"/>
                <a:ea typeface="Arial"/>
                <a:cs typeface="Arial"/>
                <a:sym typeface="Arial"/>
              </a:rPr>
              <a:t>i</a:t>
            </a:r>
            <a:r>
              <a:rPr lang="es-ES" sz="1600">
                <a:solidFill>
                  <a:schemeClr val="dk1"/>
                </a:solidFill>
                <a:latin typeface="Arial"/>
                <a:ea typeface="Arial"/>
                <a:cs typeface="Arial"/>
                <a:sym typeface="Arial"/>
              </a:rPr>
              <a:t>= 0; </a:t>
            </a:r>
            <a:r>
              <a:rPr lang="es-ES" sz="1600" b="1">
                <a:solidFill>
                  <a:srgbClr val="009900"/>
                </a:solidFill>
                <a:latin typeface="Arial"/>
                <a:ea typeface="Arial"/>
                <a:cs typeface="Arial"/>
                <a:sym typeface="Arial"/>
              </a:rPr>
              <a:t>i</a:t>
            </a:r>
            <a:r>
              <a:rPr lang="es-ES" sz="1600">
                <a:solidFill>
                  <a:schemeClr val="dk1"/>
                </a:solidFill>
                <a:latin typeface="Arial"/>
                <a:ea typeface="Arial"/>
                <a:cs typeface="Arial"/>
                <a:sym typeface="Arial"/>
              </a:rPr>
              <a:t> &lt; </a:t>
            </a:r>
            <a:r>
              <a:rPr lang="es-ES" sz="1600" b="1">
                <a:solidFill>
                  <a:srgbClr val="000000"/>
                </a:solidFill>
                <a:latin typeface="Arial"/>
                <a:ea typeface="Arial"/>
                <a:cs typeface="Arial"/>
                <a:sym typeface="Arial"/>
              </a:rPr>
              <a:t>amigos.</a:t>
            </a:r>
            <a:r>
              <a:rPr lang="es-ES" sz="1600" b="1">
                <a:solidFill>
                  <a:srgbClr val="FF0000"/>
                </a:solidFill>
                <a:latin typeface="Arial"/>
                <a:ea typeface="Arial"/>
                <a:cs typeface="Arial"/>
                <a:sym typeface="Arial"/>
              </a:rPr>
              <a:t>size(</a:t>
            </a:r>
            <a:r>
              <a:rPr lang="es-ES" sz="1600" b="1">
                <a:solidFill>
                  <a:srgbClr val="0A0AFE"/>
                </a:solidFill>
                <a:latin typeface="Arial"/>
                <a:ea typeface="Arial"/>
                <a:cs typeface="Arial"/>
                <a:sym typeface="Arial"/>
              </a:rPr>
              <a:t> </a:t>
            </a:r>
            <a:r>
              <a:rPr lang="es-ES" sz="1600" b="1">
                <a:solidFill>
                  <a:srgbClr val="FF0000"/>
                </a:solidFill>
                <a:latin typeface="Arial"/>
                <a:ea typeface="Arial"/>
                <a:cs typeface="Arial"/>
                <a:sym typeface="Arial"/>
              </a:rPr>
              <a:t>)</a:t>
            </a:r>
            <a:r>
              <a:rPr lang="es-ES" sz="1600">
                <a:solidFill>
                  <a:srgbClr val="00B050"/>
                </a:solidFill>
                <a:latin typeface="Arial"/>
                <a:ea typeface="Arial"/>
                <a:cs typeface="Arial"/>
                <a:sym typeface="Arial"/>
              </a:rPr>
              <a:t> </a:t>
            </a:r>
            <a:r>
              <a:rPr lang="es-ES" sz="1600">
                <a:solidFill>
                  <a:schemeClr val="dk1"/>
                </a:solidFill>
                <a:latin typeface="Arial"/>
                <a:ea typeface="Arial"/>
                <a:cs typeface="Arial"/>
                <a:sym typeface="Arial"/>
              </a:rPr>
              <a:t>;</a:t>
            </a:r>
            <a:r>
              <a:rPr lang="es-ES" sz="1600" b="1">
                <a:solidFill>
                  <a:srgbClr val="E8890A"/>
                </a:solidFill>
                <a:latin typeface="Arial"/>
                <a:ea typeface="Arial"/>
                <a:cs typeface="Arial"/>
                <a:sym typeface="Arial"/>
              </a:rPr>
              <a:t> </a:t>
            </a:r>
            <a:r>
              <a:rPr lang="es-ES" sz="1600" b="1">
                <a:solidFill>
                  <a:srgbClr val="009900"/>
                </a:solidFill>
                <a:latin typeface="Arial"/>
                <a:ea typeface="Arial"/>
                <a:cs typeface="Arial"/>
                <a:sym typeface="Arial"/>
              </a:rPr>
              <a:t>i</a:t>
            </a:r>
            <a:r>
              <a:rPr lang="es-ES" sz="1600">
                <a:solidFill>
                  <a:schemeClr val="dk1"/>
                </a:solidFill>
                <a:latin typeface="Arial"/>
                <a:ea typeface="Arial"/>
                <a:cs typeface="Arial"/>
                <a:sym typeface="Arial"/>
              </a:rPr>
              <a:t>++)</a:t>
            </a:r>
            <a:endParaRPr/>
          </a:p>
        </p:txBody>
      </p:sp>
      <p:sp>
        <p:nvSpPr>
          <p:cNvPr id="1538" name="Google Shape;1538;p29"/>
          <p:cNvSpPr txBox="1"/>
          <p:nvPr/>
        </p:nvSpPr>
        <p:spPr>
          <a:xfrm>
            <a:off x="1303189" y="6007968"/>
            <a:ext cx="377286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System.out.</a:t>
            </a:r>
            <a:r>
              <a:rPr lang="es-ES" sz="1600">
                <a:solidFill>
                  <a:srgbClr val="FF0000"/>
                </a:solidFill>
                <a:latin typeface="Arial"/>
                <a:ea typeface="Arial"/>
                <a:cs typeface="Arial"/>
                <a:sym typeface="Arial"/>
              </a:rPr>
              <a:t>println(</a:t>
            </a:r>
            <a:r>
              <a:rPr lang="es-ES" sz="1600" b="1">
                <a:solidFill>
                  <a:srgbClr val="000000"/>
                </a:solidFill>
                <a:latin typeface="Arial"/>
                <a:ea typeface="Arial"/>
                <a:cs typeface="Arial"/>
                <a:sym typeface="Arial"/>
              </a:rPr>
              <a:t>amigos.</a:t>
            </a:r>
            <a:r>
              <a:rPr lang="es-ES" sz="1600" b="1">
                <a:solidFill>
                  <a:srgbClr val="FF0000"/>
                </a:solidFill>
                <a:latin typeface="Arial"/>
                <a:ea typeface="Arial"/>
                <a:cs typeface="Arial"/>
                <a:sym typeface="Arial"/>
              </a:rPr>
              <a:t>get(</a:t>
            </a:r>
            <a:r>
              <a:rPr lang="es-ES" sz="1600" b="1">
                <a:solidFill>
                  <a:srgbClr val="009900"/>
                </a:solidFill>
                <a:latin typeface="Arial"/>
                <a:ea typeface="Arial"/>
                <a:cs typeface="Arial"/>
                <a:sym typeface="Arial"/>
              </a:rPr>
              <a:t> i</a:t>
            </a:r>
            <a:r>
              <a:rPr lang="es-ES" sz="1600" b="1">
                <a:solidFill>
                  <a:srgbClr val="0A0AFE"/>
                </a:solidFill>
                <a:latin typeface="Arial"/>
                <a:ea typeface="Arial"/>
                <a:cs typeface="Arial"/>
                <a:sym typeface="Arial"/>
              </a:rPr>
              <a:t> </a:t>
            </a:r>
            <a:r>
              <a:rPr lang="es-ES" sz="1600" b="1">
                <a:solidFill>
                  <a:srgbClr val="FF0000"/>
                </a:solidFill>
                <a:latin typeface="Arial"/>
                <a:ea typeface="Arial"/>
                <a:cs typeface="Arial"/>
                <a:sym typeface="Arial"/>
              </a:rPr>
              <a:t>)</a:t>
            </a:r>
            <a:r>
              <a:rPr lang="es-ES" sz="1600">
                <a:solidFill>
                  <a:schemeClr val="accent1"/>
                </a:solidFill>
                <a:latin typeface="Arial"/>
                <a:ea typeface="Arial"/>
                <a:cs typeface="Arial"/>
                <a:sym typeface="Arial"/>
              </a:rPr>
              <a:t> </a:t>
            </a:r>
            <a:r>
              <a:rPr lang="es-ES" sz="1600">
                <a:solidFill>
                  <a:srgbClr val="FF0000"/>
                </a:solidFill>
                <a:latin typeface="Arial"/>
                <a:ea typeface="Arial"/>
                <a:cs typeface="Arial"/>
                <a:sym typeface="Arial"/>
              </a:rPr>
              <a:t>);</a:t>
            </a:r>
            <a:endParaRPr/>
          </a:p>
        </p:txBody>
      </p:sp>
      <p:grpSp>
        <p:nvGrpSpPr>
          <p:cNvPr id="1539" name="Google Shape;1539;p29"/>
          <p:cNvGrpSpPr/>
          <p:nvPr/>
        </p:nvGrpSpPr>
        <p:grpSpPr>
          <a:xfrm>
            <a:off x="5207683" y="5352224"/>
            <a:ext cx="3530774" cy="1072084"/>
            <a:chOff x="4993445" y="5517232"/>
            <a:chExt cx="3530774" cy="1072084"/>
          </a:xfrm>
        </p:grpSpPr>
        <p:sp>
          <p:nvSpPr>
            <p:cNvPr id="1540" name="Google Shape;1540;p29"/>
            <p:cNvSpPr/>
            <p:nvPr/>
          </p:nvSpPr>
          <p:spPr>
            <a:xfrm>
              <a:off x="5013124" y="5811185"/>
              <a:ext cx="3507069" cy="778131"/>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41" name="Google Shape;1541;p29"/>
            <p:cNvSpPr txBox="1"/>
            <p:nvPr/>
          </p:nvSpPr>
          <p:spPr>
            <a:xfrm>
              <a:off x="4993445" y="5517232"/>
              <a:ext cx="353077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recorrer con for mejorado</a:t>
              </a:r>
              <a:endParaRPr/>
            </a:p>
          </p:txBody>
        </p:sp>
      </p:grpSp>
      <p:sp>
        <p:nvSpPr>
          <p:cNvPr id="1542" name="Google Shape;1542;p29"/>
          <p:cNvSpPr txBox="1"/>
          <p:nvPr/>
        </p:nvSpPr>
        <p:spPr>
          <a:xfrm>
            <a:off x="5364088" y="5744456"/>
            <a:ext cx="367240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for( String </a:t>
            </a:r>
            <a:r>
              <a:rPr lang="es-ES" sz="1600" b="1">
                <a:solidFill>
                  <a:srgbClr val="00B050"/>
                </a:solidFill>
                <a:latin typeface="Arial"/>
                <a:ea typeface="Arial"/>
                <a:cs typeface="Arial"/>
                <a:sym typeface="Arial"/>
              </a:rPr>
              <a:t>amigo</a:t>
            </a:r>
            <a:r>
              <a:rPr lang="es-ES" sz="1600" b="1">
                <a:solidFill>
                  <a:schemeClr val="dk1"/>
                </a:solidFill>
                <a:latin typeface="Arial"/>
                <a:ea typeface="Arial"/>
                <a:cs typeface="Arial"/>
                <a:sym typeface="Arial"/>
              </a:rPr>
              <a:t> :</a:t>
            </a:r>
            <a:r>
              <a:rPr lang="es-ES" sz="1600" b="1">
                <a:solidFill>
                  <a:srgbClr val="E8890A"/>
                </a:solidFill>
                <a:latin typeface="Arial"/>
                <a:ea typeface="Arial"/>
                <a:cs typeface="Arial"/>
                <a:sym typeface="Arial"/>
              </a:rPr>
              <a:t> </a:t>
            </a:r>
            <a:r>
              <a:rPr lang="es-ES" sz="1600" b="1">
                <a:solidFill>
                  <a:srgbClr val="000000"/>
                </a:solidFill>
                <a:latin typeface="Arial"/>
                <a:ea typeface="Arial"/>
                <a:cs typeface="Arial"/>
                <a:sym typeface="Arial"/>
              </a:rPr>
              <a:t>amigos </a:t>
            </a:r>
            <a:r>
              <a:rPr lang="es-ES" sz="1600">
                <a:solidFill>
                  <a:schemeClr val="dk1"/>
                </a:solidFill>
                <a:latin typeface="Arial"/>
                <a:ea typeface="Arial"/>
                <a:cs typeface="Arial"/>
                <a:sym typeface="Arial"/>
              </a:rPr>
              <a:t>)</a:t>
            </a:r>
            <a:endParaRPr sz="1600">
              <a:solidFill>
                <a:srgbClr val="FF0000"/>
              </a:solidFill>
              <a:latin typeface="Arial"/>
              <a:ea typeface="Arial"/>
              <a:cs typeface="Arial"/>
              <a:sym typeface="Arial"/>
            </a:endParaRPr>
          </a:p>
        </p:txBody>
      </p:sp>
      <p:sp>
        <p:nvSpPr>
          <p:cNvPr id="1543" name="Google Shape;1543;p29"/>
          <p:cNvSpPr txBox="1"/>
          <p:nvPr/>
        </p:nvSpPr>
        <p:spPr>
          <a:xfrm>
            <a:off x="5767685" y="6031679"/>
            <a:ext cx="298077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Arial"/>
                <a:ea typeface="Arial"/>
                <a:cs typeface="Arial"/>
                <a:sym typeface="Arial"/>
              </a:rPr>
              <a:t>System.out.</a:t>
            </a:r>
            <a:r>
              <a:rPr lang="es-ES" sz="1600">
                <a:solidFill>
                  <a:srgbClr val="FF0000"/>
                </a:solidFill>
                <a:latin typeface="Arial"/>
                <a:ea typeface="Arial"/>
                <a:cs typeface="Arial"/>
                <a:sym typeface="Arial"/>
              </a:rPr>
              <a:t>println( </a:t>
            </a:r>
            <a:r>
              <a:rPr lang="es-ES" sz="1600" b="1">
                <a:solidFill>
                  <a:srgbClr val="00B050"/>
                </a:solidFill>
                <a:latin typeface="Arial"/>
                <a:ea typeface="Arial"/>
                <a:cs typeface="Arial"/>
                <a:sym typeface="Arial"/>
              </a:rPr>
              <a:t>amigo</a:t>
            </a:r>
            <a:r>
              <a:rPr lang="es-ES" sz="1600">
                <a:solidFill>
                  <a:schemeClr val="accent1"/>
                </a:solidFill>
                <a:latin typeface="Arial"/>
                <a:ea typeface="Arial"/>
                <a:cs typeface="Arial"/>
                <a:sym typeface="Arial"/>
              </a:rPr>
              <a:t> </a:t>
            </a:r>
            <a:r>
              <a:rPr lang="es-ES" sz="1600">
                <a:solidFill>
                  <a:srgbClr val="FF0000"/>
                </a:solidFill>
                <a:latin typeface="Arial"/>
                <a:ea typeface="Arial"/>
                <a:cs typeface="Arial"/>
                <a:sym typeface="Arial"/>
              </a:rPr>
              <a:t>);</a:t>
            </a:r>
            <a:endParaRPr/>
          </a:p>
        </p:txBody>
      </p:sp>
      <p:grpSp>
        <p:nvGrpSpPr>
          <p:cNvPr id="1545" name="Google Shape;1545;p29"/>
          <p:cNvGrpSpPr/>
          <p:nvPr/>
        </p:nvGrpSpPr>
        <p:grpSpPr>
          <a:xfrm>
            <a:off x="201706" y="4447901"/>
            <a:ext cx="2210056" cy="853307"/>
            <a:chOff x="4197692" y="3483202"/>
            <a:chExt cx="2210056" cy="853307"/>
          </a:xfrm>
        </p:grpSpPr>
        <p:sp>
          <p:nvSpPr>
            <p:cNvPr id="1546" name="Google Shape;1546;p29"/>
            <p:cNvSpPr/>
            <p:nvPr/>
          </p:nvSpPr>
          <p:spPr>
            <a:xfrm>
              <a:off x="4197692" y="3777381"/>
              <a:ext cx="2210055" cy="559128"/>
            </a:xfrm>
            <a:prstGeom prst="rect">
              <a:avLst/>
            </a:prstGeom>
            <a:solidFill>
              <a:schemeClr val="accent3"/>
            </a:solidFill>
            <a:ln w="25400" cap="flat" cmpd="sng">
              <a:solidFill>
                <a:srgbClr val="BABA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47" name="Google Shape;1547;p29"/>
            <p:cNvSpPr txBox="1"/>
            <p:nvPr/>
          </p:nvSpPr>
          <p:spPr>
            <a:xfrm>
              <a:off x="4253680" y="3483202"/>
              <a:ext cx="215406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FB8605"/>
                  </a:solidFill>
                  <a:latin typeface="Arial"/>
                  <a:ea typeface="Arial"/>
                  <a:cs typeface="Arial"/>
                  <a:sym typeface="Arial"/>
                </a:rPr>
                <a:t>ordenar</a:t>
              </a:r>
              <a:endParaRPr/>
            </a:p>
          </p:txBody>
        </p:sp>
      </p:grpSp>
      <p:sp>
        <p:nvSpPr>
          <p:cNvPr id="1548" name="Google Shape;1548;p29"/>
          <p:cNvSpPr txBox="1"/>
          <p:nvPr/>
        </p:nvSpPr>
        <p:spPr>
          <a:xfrm>
            <a:off x="228600" y="4868449"/>
            <a:ext cx="221876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Arial"/>
                <a:ea typeface="Arial"/>
                <a:cs typeface="Arial"/>
                <a:sym typeface="Arial"/>
              </a:rPr>
              <a:t>Collections.</a:t>
            </a:r>
            <a:r>
              <a:rPr lang="es-ES" sz="1400">
                <a:solidFill>
                  <a:srgbClr val="FF0000"/>
                </a:solidFill>
                <a:latin typeface="Arial"/>
                <a:ea typeface="Arial"/>
                <a:cs typeface="Arial"/>
                <a:sym typeface="Arial"/>
              </a:rPr>
              <a:t>sort(</a:t>
            </a:r>
            <a:r>
              <a:rPr lang="es-ES" sz="1400" b="1">
                <a:solidFill>
                  <a:srgbClr val="000000"/>
                </a:solidFill>
                <a:latin typeface="Arial"/>
                <a:ea typeface="Arial"/>
                <a:cs typeface="Arial"/>
                <a:sym typeface="Arial"/>
              </a:rPr>
              <a:t>amigos</a:t>
            </a:r>
            <a:r>
              <a:rPr lang="es-ES" sz="1400">
                <a:solidFill>
                  <a:srgbClr val="FF0000"/>
                </a:solidFill>
                <a:latin typeface="Arial"/>
                <a:ea typeface="Arial"/>
                <a:cs typeface="Arial"/>
                <a:sym typeface="Arial"/>
              </a:rPr>
              <a:t>);</a:t>
            </a:r>
            <a:endParaRPr/>
          </a:p>
        </p:txBody>
      </p:sp>
      <p:grpSp>
        <p:nvGrpSpPr>
          <p:cNvPr id="1549" name="Google Shape;1549;p29"/>
          <p:cNvGrpSpPr/>
          <p:nvPr/>
        </p:nvGrpSpPr>
        <p:grpSpPr>
          <a:xfrm>
            <a:off x="257694" y="1567763"/>
            <a:ext cx="1579239" cy="1778029"/>
            <a:chOff x="257694" y="1567763"/>
            <a:chExt cx="1579239" cy="1778029"/>
          </a:xfrm>
        </p:grpSpPr>
        <p:grpSp>
          <p:nvGrpSpPr>
            <p:cNvPr id="1550" name="Google Shape;1550;p29"/>
            <p:cNvGrpSpPr/>
            <p:nvPr/>
          </p:nvGrpSpPr>
          <p:grpSpPr>
            <a:xfrm>
              <a:off x="810254" y="1567763"/>
              <a:ext cx="1026679" cy="1778029"/>
              <a:chOff x="810254" y="1567763"/>
              <a:chExt cx="1026679" cy="1778029"/>
            </a:xfrm>
          </p:grpSpPr>
          <p:grpSp>
            <p:nvGrpSpPr>
              <p:cNvPr id="1551" name="Google Shape;1551;p29"/>
              <p:cNvGrpSpPr/>
              <p:nvPr/>
            </p:nvGrpSpPr>
            <p:grpSpPr>
              <a:xfrm>
                <a:off x="810254" y="1567763"/>
                <a:ext cx="1026679" cy="347524"/>
                <a:chOff x="649122" y="2229847"/>
                <a:chExt cx="1026679" cy="347524"/>
              </a:xfrm>
            </p:grpSpPr>
            <p:sp>
              <p:nvSpPr>
                <p:cNvPr id="1552" name="Google Shape;1552;p29"/>
                <p:cNvSpPr/>
                <p:nvPr/>
              </p:nvSpPr>
              <p:spPr>
                <a:xfrm>
                  <a:off x="649122" y="2229847"/>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53" name="Google Shape;1553;p29"/>
                <p:cNvSpPr txBox="1"/>
                <p:nvPr/>
              </p:nvSpPr>
              <p:spPr>
                <a:xfrm>
                  <a:off x="699323" y="2238817"/>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Ana</a:t>
                  </a:r>
                  <a:endParaRPr/>
                </a:p>
              </p:txBody>
            </p:sp>
          </p:grpSp>
          <p:grpSp>
            <p:nvGrpSpPr>
              <p:cNvPr id="1554" name="Google Shape;1554;p29"/>
              <p:cNvGrpSpPr/>
              <p:nvPr/>
            </p:nvGrpSpPr>
            <p:grpSpPr>
              <a:xfrm>
                <a:off x="810254" y="1855795"/>
                <a:ext cx="1026679" cy="347524"/>
                <a:chOff x="649122" y="2517879"/>
                <a:chExt cx="1026679" cy="347524"/>
              </a:xfrm>
            </p:grpSpPr>
            <p:sp>
              <p:nvSpPr>
                <p:cNvPr id="1555" name="Google Shape;1555;p29"/>
                <p:cNvSpPr/>
                <p:nvPr/>
              </p:nvSpPr>
              <p:spPr>
                <a:xfrm>
                  <a:off x="649122" y="2517879"/>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56" name="Google Shape;1556;p29"/>
                <p:cNvSpPr txBox="1"/>
                <p:nvPr/>
              </p:nvSpPr>
              <p:spPr>
                <a:xfrm>
                  <a:off x="699323" y="2526849"/>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Luis</a:t>
                  </a:r>
                  <a:endParaRPr/>
                </a:p>
              </p:txBody>
            </p:sp>
          </p:grpSp>
          <p:grpSp>
            <p:nvGrpSpPr>
              <p:cNvPr id="1557" name="Google Shape;1557;p29"/>
              <p:cNvGrpSpPr/>
              <p:nvPr/>
            </p:nvGrpSpPr>
            <p:grpSpPr>
              <a:xfrm>
                <a:off x="810254" y="1567763"/>
                <a:ext cx="1026679" cy="347524"/>
                <a:chOff x="649122" y="2801719"/>
                <a:chExt cx="1026679" cy="347524"/>
              </a:xfrm>
            </p:grpSpPr>
            <p:sp>
              <p:nvSpPr>
                <p:cNvPr id="1558" name="Google Shape;1558;p29"/>
                <p:cNvSpPr/>
                <p:nvPr/>
              </p:nvSpPr>
              <p:spPr>
                <a:xfrm>
                  <a:off x="649122" y="2801719"/>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59" name="Google Shape;1559;p29"/>
                <p:cNvSpPr txBox="1"/>
                <p:nvPr/>
              </p:nvSpPr>
              <p:spPr>
                <a:xfrm>
                  <a:off x="699323" y="2810689"/>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Enrique</a:t>
                  </a:r>
                  <a:endParaRPr/>
                </a:p>
              </p:txBody>
            </p:sp>
          </p:grpSp>
          <p:grpSp>
            <p:nvGrpSpPr>
              <p:cNvPr id="1560" name="Google Shape;1560;p29"/>
              <p:cNvGrpSpPr/>
              <p:nvPr/>
            </p:nvGrpSpPr>
            <p:grpSpPr>
              <a:xfrm>
                <a:off x="810254" y="2145092"/>
                <a:ext cx="1026679" cy="347524"/>
                <a:chOff x="649122" y="3093943"/>
                <a:chExt cx="1026679" cy="347524"/>
              </a:xfrm>
            </p:grpSpPr>
            <p:sp>
              <p:nvSpPr>
                <p:cNvPr id="1561" name="Google Shape;1561;p29"/>
                <p:cNvSpPr/>
                <p:nvPr/>
              </p:nvSpPr>
              <p:spPr>
                <a:xfrm>
                  <a:off x="649122" y="3093943"/>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62" name="Google Shape;1562;p29"/>
                <p:cNvSpPr txBox="1"/>
                <p:nvPr/>
              </p:nvSpPr>
              <p:spPr>
                <a:xfrm>
                  <a:off x="699323" y="3102913"/>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Alfredo</a:t>
                  </a:r>
                  <a:endParaRPr/>
                </a:p>
              </p:txBody>
            </p:sp>
          </p:grpSp>
          <p:grpSp>
            <p:nvGrpSpPr>
              <p:cNvPr id="1563" name="Google Shape;1563;p29"/>
              <p:cNvGrpSpPr/>
              <p:nvPr/>
            </p:nvGrpSpPr>
            <p:grpSpPr>
              <a:xfrm>
                <a:off x="810254" y="2426396"/>
                <a:ext cx="1026679" cy="347524"/>
                <a:chOff x="649122" y="3381975"/>
                <a:chExt cx="1026679" cy="347524"/>
              </a:xfrm>
            </p:grpSpPr>
            <p:sp>
              <p:nvSpPr>
                <p:cNvPr id="1564" name="Google Shape;1564;p29"/>
                <p:cNvSpPr/>
                <p:nvPr/>
              </p:nvSpPr>
              <p:spPr>
                <a:xfrm>
                  <a:off x="649122" y="3381975"/>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65" name="Google Shape;1565;p29"/>
                <p:cNvSpPr txBox="1"/>
                <p:nvPr/>
              </p:nvSpPr>
              <p:spPr>
                <a:xfrm>
                  <a:off x="699323" y="3390945"/>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Rocío</a:t>
                  </a:r>
                  <a:endParaRPr/>
                </a:p>
              </p:txBody>
            </p:sp>
          </p:grpSp>
          <p:grpSp>
            <p:nvGrpSpPr>
              <p:cNvPr id="1566" name="Google Shape;1566;p29"/>
              <p:cNvGrpSpPr/>
              <p:nvPr/>
            </p:nvGrpSpPr>
            <p:grpSpPr>
              <a:xfrm>
                <a:off x="810254" y="2710236"/>
                <a:ext cx="1026679" cy="347524"/>
                <a:chOff x="649122" y="3665815"/>
                <a:chExt cx="1026679" cy="347524"/>
              </a:xfrm>
            </p:grpSpPr>
            <p:sp>
              <p:nvSpPr>
                <p:cNvPr id="1567" name="Google Shape;1567;p29"/>
                <p:cNvSpPr/>
                <p:nvPr/>
              </p:nvSpPr>
              <p:spPr>
                <a:xfrm>
                  <a:off x="649122" y="3665815"/>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68" name="Google Shape;1568;p29"/>
                <p:cNvSpPr txBox="1"/>
                <p:nvPr/>
              </p:nvSpPr>
              <p:spPr>
                <a:xfrm>
                  <a:off x="699323" y="3674785"/>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Teresa</a:t>
                  </a:r>
                  <a:endParaRPr/>
                </a:p>
              </p:txBody>
            </p:sp>
          </p:grpSp>
          <p:grpSp>
            <p:nvGrpSpPr>
              <p:cNvPr id="1569" name="Google Shape;1569;p29"/>
              <p:cNvGrpSpPr/>
              <p:nvPr/>
            </p:nvGrpSpPr>
            <p:grpSpPr>
              <a:xfrm>
                <a:off x="810254" y="2998268"/>
                <a:ext cx="1026679" cy="347524"/>
                <a:chOff x="649122" y="3953847"/>
                <a:chExt cx="1026679" cy="347524"/>
              </a:xfrm>
            </p:grpSpPr>
            <p:sp>
              <p:nvSpPr>
                <p:cNvPr id="1570" name="Google Shape;1570;p29"/>
                <p:cNvSpPr/>
                <p:nvPr/>
              </p:nvSpPr>
              <p:spPr>
                <a:xfrm>
                  <a:off x="649122" y="3953847"/>
                  <a:ext cx="1026679" cy="288032"/>
                </a:xfrm>
                <a:prstGeom prst="rect">
                  <a:avLst/>
                </a:prstGeom>
                <a:solidFill>
                  <a:srgbClr val="FFFF99"/>
                </a:solidFill>
                <a:ln w="952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71" name="Google Shape;1571;p29"/>
                <p:cNvSpPr txBox="1"/>
                <p:nvPr/>
              </p:nvSpPr>
              <p:spPr>
                <a:xfrm>
                  <a:off x="699323" y="3962817"/>
                  <a:ext cx="97647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FF0000"/>
                      </a:solidFill>
                      <a:latin typeface="Arial"/>
                      <a:ea typeface="Arial"/>
                      <a:cs typeface="Arial"/>
                      <a:sym typeface="Arial"/>
                    </a:rPr>
                    <a:t>Roberto</a:t>
                  </a:r>
                  <a:endParaRPr/>
                </a:p>
              </p:txBody>
            </p:sp>
          </p:grpSp>
        </p:grpSp>
        <p:grpSp>
          <p:nvGrpSpPr>
            <p:cNvPr id="1572" name="Google Shape;1572;p29"/>
            <p:cNvGrpSpPr/>
            <p:nvPr/>
          </p:nvGrpSpPr>
          <p:grpSpPr>
            <a:xfrm>
              <a:off x="257694" y="1567763"/>
              <a:ext cx="440388" cy="1769567"/>
              <a:chOff x="257694" y="1567763"/>
              <a:chExt cx="440388" cy="1769567"/>
            </a:xfrm>
          </p:grpSpPr>
          <p:sp>
            <p:nvSpPr>
              <p:cNvPr id="1573" name="Google Shape;1573;p29"/>
              <p:cNvSpPr txBox="1"/>
              <p:nvPr/>
            </p:nvSpPr>
            <p:spPr>
              <a:xfrm>
                <a:off x="257694" y="1567763"/>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0</a:t>
                </a:r>
                <a:endParaRPr/>
              </a:p>
            </p:txBody>
          </p:sp>
          <p:sp>
            <p:nvSpPr>
              <p:cNvPr id="1574" name="Google Shape;1574;p29"/>
              <p:cNvSpPr txBox="1"/>
              <p:nvPr/>
            </p:nvSpPr>
            <p:spPr>
              <a:xfrm>
                <a:off x="261864" y="1853972"/>
                <a:ext cx="432048" cy="3385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1</a:t>
                </a:r>
                <a:endParaRPr/>
              </a:p>
            </p:txBody>
          </p:sp>
          <p:sp>
            <p:nvSpPr>
              <p:cNvPr id="1575" name="Google Shape;1575;p29"/>
              <p:cNvSpPr txBox="1"/>
              <p:nvPr/>
            </p:nvSpPr>
            <p:spPr>
              <a:xfrm>
                <a:off x="260598" y="2140149"/>
                <a:ext cx="43458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2</a:t>
                </a:r>
                <a:endParaRPr/>
              </a:p>
            </p:txBody>
          </p:sp>
          <p:sp>
            <p:nvSpPr>
              <p:cNvPr id="1576" name="Google Shape;1576;p29"/>
              <p:cNvSpPr txBox="1"/>
              <p:nvPr/>
            </p:nvSpPr>
            <p:spPr>
              <a:xfrm>
                <a:off x="261864" y="2426358"/>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3</a:t>
                </a:r>
                <a:endParaRPr/>
              </a:p>
            </p:txBody>
          </p:sp>
          <p:sp>
            <p:nvSpPr>
              <p:cNvPr id="1577" name="Google Shape;1577;p29"/>
              <p:cNvSpPr txBox="1"/>
              <p:nvPr/>
            </p:nvSpPr>
            <p:spPr>
              <a:xfrm>
                <a:off x="261864" y="2712567"/>
                <a:ext cx="43204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4</a:t>
                </a:r>
                <a:endParaRPr/>
              </a:p>
            </p:txBody>
          </p:sp>
          <p:sp>
            <p:nvSpPr>
              <p:cNvPr id="1578" name="Google Shape;1578;p29"/>
              <p:cNvSpPr txBox="1"/>
              <p:nvPr/>
            </p:nvSpPr>
            <p:spPr>
              <a:xfrm>
                <a:off x="257694" y="2998776"/>
                <a:ext cx="440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Arial"/>
                    <a:ea typeface="Arial"/>
                    <a:cs typeface="Arial"/>
                    <a:sym typeface="Arial"/>
                  </a:rPr>
                  <a:t>5</a:t>
                </a:r>
                <a:endParaRPr/>
              </a:p>
            </p:txBody>
          </p:sp>
        </p:gr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49"/>
                                        </p:tgtEl>
                                      </p:cBhvr>
                                    </p:animEffect>
                                    <p:set>
                                      <p:cBhvr>
                                        <p:cTn id="7" dur="1" fill="hold">
                                          <p:stCondLst>
                                            <p:cond delay="500"/>
                                          </p:stCondLst>
                                        </p:cTn>
                                        <p:tgtEl>
                                          <p:spTgt spid="1549"/>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83"/>
                                        </p:tgtEl>
                                        <p:attrNameLst>
                                          <p:attrName>style.visibility</p:attrName>
                                        </p:attrNameLst>
                                      </p:cBhvr>
                                      <p:to>
                                        <p:strVal val="visible"/>
                                      </p:to>
                                    </p:set>
                                    <p:animEffect transition="in" filter="fade">
                                      <p:cBhvr>
                                        <p:cTn id="11" dur="500"/>
                                        <p:tgtEl>
                                          <p:spTgt spid="1483"/>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nodeType="clickEffect">
                                  <p:stCondLst>
                                    <p:cond delay="0"/>
                                  </p:stCondLst>
                                  <p:childTnLst>
                                    <p:set>
                                      <p:cBhvr>
                                        <p:cTn id="15" dur="1" fill="hold">
                                          <p:stCondLst>
                                            <p:cond delay="0"/>
                                          </p:stCondLst>
                                        </p:cTn>
                                        <p:tgtEl>
                                          <p:spTgt spid="1486"/>
                                        </p:tgtEl>
                                        <p:attrNameLst>
                                          <p:attrName>style.visibility</p:attrName>
                                        </p:attrNameLst>
                                      </p:cBhvr>
                                      <p:to>
                                        <p:strVal val="visible"/>
                                      </p:to>
                                    </p:set>
                                    <p:anim calcmode="lin" valueType="num">
                                      <p:cBhvr additive="base">
                                        <p:cTn id="16" dur="500"/>
                                        <p:tgtEl>
                                          <p:spTgt spid="1486"/>
                                        </p:tgtEl>
                                        <p:attrNameLst>
                                          <p:attrName>ppt_w</p:attrName>
                                        </p:attrNameLst>
                                      </p:cBhvr>
                                      <p:tavLst>
                                        <p:tav tm="0">
                                          <p:val>
                                            <p:strVal val="0"/>
                                          </p:val>
                                        </p:tav>
                                        <p:tav tm="100000">
                                          <p:val>
                                            <p:strVal val="#ppt_w"/>
                                          </p:val>
                                        </p:tav>
                                      </p:tavLst>
                                    </p:anim>
                                    <p:anim calcmode="lin" valueType="num">
                                      <p:cBhvr additive="base">
                                        <p:cTn id="17" dur="500"/>
                                        <p:tgtEl>
                                          <p:spTgt spid="1486"/>
                                        </p:tgtEl>
                                        <p:attrNameLst>
                                          <p:attrName>ppt_h</p:attrName>
                                        </p:attrNameLst>
                                      </p:cBhvr>
                                      <p:tavLst>
                                        <p:tav tm="0">
                                          <p:val>
                                            <p:str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80"/>
                                        </p:tgtEl>
                                        <p:attrNameLst>
                                          <p:attrName>style.visibility</p:attrName>
                                        </p:attrNameLst>
                                      </p:cBhvr>
                                      <p:to>
                                        <p:strVal val="visible"/>
                                      </p:to>
                                    </p:set>
                                    <p:animEffect transition="in" filter="fade">
                                      <p:cBhvr>
                                        <p:cTn id="22" dur="500"/>
                                        <p:tgtEl>
                                          <p:spTgt spid="1480"/>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1487">
                                            <p:txEl>
                                              <p:pRg st="0" end="0"/>
                                            </p:txEl>
                                          </p:spTgt>
                                        </p:tgtEl>
                                        <p:attrNameLst>
                                          <p:attrName>style.visibility</p:attrName>
                                        </p:attrNameLst>
                                      </p:cBhvr>
                                      <p:to>
                                        <p:strVal val="visible"/>
                                      </p:to>
                                    </p:set>
                                    <p:anim calcmode="lin" valueType="num">
                                      <p:cBhvr additive="base">
                                        <p:cTn id="27" dur="500"/>
                                        <p:tgtEl>
                                          <p:spTgt spid="1487">
                                            <p:txEl>
                                              <p:pRg st="0" end="0"/>
                                            </p:txEl>
                                          </p:spTgt>
                                        </p:tgtEl>
                                        <p:attrNameLst>
                                          <p:attrName>ppt_w</p:attrName>
                                        </p:attrNameLst>
                                      </p:cBhvr>
                                      <p:tavLst>
                                        <p:tav tm="0">
                                          <p:val>
                                            <p:strVal val="0"/>
                                          </p:val>
                                        </p:tav>
                                        <p:tav tm="100000">
                                          <p:val>
                                            <p:strVal val="#ppt_w"/>
                                          </p:val>
                                        </p:tav>
                                      </p:tavLst>
                                    </p:anim>
                                    <p:anim calcmode="lin" valueType="num">
                                      <p:cBhvr additive="base">
                                        <p:cTn id="28" dur="500"/>
                                        <p:tgtEl>
                                          <p:spTgt spid="1487">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1487">
                                            <p:txEl>
                                              <p:pRg st="1" end="1"/>
                                            </p:txEl>
                                          </p:spTgt>
                                        </p:tgtEl>
                                        <p:attrNameLst>
                                          <p:attrName>style.visibility</p:attrName>
                                        </p:attrNameLst>
                                      </p:cBhvr>
                                      <p:to>
                                        <p:strVal val="visible"/>
                                      </p:to>
                                    </p:set>
                                    <p:anim calcmode="lin" valueType="num">
                                      <p:cBhvr additive="base">
                                        <p:cTn id="33" dur="500"/>
                                        <p:tgtEl>
                                          <p:spTgt spid="1487">
                                            <p:txEl>
                                              <p:pRg st="1" end="1"/>
                                            </p:txEl>
                                          </p:spTgt>
                                        </p:tgtEl>
                                        <p:attrNameLst>
                                          <p:attrName>ppt_w</p:attrName>
                                        </p:attrNameLst>
                                      </p:cBhvr>
                                      <p:tavLst>
                                        <p:tav tm="0">
                                          <p:val>
                                            <p:strVal val="0"/>
                                          </p:val>
                                        </p:tav>
                                        <p:tav tm="100000">
                                          <p:val>
                                            <p:strVal val="#ppt_w"/>
                                          </p:val>
                                        </p:tav>
                                      </p:tavLst>
                                    </p:anim>
                                    <p:anim calcmode="lin" valueType="num">
                                      <p:cBhvr additive="base">
                                        <p:cTn id="34" dur="500"/>
                                        <p:tgtEl>
                                          <p:spTgt spid="1487">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1487">
                                            <p:txEl>
                                              <p:pRg st="2" end="2"/>
                                            </p:txEl>
                                          </p:spTgt>
                                        </p:tgtEl>
                                        <p:attrNameLst>
                                          <p:attrName>style.visibility</p:attrName>
                                        </p:attrNameLst>
                                      </p:cBhvr>
                                      <p:to>
                                        <p:strVal val="visible"/>
                                      </p:to>
                                    </p:set>
                                    <p:anim calcmode="lin" valueType="num">
                                      <p:cBhvr additive="base">
                                        <p:cTn id="39" dur="500"/>
                                        <p:tgtEl>
                                          <p:spTgt spid="1487">
                                            <p:txEl>
                                              <p:pRg st="2" end="2"/>
                                            </p:txEl>
                                          </p:spTgt>
                                        </p:tgtEl>
                                        <p:attrNameLst>
                                          <p:attrName>ppt_w</p:attrName>
                                        </p:attrNameLst>
                                      </p:cBhvr>
                                      <p:tavLst>
                                        <p:tav tm="0">
                                          <p:val>
                                            <p:strVal val="0"/>
                                          </p:val>
                                        </p:tav>
                                        <p:tav tm="100000">
                                          <p:val>
                                            <p:strVal val="#ppt_w"/>
                                          </p:val>
                                        </p:tav>
                                      </p:tavLst>
                                    </p:anim>
                                    <p:anim calcmode="lin" valueType="num">
                                      <p:cBhvr additive="base">
                                        <p:cTn id="40" dur="500"/>
                                        <p:tgtEl>
                                          <p:spTgt spid="1487">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1487">
                                            <p:txEl>
                                              <p:pRg st="3" end="3"/>
                                            </p:txEl>
                                          </p:spTgt>
                                        </p:tgtEl>
                                        <p:attrNameLst>
                                          <p:attrName>style.visibility</p:attrName>
                                        </p:attrNameLst>
                                      </p:cBhvr>
                                      <p:to>
                                        <p:strVal val="visible"/>
                                      </p:to>
                                    </p:set>
                                    <p:anim calcmode="lin" valueType="num">
                                      <p:cBhvr additive="base">
                                        <p:cTn id="45" dur="500"/>
                                        <p:tgtEl>
                                          <p:spTgt spid="1487">
                                            <p:txEl>
                                              <p:pRg st="3" end="3"/>
                                            </p:txEl>
                                          </p:spTgt>
                                        </p:tgtEl>
                                        <p:attrNameLst>
                                          <p:attrName>ppt_w</p:attrName>
                                        </p:attrNameLst>
                                      </p:cBhvr>
                                      <p:tavLst>
                                        <p:tav tm="0">
                                          <p:val>
                                            <p:strVal val="0"/>
                                          </p:val>
                                        </p:tav>
                                        <p:tav tm="100000">
                                          <p:val>
                                            <p:strVal val="#ppt_w"/>
                                          </p:val>
                                        </p:tav>
                                      </p:tavLst>
                                    </p:anim>
                                    <p:anim calcmode="lin" valueType="num">
                                      <p:cBhvr additive="base">
                                        <p:cTn id="46" dur="500"/>
                                        <p:tgtEl>
                                          <p:spTgt spid="1487">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1487">
                                            <p:txEl>
                                              <p:pRg st="4" end="4"/>
                                            </p:txEl>
                                          </p:spTgt>
                                        </p:tgtEl>
                                        <p:attrNameLst>
                                          <p:attrName>style.visibility</p:attrName>
                                        </p:attrNameLst>
                                      </p:cBhvr>
                                      <p:to>
                                        <p:strVal val="visible"/>
                                      </p:to>
                                    </p:set>
                                    <p:anim calcmode="lin" valueType="num">
                                      <p:cBhvr additive="base">
                                        <p:cTn id="51" dur="500"/>
                                        <p:tgtEl>
                                          <p:spTgt spid="1487">
                                            <p:txEl>
                                              <p:pRg st="4" end="4"/>
                                            </p:txEl>
                                          </p:spTgt>
                                        </p:tgtEl>
                                        <p:attrNameLst>
                                          <p:attrName>ppt_w</p:attrName>
                                        </p:attrNameLst>
                                      </p:cBhvr>
                                      <p:tavLst>
                                        <p:tav tm="0">
                                          <p:val>
                                            <p:strVal val="0"/>
                                          </p:val>
                                        </p:tav>
                                        <p:tav tm="100000">
                                          <p:val>
                                            <p:strVal val="#ppt_w"/>
                                          </p:val>
                                        </p:tav>
                                      </p:tavLst>
                                    </p:anim>
                                    <p:anim calcmode="lin" valueType="num">
                                      <p:cBhvr additive="base">
                                        <p:cTn id="52" dur="500"/>
                                        <p:tgtEl>
                                          <p:spTgt spid="1487">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1487">
                                            <p:txEl>
                                              <p:pRg st="5" end="5"/>
                                            </p:txEl>
                                          </p:spTgt>
                                        </p:tgtEl>
                                        <p:attrNameLst>
                                          <p:attrName>style.visibility</p:attrName>
                                        </p:attrNameLst>
                                      </p:cBhvr>
                                      <p:to>
                                        <p:strVal val="visible"/>
                                      </p:to>
                                    </p:set>
                                    <p:anim calcmode="lin" valueType="num">
                                      <p:cBhvr additive="base">
                                        <p:cTn id="57" dur="500"/>
                                        <p:tgtEl>
                                          <p:spTgt spid="1487">
                                            <p:txEl>
                                              <p:pRg st="5" end="5"/>
                                            </p:txEl>
                                          </p:spTgt>
                                        </p:tgtEl>
                                        <p:attrNameLst>
                                          <p:attrName>ppt_w</p:attrName>
                                        </p:attrNameLst>
                                      </p:cBhvr>
                                      <p:tavLst>
                                        <p:tav tm="0">
                                          <p:val>
                                            <p:strVal val="0"/>
                                          </p:val>
                                        </p:tav>
                                        <p:tav tm="100000">
                                          <p:val>
                                            <p:strVal val="#ppt_w"/>
                                          </p:val>
                                        </p:tav>
                                      </p:tavLst>
                                    </p:anim>
                                    <p:anim calcmode="lin" valueType="num">
                                      <p:cBhvr additive="base">
                                        <p:cTn id="58" dur="500"/>
                                        <p:tgtEl>
                                          <p:spTgt spid="1487">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nodeType="clickEffect">
                                  <p:stCondLst>
                                    <p:cond delay="0"/>
                                  </p:stCondLst>
                                  <p:childTnLst>
                                    <p:set>
                                      <p:cBhvr>
                                        <p:cTn id="62" dur="1" fill="hold">
                                          <p:stCondLst>
                                            <p:cond delay="0"/>
                                          </p:stCondLst>
                                        </p:cTn>
                                        <p:tgtEl>
                                          <p:spTgt spid="1487">
                                            <p:txEl>
                                              <p:pRg st="6" end="6"/>
                                            </p:txEl>
                                          </p:spTgt>
                                        </p:tgtEl>
                                        <p:attrNameLst>
                                          <p:attrName>style.visibility</p:attrName>
                                        </p:attrNameLst>
                                      </p:cBhvr>
                                      <p:to>
                                        <p:strVal val="visible"/>
                                      </p:to>
                                    </p:set>
                                    <p:anim calcmode="lin" valueType="num">
                                      <p:cBhvr additive="base">
                                        <p:cTn id="63" dur="500"/>
                                        <p:tgtEl>
                                          <p:spTgt spid="1487">
                                            <p:txEl>
                                              <p:pRg st="6" end="6"/>
                                            </p:txEl>
                                          </p:spTgt>
                                        </p:tgtEl>
                                        <p:attrNameLst>
                                          <p:attrName>ppt_w</p:attrName>
                                        </p:attrNameLst>
                                      </p:cBhvr>
                                      <p:tavLst>
                                        <p:tav tm="0">
                                          <p:val>
                                            <p:strVal val="0"/>
                                          </p:val>
                                        </p:tav>
                                        <p:tav tm="100000">
                                          <p:val>
                                            <p:strVal val="#ppt_w"/>
                                          </p:val>
                                        </p:tav>
                                      </p:tavLst>
                                    </p:anim>
                                    <p:anim calcmode="lin" valueType="num">
                                      <p:cBhvr additive="base">
                                        <p:cTn id="64" dur="500"/>
                                        <p:tgtEl>
                                          <p:spTgt spid="1487">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nodeType="clickEffect">
                                  <p:stCondLst>
                                    <p:cond delay="0"/>
                                  </p:stCondLst>
                                  <p:childTnLst>
                                    <p:set>
                                      <p:cBhvr>
                                        <p:cTn id="68" dur="1" fill="hold">
                                          <p:stCondLst>
                                            <p:cond delay="0"/>
                                          </p:stCondLst>
                                        </p:cTn>
                                        <p:tgtEl>
                                          <p:spTgt spid="1487">
                                            <p:txEl>
                                              <p:pRg st="7" end="7"/>
                                            </p:txEl>
                                          </p:spTgt>
                                        </p:tgtEl>
                                        <p:attrNameLst>
                                          <p:attrName>style.visibility</p:attrName>
                                        </p:attrNameLst>
                                      </p:cBhvr>
                                      <p:to>
                                        <p:strVal val="visible"/>
                                      </p:to>
                                    </p:set>
                                    <p:anim calcmode="lin" valueType="num">
                                      <p:cBhvr additive="base">
                                        <p:cTn id="69" dur="500"/>
                                        <p:tgtEl>
                                          <p:spTgt spid="1487">
                                            <p:txEl>
                                              <p:pRg st="7" end="7"/>
                                            </p:txEl>
                                          </p:spTgt>
                                        </p:tgtEl>
                                        <p:attrNameLst>
                                          <p:attrName>ppt_w</p:attrName>
                                        </p:attrNameLst>
                                      </p:cBhvr>
                                      <p:tavLst>
                                        <p:tav tm="0">
                                          <p:val>
                                            <p:strVal val="0"/>
                                          </p:val>
                                        </p:tav>
                                        <p:tav tm="100000">
                                          <p:val>
                                            <p:strVal val="#ppt_w"/>
                                          </p:val>
                                        </p:tav>
                                      </p:tavLst>
                                    </p:anim>
                                    <p:anim calcmode="lin" valueType="num">
                                      <p:cBhvr additive="base">
                                        <p:cTn id="70" dur="500"/>
                                        <p:tgtEl>
                                          <p:spTgt spid="1487">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nodeType="clickEffect">
                                  <p:stCondLst>
                                    <p:cond delay="0"/>
                                  </p:stCondLst>
                                  <p:childTnLst>
                                    <p:set>
                                      <p:cBhvr>
                                        <p:cTn id="74" dur="1" fill="hold">
                                          <p:stCondLst>
                                            <p:cond delay="0"/>
                                          </p:stCondLst>
                                        </p:cTn>
                                        <p:tgtEl>
                                          <p:spTgt spid="1491"/>
                                        </p:tgtEl>
                                        <p:attrNameLst>
                                          <p:attrName>style.visibility</p:attrName>
                                        </p:attrNameLst>
                                      </p:cBhvr>
                                      <p:to>
                                        <p:strVal val="visible"/>
                                      </p:to>
                                    </p:set>
                                    <p:anim calcmode="lin" valueType="num">
                                      <p:cBhvr additive="base">
                                        <p:cTn id="75" dur="500"/>
                                        <p:tgtEl>
                                          <p:spTgt spid="1491"/>
                                        </p:tgtEl>
                                        <p:attrNameLst>
                                          <p:attrName>ppt_w</p:attrName>
                                        </p:attrNameLst>
                                      </p:cBhvr>
                                      <p:tavLst>
                                        <p:tav tm="0">
                                          <p:val>
                                            <p:strVal val="0"/>
                                          </p:val>
                                        </p:tav>
                                        <p:tav tm="100000">
                                          <p:val>
                                            <p:strVal val="#ppt_w"/>
                                          </p:val>
                                        </p:tav>
                                      </p:tavLst>
                                    </p:anim>
                                    <p:anim calcmode="lin" valueType="num">
                                      <p:cBhvr additive="base">
                                        <p:cTn id="76" dur="500"/>
                                        <p:tgtEl>
                                          <p:spTgt spid="1491"/>
                                        </p:tgtEl>
                                        <p:attrNameLst>
                                          <p:attrName>ppt_h</p:attrName>
                                        </p:attrNameLst>
                                      </p:cBhvr>
                                      <p:tavLst>
                                        <p:tav tm="0">
                                          <p:val>
                                            <p:strVal val="0"/>
                                          </p:val>
                                        </p:tav>
                                        <p:tav tm="100000">
                                          <p:val>
                                            <p:strVal val="#ppt_h"/>
                                          </p:val>
                                        </p:tav>
                                      </p:tavLst>
                                    </p:anim>
                                  </p:childTnLst>
                                </p:cTn>
                              </p:par>
                              <p:par>
                                <p:cTn id="77" presetID="23" presetClass="entr" presetSubtype="16" fill="hold" nodeType="withEffect">
                                  <p:stCondLst>
                                    <p:cond delay="0"/>
                                  </p:stCondLst>
                                  <p:childTnLst>
                                    <p:set>
                                      <p:cBhvr>
                                        <p:cTn id="78" dur="1" fill="hold">
                                          <p:stCondLst>
                                            <p:cond delay="0"/>
                                          </p:stCondLst>
                                        </p:cTn>
                                        <p:tgtEl>
                                          <p:spTgt spid="1459"/>
                                        </p:tgtEl>
                                        <p:attrNameLst>
                                          <p:attrName>style.visibility</p:attrName>
                                        </p:attrNameLst>
                                      </p:cBhvr>
                                      <p:to>
                                        <p:strVal val="visible"/>
                                      </p:to>
                                    </p:set>
                                    <p:anim calcmode="lin" valueType="num">
                                      <p:cBhvr additive="base">
                                        <p:cTn id="79" dur="500"/>
                                        <p:tgtEl>
                                          <p:spTgt spid="1459"/>
                                        </p:tgtEl>
                                        <p:attrNameLst>
                                          <p:attrName>ppt_w</p:attrName>
                                        </p:attrNameLst>
                                      </p:cBhvr>
                                      <p:tavLst>
                                        <p:tav tm="0">
                                          <p:val>
                                            <p:strVal val="0"/>
                                          </p:val>
                                        </p:tav>
                                        <p:tav tm="100000">
                                          <p:val>
                                            <p:strVal val="#ppt_w"/>
                                          </p:val>
                                        </p:tav>
                                      </p:tavLst>
                                    </p:anim>
                                    <p:anim calcmode="lin" valueType="num">
                                      <p:cBhvr additive="base">
                                        <p:cTn id="80" dur="500"/>
                                        <p:tgtEl>
                                          <p:spTgt spid="1459"/>
                                        </p:tgtEl>
                                        <p:attrNameLst>
                                          <p:attrName>ppt_h</p:attrName>
                                        </p:attrNameLst>
                                      </p:cBhvr>
                                      <p:tavLst>
                                        <p:tav tm="0">
                                          <p:val>
                                            <p:str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3" presetClass="entr" presetSubtype="16" fill="hold" nodeType="clickEffect">
                                  <p:stCondLst>
                                    <p:cond delay="0"/>
                                  </p:stCondLst>
                                  <p:childTnLst>
                                    <p:set>
                                      <p:cBhvr>
                                        <p:cTn id="84" dur="1" fill="hold">
                                          <p:stCondLst>
                                            <p:cond delay="0"/>
                                          </p:stCondLst>
                                        </p:cTn>
                                        <p:tgtEl>
                                          <p:spTgt spid="1492"/>
                                        </p:tgtEl>
                                        <p:attrNameLst>
                                          <p:attrName>style.visibility</p:attrName>
                                        </p:attrNameLst>
                                      </p:cBhvr>
                                      <p:to>
                                        <p:strVal val="visible"/>
                                      </p:to>
                                    </p:set>
                                    <p:anim calcmode="lin" valueType="num">
                                      <p:cBhvr additive="base">
                                        <p:cTn id="85" dur="500"/>
                                        <p:tgtEl>
                                          <p:spTgt spid="1492"/>
                                        </p:tgtEl>
                                        <p:attrNameLst>
                                          <p:attrName>ppt_w</p:attrName>
                                        </p:attrNameLst>
                                      </p:cBhvr>
                                      <p:tavLst>
                                        <p:tav tm="0">
                                          <p:val>
                                            <p:strVal val="0"/>
                                          </p:val>
                                        </p:tav>
                                        <p:tav tm="100000">
                                          <p:val>
                                            <p:strVal val="#ppt_w"/>
                                          </p:val>
                                        </p:tav>
                                      </p:tavLst>
                                    </p:anim>
                                    <p:anim calcmode="lin" valueType="num">
                                      <p:cBhvr additive="base">
                                        <p:cTn id="86" dur="500"/>
                                        <p:tgtEl>
                                          <p:spTgt spid="1492"/>
                                        </p:tgtEl>
                                        <p:attrNameLst>
                                          <p:attrName>ppt_h</p:attrName>
                                        </p:attrNameLst>
                                      </p:cBhvr>
                                      <p:tavLst>
                                        <p:tav tm="0">
                                          <p:val>
                                            <p:strVal val="0"/>
                                          </p:val>
                                        </p:tav>
                                        <p:tav tm="100000">
                                          <p:val>
                                            <p:strVal val="#ppt_h"/>
                                          </p:val>
                                        </p:tav>
                                      </p:tavLst>
                                    </p:anim>
                                  </p:childTnLst>
                                </p:cTn>
                              </p:par>
                              <p:par>
                                <p:cTn id="87" presetID="23" presetClass="entr" presetSubtype="16" fill="hold" nodeType="withEffect">
                                  <p:stCondLst>
                                    <p:cond delay="0"/>
                                  </p:stCondLst>
                                  <p:childTnLst>
                                    <p:set>
                                      <p:cBhvr>
                                        <p:cTn id="88" dur="1" fill="hold">
                                          <p:stCondLst>
                                            <p:cond delay="0"/>
                                          </p:stCondLst>
                                        </p:cTn>
                                        <p:tgtEl>
                                          <p:spTgt spid="1462"/>
                                        </p:tgtEl>
                                        <p:attrNameLst>
                                          <p:attrName>style.visibility</p:attrName>
                                        </p:attrNameLst>
                                      </p:cBhvr>
                                      <p:to>
                                        <p:strVal val="visible"/>
                                      </p:to>
                                    </p:set>
                                    <p:anim calcmode="lin" valueType="num">
                                      <p:cBhvr additive="base">
                                        <p:cTn id="89" dur="500"/>
                                        <p:tgtEl>
                                          <p:spTgt spid="1462"/>
                                        </p:tgtEl>
                                        <p:attrNameLst>
                                          <p:attrName>ppt_w</p:attrName>
                                        </p:attrNameLst>
                                      </p:cBhvr>
                                      <p:tavLst>
                                        <p:tav tm="0">
                                          <p:val>
                                            <p:strVal val="0"/>
                                          </p:val>
                                        </p:tav>
                                        <p:tav tm="100000">
                                          <p:val>
                                            <p:strVal val="#ppt_w"/>
                                          </p:val>
                                        </p:tav>
                                      </p:tavLst>
                                    </p:anim>
                                    <p:anim calcmode="lin" valueType="num">
                                      <p:cBhvr additive="base">
                                        <p:cTn id="90" dur="500"/>
                                        <p:tgtEl>
                                          <p:spTgt spid="1462"/>
                                        </p:tgtEl>
                                        <p:attrNameLst>
                                          <p:attrName>ppt_h</p:attrName>
                                        </p:attrNameLst>
                                      </p:cBhvr>
                                      <p:tavLst>
                                        <p:tav tm="0">
                                          <p:val>
                                            <p:str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1493"/>
                                        </p:tgtEl>
                                        <p:attrNameLst>
                                          <p:attrName>style.visibility</p:attrName>
                                        </p:attrNameLst>
                                      </p:cBhvr>
                                      <p:to>
                                        <p:strVal val="visible"/>
                                      </p:to>
                                    </p:set>
                                    <p:anim calcmode="lin" valueType="num">
                                      <p:cBhvr additive="base">
                                        <p:cTn id="95" dur="500"/>
                                        <p:tgtEl>
                                          <p:spTgt spid="1493"/>
                                        </p:tgtEl>
                                        <p:attrNameLst>
                                          <p:attrName>ppt_w</p:attrName>
                                        </p:attrNameLst>
                                      </p:cBhvr>
                                      <p:tavLst>
                                        <p:tav tm="0">
                                          <p:val>
                                            <p:strVal val="0"/>
                                          </p:val>
                                        </p:tav>
                                        <p:tav tm="100000">
                                          <p:val>
                                            <p:strVal val="#ppt_w"/>
                                          </p:val>
                                        </p:tav>
                                      </p:tavLst>
                                    </p:anim>
                                    <p:anim calcmode="lin" valueType="num">
                                      <p:cBhvr additive="base">
                                        <p:cTn id="96" dur="500"/>
                                        <p:tgtEl>
                                          <p:spTgt spid="1493"/>
                                        </p:tgtEl>
                                        <p:attrNameLst>
                                          <p:attrName>ppt_h</p:attrName>
                                        </p:attrNameLst>
                                      </p:cBhvr>
                                      <p:tavLst>
                                        <p:tav tm="0">
                                          <p:val>
                                            <p:strVal val="0"/>
                                          </p:val>
                                        </p:tav>
                                        <p:tav tm="100000">
                                          <p:val>
                                            <p:strVal val="#ppt_h"/>
                                          </p:val>
                                        </p:tav>
                                      </p:tavLst>
                                    </p:anim>
                                  </p:childTnLst>
                                </p:cTn>
                              </p:par>
                            </p:childTnLst>
                          </p:cTn>
                        </p:par>
                        <p:par>
                          <p:cTn id="97" fill="hold">
                            <p:stCondLst>
                              <p:cond delay="500"/>
                            </p:stCondLst>
                            <p:childTnLst>
                              <p:par>
                                <p:cTn id="98" presetID="23" presetClass="entr" presetSubtype="16" fill="hold" nodeType="afterEffect">
                                  <p:stCondLst>
                                    <p:cond delay="0"/>
                                  </p:stCondLst>
                                  <p:childTnLst>
                                    <p:set>
                                      <p:cBhvr>
                                        <p:cTn id="99" dur="1" fill="hold">
                                          <p:stCondLst>
                                            <p:cond delay="0"/>
                                          </p:stCondLst>
                                        </p:cTn>
                                        <p:tgtEl>
                                          <p:spTgt spid="1465"/>
                                        </p:tgtEl>
                                        <p:attrNameLst>
                                          <p:attrName>style.visibility</p:attrName>
                                        </p:attrNameLst>
                                      </p:cBhvr>
                                      <p:to>
                                        <p:strVal val="visible"/>
                                      </p:to>
                                    </p:set>
                                    <p:anim calcmode="lin" valueType="num">
                                      <p:cBhvr additive="base">
                                        <p:cTn id="100" dur="500"/>
                                        <p:tgtEl>
                                          <p:spTgt spid="1465"/>
                                        </p:tgtEl>
                                        <p:attrNameLst>
                                          <p:attrName>ppt_w</p:attrName>
                                        </p:attrNameLst>
                                      </p:cBhvr>
                                      <p:tavLst>
                                        <p:tav tm="0">
                                          <p:val>
                                            <p:strVal val="0"/>
                                          </p:val>
                                        </p:tav>
                                        <p:tav tm="100000">
                                          <p:val>
                                            <p:strVal val="#ppt_w"/>
                                          </p:val>
                                        </p:tav>
                                      </p:tavLst>
                                    </p:anim>
                                    <p:anim calcmode="lin" valueType="num">
                                      <p:cBhvr additive="base">
                                        <p:cTn id="101" dur="500"/>
                                        <p:tgtEl>
                                          <p:spTgt spid="1465"/>
                                        </p:tgtEl>
                                        <p:attrNameLst>
                                          <p:attrName>ppt_h</p:attrName>
                                        </p:attrNameLst>
                                      </p:cBhvr>
                                      <p:tavLst>
                                        <p:tav tm="0">
                                          <p:val>
                                            <p:strVal val="0"/>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23" presetClass="entr" presetSubtype="16" fill="hold" nodeType="clickEffect">
                                  <p:stCondLst>
                                    <p:cond delay="0"/>
                                  </p:stCondLst>
                                  <p:childTnLst>
                                    <p:set>
                                      <p:cBhvr>
                                        <p:cTn id="105" dur="1" fill="hold">
                                          <p:stCondLst>
                                            <p:cond delay="0"/>
                                          </p:stCondLst>
                                        </p:cTn>
                                        <p:tgtEl>
                                          <p:spTgt spid="1494"/>
                                        </p:tgtEl>
                                        <p:attrNameLst>
                                          <p:attrName>style.visibility</p:attrName>
                                        </p:attrNameLst>
                                      </p:cBhvr>
                                      <p:to>
                                        <p:strVal val="visible"/>
                                      </p:to>
                                    </p:set>
                                    <p:anim calcmode="lin" valueType="num">
                                      <p:cBhvr additive="base">
                                        <p:cTn id="106" dur="500"/>
                                        <p:tgtEl>
                                          <p:spTgt spid="1494"/>
                                        </p:tgtEl>
                                        <p:attrNameLst>
                                          <p:attrName>ppt_w</p:attrName>
                                        </p:attrNameLst>
                                      </p:cBhvr>
                                      <p:tavLst>
                                        <p:tav tm="0">
                                          <p:val>
                                            <p:strVal val="0"/>
                                          </p:val>
                                        </p:tav>
                                        <p:tav tm="100000">
                                          <p:val>
                                            <p:strVal val="#ppt_w"/>
                                          </p:val>
                                        </p:tav>
                                      </p:tavLst>
                                    </p:anim>
                                    <p:anim calcmode="lin" valueType="num">
                                      <p:cBhvr additive="base">
                                        <p:cTn id="107" dur="500"/>
                                        <p:tgtEl>
                                          <p:spTgt spid="1494"/>
                                        </p:tgtEl>
                                        <p:attrNameLst>
                                          <p:attrName>ppt_h</p:attrName>
                                        </p:attrNameLst>
                                      </p:cBhvr>
                                      <p:tavLst>
                                        <p:tav tm="0">
                                          <p:val>
                                            <p:strVal val="0"/>
                                          </p:val>
                                        </p:tav>
                                        <p:tav tm="100000">
                                          <p:val>
                                            <p:strVal val="#ppt_h"/>
                                          </p:val>
                                        </p:tav>
                                      </p:tavLst>
                                    </p:anim>
                                  </p:childTnLst>
                                </p:cTn>
                              </p:par>
                            </p:childTnLst>
                          </p:cTn>
                        </p:par>
                        <p:par>
                          <p:cTn id="108" fill="hold">
                            <p:stCondLst>
                              <p:cond delay="500"/>
                            </p:stCondLst>
                            <p:childTnLst>
                              <p:par>
                                <p:cTn id="109" presetID="23" presetClass="entr" presetSubtype="16" fill="hold" nodeType="afterEffect">
                                  <p:stCondLst>
                                    <p:cond delay="0"/>
                                  </p:stCondLst>
                                  <p:childTnLst>
                                    <p:set>
                                      <p:cBhvr>
                                        <p:cTn id="110" dur="1" fill="hold">
                                          <p:stCondLst>
                                            <p:cond delay="0"/>
                                          </p:stCondLst>
                                        </p:cTn>
                                        <p:tgtEl>
                                          <p:spTgt spid="1468"/>
                                        </p:tgtEl>
                                        <p:attrNameLst>
                                          <p:attrName>style.visibility</p:attrName>
                                        </p:attrNameLst>
                                      </p:cBhvr>
                                      <p:to>
                                        <p:strVal val="visible"/>
                                      </p:to>
                                    </p:set>
                                    <p:anim calcmode="lin" valueType="num">
                                      <p:cBhvr additive="base">
                                        <p:cTn id="111" dur="500"/>
                                        <p:tgtEl>
                                          <p:spTgt spid="1468"/>
                                        </p:tgtEl>
                                        <p:attrNameLst>
                                          <p:attrName>ppt_w</p:attrName>
                                        </p:attrNameLst>
                                      </p:cBhvr>
                                      <p:tavLst>
                                        <p:tav tm="0">
                                          <p:val>
                                            <p:strVal val="0"/>
                                          </p:val>
                                        </p:tav>
                                        <p:tav tm="100000">
                                          <p:val>
                                            <p:strVal val="#ppt_w"/>
                                          </p:val>
                                        </p:tav>
                                      </p:tavLst>
                                    </p:anim>
                                    <p:anim calcmode="lin" valueType="num">
                                      <p:cBhvr additive="base">
                                        <p:cTn id="112" dur="500"/>
                                        <p:tgtEl>
                                          <p:spTgt spid="1468"/>
                                        </p:tgtEl>
                                        <p:attrNameLst>
                                          <p:attrName>ppt_h</p:attrName>
                                        </p:attrNameLst>
                                      </p:cBhvr>
                                      <p:tavLst>
                                        <p:tav tm="0">
                                          <p:val>
                                            <p:strVal val="0"/>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498"/>
                                        </p:tgtEl>
                                        <p:attrNameLst>
                                          <p:attrName>style.visibility</p:attrName>
                                        </p:attrNameLst>
                                      </p:cBhvr>
                                      <p:to>
                                        <p:strVal val="visible"/>
                                      </p:to>
                                    </p:set>
                                    <p:animEffect transition="in" filter="fade">
                                      <p:cBhvr>
                                        <p:cTn id="117" dur="500"/>
                                        <p:tgtEl>
                                          <p:spTgt spid="1498"/>
                                        </p:tgtEl>
                                      </p:cBhvr>
                                    </p:animEffect>
                                  </p:childTnLst>
                                </p:cTn>
                              </p:par>
                            </p:childTnLst>
                          </p:cTn>
                        </p:par>
                      </p:childTnLst>
                    </p:cTn>
                  </p:par>
                  <p:par>
                    <p:cTn id="118" fill="hold">
                      <p:stCondLst>
                        <p:cond delay="indefinite"/>
                      </p:stCondLst>
                      <p:childTnLst>
                        <p:par>
                          <p:cTn id="119" fill="hold">
                            <p:stCondLst>
                              <p:cond delay="0"/>
                            </p:stCondLst>
                            <p:childTnLst>
                              <p:par>
                                <p:cTn id="120" presetID="23" presetClass="entr" presetSubtype="16" fill="hold" nodeType="clickEffect">
                                  <p:stCondLst>
                                    <p:cond delay="0"/>
                                  </p:stCondLst>
                                  <p:childTnLst>
                                    <p:set>
                                      <p:cBhvr>
                                        <p:cTn id="121" dur="1" fill="hold">
                                          <p:stCondLst>
                                            <p:cond delay="0"/>
                                          </p:stCondLst>
                                        </p:cTn>
                                        <p:tgtEl>
                                          <p:spTgt spid="1495"/>
                                        </p:tgtEl>
                                        <p:attrNameLst>
                                          <p:attrName>style.visibility</p:attrName>
                                        </p:attrNameLst>
                                      </p:cBhvr>
                                      <p:to>
                                        <p:strVal val="visible"/>
                                      </p:to>
                                    </p:set>
                                    <p:anim calcmode="lin" valueType="num">
                                      <p:cBhvr additive="base">
                                        <p:cTn id="122" dur="500"/>
                                        <p:tgtEl>
                                          <p:spTgt spid="1495"/>
                                        </p:tgtEl>
                                        <p:attrNameLst>
                                          <p:attrName>ppt_w</p:attrName>
                                        </p:attrNameLst>
                                      </p:cBhvr>
                                      <p:tavLst>
                                        <p:tav tm="0">
                                          <p:val>
                                            <p:strVal val="0"/>
                                          </p:val>
                                        </p:tav>
                                        <p:tav tm="100000">
                                          <p:val>
                                            <p:strVal val="#ppt_w"/>
                                          </p:val>
                                        </p:tav>
                                      </p:tavLst>
                                    </p:anim>
                                    <p:anim calcmode="lin" valueType="num">
                                      <p:cBhvr additive="base">
                                        <p:cTn id="123" dur="500"/>
                                        <p:tgtEl>
                                          <p:spTgt spid="1495"/>
                                        </p:tgtEl>
                                        <p:attrNameLst>
                                          <p:attrName>ppt_h</p:attrName>
                                        </p:attrNameLst>
                                      </p:cBhvr>
                                      <p:tavLst>
                                        <p:tav tm="0">
                                          <p:val>
                                            <p:strVal val="0"/>
                                          </p:val>
                                        </p:tav>
                                        <p:tav tm="100000">
                                          <p:val>
                                            <p:strVal val="#ppt_h"/>
                                          </p:val>
                                        </p:tav>
                                      </p:tavLst>
                                    </p:anim>
                                  </p:childTnLst>
                                </p:cTn>
                              </p:par>
                              <p:par>
                                <p:cTn id="124" presetID="23" presetClass="entr" presetSubtype="16" fill="hold" nodeType="withEffect">
                                  <p:stCondLst>
                                    <p:cond delay="0"/>
                                  </p:stCondLst>
                                  <p:childTnLst>
                                    <p:set>
                                      <p:cBhvr>
                                        <p:cTn id="125" dur="1" fill="hold">
                                          <p:stCondLst>
                                            <p:cond delay="0"/>
                                          </p:stCondLst>
                                        </p:cTn>
                                        <p:tgtEl>
                                          <p:spTgt spid="1471"/>
                                        </p:tgtEl>
                                        <p:attrNameLst>
                                          <p:attrName>style.visibility</p:attrName>
                                        </p:attrNameLst>
                                      </p:cBhvr>
                                      <p:to>
                                        <p:strVal val="visible"/>
                                      </p:to>
                                    </p:set>
                                    <p:anim calcmode="lin" valueType="num">
                                      <p:cBhvr additive="base">
                                        <p:cTn id="126" dur="500"/>
                                        <p:tgtEl>
                                          <p:spTgt spid="1471"/>
                                        </p:tgtEl>
                                        <p:attrNameLst>
                                          <p:attrName>ppt_w</p:attrName>
                                        </p:attrNameLst>
                                      </p:cBhvr>
                                      <p:tavLst>
                                        <p:tav tm="0">
                                          <p:val>
                                            <p:strVal val="0"/>
                                          </p:val>
                                        </p:tav>
                                        <p:tav tm="100000">
                                          <p:val>
                                            <p:strVal val="#ppt_w"/>
                                          </p:val>
                                        </p:tav>
                                      </p:tavLst>
                                    </p:anim>
                                    <p:anim calcmode="lin" valueType="num">
                                      <p:cBhvr additive="base">
                                        <p:cTn id="127" dur="500"/>
                                        <p:tgtEl>
                                          <p:spTgt spid="1471"/>
                                        </p:tgtEl>
                                        <p:attrNameLst>
                                          <p:attrName>ppt_h</p:attrName>
                                        </p:attrNameLst>
                                      </p:cBhvr>
                                      <p:tavLst>
                                        <p:tav tm="0">
                                          <p:val>
                                            <p:str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23" presetClass="entr" presetSubtype="16" fill="hold" nodeType="clickEffect">
                                  <p:stCondLst>
                                    <p:cond delay="0"/>
                                  </p:stCondLst>
                                  <p:childTnLst>
                                    <p:set>
                                      <p:cBhvr>
                                        <p:cTn id="131" dur="1" fill="hold">
                                          <p:stCondLst>
                                            <p:cond delay="0"/>
                                          </p:stCondLst>
                                        </p:cTn>
                                        <p:tgtEl>
                                          <p:spTgt spid="1496"/>
                                        </p:tgtEl>
                                        <p:attrNameLst>
                                          <p:attrName>style.visibility</p:attrName>
                                        </p:attrNameLst>
                                      </p:cBhvr>
                                      <p:to>
                                        <p:strVal val="visible"/>
                                      </p:to>
                                    </p:set>
                                    <p:anim calcmode="lin" valueType="num">
                                      <p:cBhvr additive="base">
                                        <p:cTn id="132" dur="500"/>
                                        <p:tgtEl>
                                          <p:spTgt spid="1496"/>
                                        </p:tgtEl>
                                        <p:attrNameLst>
                                          <p:attrName>ppt_w</p:attrName>
                                        </p:attrNameLst>
                                      </p:cBhvr>
                                      <p:tavLst>
                                        <p:tav tm="0">
                                          <p:val>
                                            <p:strVal val="0"/>
                                          </p:val>
                                        </p:tav>
                                        <p:tav tm="100000">
                                          <p:val>
                                            <p:strVal val="#ppt_w"/>
                                          </p:val>
                                        </p:tav>
                                      </p:tavLst>
                                    </p:anim>
                                    <p:anim calcmode="lin" valueType="num">
                                      <p:cBhvr additive="base">
                                        <p:cTn id="133" dur="500"/>
                                        <p:tgtEl>
                                          <p:spTgt spid="1496"/>
                                        </p:tgtEl>
                                        <p:attrNameLst>
                                          <p:attrName>ppt_h</p:attrName>
                                        </p:attrNameLst>
                                      </p:cBhvr>
                                      <p:tavLst>
                                        <p:tav tm="0">
                                          <p:val>
                                            <p:strVal val="0"/>
                                          </p:val>
                                        </p:tav>
                                        <p:tav tm="100000">
                                          <p:val>
                                            <p:strVal val="#ppt_h"/>
                                          </p:val>
                                        </p:tav>
                                      </p:tavLst>
                                    </p:anim>
                                  </p:childTnLst>
                                </p:cTn>
                              </p:par>
                              <p:par>
                                <p:cTn id="134" presetID="23" presetClass="entr" presetSubtype="16" fill="hold" nodeType="withEffect">
                                  <p:stCondLst>
                                    <p:cond delay="0"/>
                                  </p:stCondLst>
                                  <p:childTnLst>
                                    <p:set>
                                      <p:cBhvr>
                                        <p:cTn id="135" dur="1" fill="hold">
                                          <p:stCondLst>
                                            <p:cond delay="0"/>
                                          </p:stCondLst>
                                        </p:cTn>
                                        <p:tgtEl>
                                          <p:spTgt spid="1474"/>
                                        </p:tgtEl>
                                        <p:attrNameLst>
                                          <p:attrName>style.visibility</p:attrName>
                                        </p:attrNameLst>
                                      </p:cBhvr>
                                      <p:to>
                                        <p:strVal val="visible"/>
                                      </p:to>
                                    </p:set>
                                    <p:anim calcmode="lin" valueType="num">
                                      <p:cBhvr additive="base">
                                        <p:cTn id="136" dur="500"/>
                                        <p:tgtEl>
                                          <p:spTgt spid="1474"/>
                                        </p:tgtEl>
                                        <p:attrNameLst>
                                          <p:attrName>ppt_w</p:attrName>
                                        </p:attrNameLst>
                                      </p:cBhvr>
                                      <p:tavLst>
                                        <p:tav tm="0">
                                          <p:val>
                                            <p:strVal val="0"/>
                                          </p:val>
                                        </p:tav>
                                        <p:tav tm="100000">
                                          <p:val>
                                            <p:strVal val="#ppt_w"/>
                                          </p:val>
                                        </p:tav>
                                      </p:tavLst>
                                    </p:anim>
                                    <p:anim calcmode="lin" valueType="num">
                                      <p:cBhvr additive="base">
                                        <p:cTn id="137" dur="500"/>
                                        <p:tgtEl>
                                          <p:spTgt spid="1474"/>
                                        </p:tgtEl>
                                        <p:attrNameLst>
                                          <p:attrName>ppt_h</p:attrName>
                                        </p:attrNameLst>
                                      </p:cBhvr>
                                      <p:tavLst>
                                        <p:tav tm="0">
                                          <p:val>
                                            <p:strVal val="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23" presetClass="entr" presetSubtype="16" fill="hold" nodeType="clickEffect">
                                  <p:stCondLst>
                                    <p:cond delay="0"/>
                                  </p:stCondLst>
                                  <p:childTnLst>
                                    <p:set>
                                      <p:cBhvr>
                                        <p:cTn id="141" dur="1" fill="hold">
                                          <p:stCondLst>
                                            <p:cond delay="0"/>
                                          </p:stCondLst>
                                        </p:cTn>
                                        <p:tgtEl>
                                          <p:spTgt spid="1497"/>
                                        </p:tgtEl>
                                        <p:attrNameLst>
                                          <p:attrName>style.visibility</p:attrName>
                                        </p:attrNameLst>
                                      </p:cBhvr>
                                      <p:to>
                                        <p:strVal val="visible"/>
                                      </p:to>
                                    </p:set>
                                    <p:anim calcmode="lin" valueType="num">
                                      <p:cBhvr additive="base">
                                        <p:cTn id="142" dur="500"/>
                                        <p:tgtEl>
                                          <p:spTgt spid="1497"/>
                                        </p:tgtEl>
                                        <p:attrNameLst>
                                          <p:attrName>ppt_w</p:attrName>
                                        </p:attrNameLst>
                                      </p:cBhvr>
                                      <p:tavLst>
                                        <p:tav tm="0">
                                          <p:val>
                                            <p:strVal val="0"/>
                                          </p:val>
                                        </p:tav>
                                        <p:tav tm="100000">
                                          <p:val>
                                            <p:strVal val="#ppt_w"/>
                                          </p:val>
                                        </p:tav>
                                      </p:tavLst>
                                    </p:anim>
                                    <p:anim calcmode="lin" valueType="num">
                                      <p:cBhvr additive="base">
                                        <p:cTn id="143" dur="500"/>
                                        <p:tgtEl>
                                          <p:spTgt spid="1497"/>
                                        </p:tgtEl>
                                        <p:attrNameLst>
                                          <p:attrName>ppt_h</p:attrName>
                                        </p:attrNameLst>
                                      </p:cBhvr>
                                      <p:tavLst>
                                        <p:tav tm="0">
                                          <p:val>
                                            <p:strVal val="0"/>
                                          </p:val>
                                        </p:tav>
                                        <p:tav tm="100000">
                                          <p:val>
                                            <p:strVal val="#ppt_h"/>
                                          </p:val>
                                        </p:tav>
                                      </p:tavLst>
                                    </p:anim>
                                  </p:childTnLst>
                                </p:cTn>
                              </p:par>
                              <p:par>
                                <p:cTn id="144" presetID="23" presetClass="entr" presetSubtype="16" fill="hold" nodeType="withEffect">
                                  <p:stCondLst>
                                    <p:cond delay="0"/>
                                  </p:stCondLst>
                                  <p:childTnLst>
                                    <p:set>
                                      <p:cBhvr>
                                        <p:cTn id="145" dur="1" fill="hold">
                                          <p:stCondLst>
                                            <p:cond delay="0"/>
                                          </p:stCondLst>
                                        </p:cTn>
                                        <p:tgtEl>
                                          <p:spTgt spid="1477"/>
                                        </p:tgtEl>
                                        <p:attrNameLst>
                                          <p:attrName>style.visibility</p:attrName>
                                        </p:attrNameLst>
                                      </p:cBhvr>
                                      <p:to>
                                        <p:strVal val="visible"/>
                                      </p:to>
                                    </p:set>
                                    <p:anim calcmode="lin" valueType="num">
                                      <p:cBhvr additive="base">
                                        <p:cTn id="146" dur="500"/>
                                        <p:tgtEl>
                                          <p:spTgt spid="1477"/>
                                        </p:tgtEl>
                                        <p:attrNameLst>
                                          <p:attrName>ppt_w</p:attrName>
                                        </p:attrNameLst>
                                      </p:cBhvr>
                                      <p:tavLst>
                                        <p:tav tm="0">
                                          <p:val>
                                            <p:strVal val="0"/>
                                          </p:val>
                                        </p:tav>
                                        <p:tav tm="100000">
                                          <p:val>
                                            <p:strVal val="#ppt_w"/>
                                          </p:val>
                                        </p:tav>
                                      </p:tavLst>
                                    </p:anim>
                                    <p:anim calcmode="lin" valueType="num">
                                      <p:cBhvr additive="base">
                                        <p:cTn id="147" dur="500"/>
                                        <p:tgtEl>
                                          <p:spTgt spid="1477"/>
                                        </p:tgtEl>
                                        <p:attrNameLst>
                                          <p:attrName>ppt_h</p:attrName>
                                        </p:attrNameLst>
                                      </p:cBhvr>
                                      <p:tavLst>
                                        <p:tav tm="0">
                                          <p:val>
                                            <p:strVal val="0"/>
                                          </p:val>
                                        </p:tav>
                                        <p:tav tm="100000">
                                          <p:val>
                                            <p:strVal val="#ppt_h"/>
                                          </p:val>
                                        </p:tav>
                                      </p:tavLst>
                                    </p:anim>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1488"/>
                                        </p:tgtEl>
                                        <p:attrNameLst>
                                          <p:attrName>style.visibility</p:attrName>
                                        </p:attrNameLst>
                                      </p:cBhvr>
                                      <p:to>
                                        <p:strVal val="visible"/>
                                      </p:to>
                                    </p:set>
                                    <p:animEffect transition="in" filter="fade">
                                      <p:cBhvr>
                                        <p:cTn id="152" dur="500"/>
                                        <p:tgtEl>
                                          <p:spTgt spid="1488"/>
                                        </p:tgtEl>
                                      </p:cBhvr>
                                    </p:animEffect>
                                  </p:childTnLst>
                                </p:cTn>
                              </p:par>
                            </p:childTnLst>
                          </p:cTn>
                        </p:par>
                      </p:childTnLst>
                    </p:cTn>
                  </p:par>
                  <p:par>
                    <p:cTn id="153" fill="hold">
                      <p:stCondLst>
                        <p:cond delay="indefinite"/>
                      </p:stCondLst>
                      <p:childTnLst>
                        <p:par>
                          <p:cTn id="154" fill="hold">
                            <p:stCondLst>
                              <p:cond delay="0"/>
                            </p:stCondLst>
                            <p:childTnLst>
                              <p:par>
                                <p:cTn id="155" presetID="23" presetClass="entr" presetSubtype="16" fill="hold" nodeType="clickEffect">
                                  <p:stCondLst>
                                    <p:cond delay="0"/>
                                  </p:stCondLst>
                                  <p:childTnLst>
                                    <p:set>
                                      <p:cBhvr>
                                        <p:cTn id="156" dur="1" fill="hold">
                                          <p:stCondLst>
                                            <p:cond delay="0"/>
                                          </p:stCondLst>
                                        </p:cTn>
                                        <p:tgtEl>
                                          <p:spTgt spid="1502"/>
                                        </p:tgtEl>
                                        <p:attrNameLst>
                                          <p:attrName>style.visibility</p:attrName>
                                        </p:attrNameLst>
                                      </p:cBhvr>
                                      <p:to>
                                        <p:strVal val="visible"/>
                                      </p:to>
                                    </p:set>
                                    <p:anim calcmode="lin" valueType="num">
                                      <p:cBhvr additive="base">
                                        <p:cTn id="157" dur="500"/>
                                        <p:tgtEl>
                                          <p:spTgt spid="1502"/>
                                        </p:tgtEl>
                                        <p:attrNameLst>
                                          <p:attrName>ppt_w</p:attrName>
                                        </p:attrNameLst>
                                      </p:cBhvr>
                                      <p:tavLst>
                                        <p:tav tm="0">
                                          <p:val>
                                            <p:strVal val="0"/>
                                          </p:val>
                                        </p:tav>
                                        <p:tav tm="100000">
                                          <p:val>
                                            <p:strVal val="#ppt_w"/>
                                          </p:val>
                                        </p:tav>
                                      </p:tavLst>
                                    </p:anim>
                                    <p:anim calcmode="lin" valueType="num">
                                      <p:cBhvr additive="base">
                                        <p:cTn id="158" dur="500"/>
                                        <p:tgtEl>
                                          <p:spTgt spid="1502"/>
                                        </p:tgtEl>
                                        <p:attrNameLst>
                                          <p:attrName>ppt_h</p:attrName>
                                        </p:attrNameLst>
                                      </p:cBhvr>
                                      <p:tavLst>
                                        <p:tav tm="0">
                                          <p:val>
                                            <p:strVal val="0"/>
                                          </p:val>
                                        </p:tav>
                                        <p:tav tm="100000">
                                          <p:val>
                                            <p:strVal val="#ppt_h"/>
                                          </p:val>
                                        </p:tav>
                                      </p:tavLst>
                                    </p:anim>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nodeType="clickEffect">
                                  <p:stCondLst>
                                    <p:cond delay="0"/>
                                  </p:stCondLst>
                                  <p:childTnLst>
                                    <p:set>
                                      <p:cBhvr>
                                        <p:cTn id="162" dur="1" fill="hold">
                                          <p:stCondLst>
                                            <p:cond delay="0"/>
                                          </p:stCondLst>
                                        </p:cTn>
                                        <p:tgtEl>
                                          <p:spTgt spid="1503"/>
                                        </p:tgtEl>
                                        <p:attrNameLst>
                                          <p:attrName>style.visibility</p:attrName>
                                        </p:attrNameLst>
                                      </p:cBhvr>
                                      <p:to>
                                        <p:strVal val="visible"/>
                                      </p:to>
                                    </p:set>
                                    <p:animEffect transition="in" filter="fade">
                                      <p:cBhvr>
                                        <p:cTn id="163" dur="500"/>
                                        <p:tgtEl>
                                          <p:spTgt spid="1503"/>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1506"/>
                                        </p:tgtEl>
                                        <p:attrNameLst>
                                          <p:attrName>style.visibility</p:attrName>
                                        </p:attrNameLst>
                                      </p:cBhvr>
                                      <p:to>
                                        <p:strVal val="visible"/>
                                      </p:to>
                                    </p:set>
                                    <p:animEffect transition="in" filter="fade">
                                      <p:cBhvr>
                                        <p:cTn id="168" dur="500"/>
                                        <p:tgtEl>
                                          <p:spTgt spid="1506"/>
                                        </p:tgtEl>
                                      </p:cBhvr>
                                    </p:animEffect>
                                  </p:childTnLst>
                                </p:cTn>
                              </p:par>
                            </p:childTnLst>
                          </p:cTn>
                        </p:par>
                      </p:childTnLst>
                    </p:cTn>
                  </p:par>
                  <p:par>
                    <p:cTn id="169" fill="hold">
                      <p:stCondLst>
                        <p:cond delay="indefinite"/>
                      </p:stCondLst>
                      <p:childTnLst>
                        <p:par>
                          <p:cTn id="170" fill="hold">
                            <p:stCondLst>
                              <p:cond delay="0"/>
                            </p:stCondLst>
                            <p:childTnLst>
                              <p:par>
                                <p:cTn id="171" presetID="23" presetClass="entr" presetSubtype="16" fill="hold" nodeType="clickEffect">
                                  <p:stCondLst>
                                    <p:cond delay="0"/>
                                  </p:stCondLst>
                                  <p:childTnLst>
                                    <p:set>
                                      <p:cBhvr>
                                        <p:cTn id="172" dur="1" fill="hold">
                                          <p:stCondLst>
                                            <p:cond delay="0"/>
                                          </p:stCondLst>
                                        </p:cTn>
                                        <p:tgtEl>
                                          <p:spTgt spid="1509"/>
                                        </p:tgtEl>
                                        <p:attrNameLst>
                                          <p:attrName>style.visibility</p:attrName>
                                        </p:attrNameLst>
                                      </p:cBhvr>
                                      <p:to>
                                        <p:strVal val="visible"/>
                                      </p:to>
                                    </p:set>
                                    <p:anim calcmode="lin" valueType="num">
                                      <p:cBhvr additive="base">
                                        <p:cTn id="173" dur="500"/>
                                        <p:tgtEl>
                                          <p:spTgt spid="1509"/>
                                        </p:tgtEl>
                                        <p:attrNameLst>
                                          <p:attrName>ppt_w</p:attrName>
                                        </p:attrNameLst>
                                      </p:cBhvr>
                                      <p:tavLst>
                                        <p:tav tm="0">
                                          <p:val>
                                            <p:strVal val="0"/>
                                          </p:val>
                                        </p:tav>
                                        <p:tav tm="100000">
                                          <p:val>
                                            <p:strVal val="#ppt_w"/>
                                          </p:val>
                                        </p:tav>
                                      </p:tavLst>
                                    </p:anim>
                                    <p:anim calcmode="lin" valueType="num">
                                      <p:cBhvr additive="base">
                                        <p:cTn id="174" dur="500"/>
                                        <p:tgtEl>
                                          <p:spTgt spid="1509"/>
                                        </p:tgtEl>
                                        <p:attrNameLst>
                                          <p:attrName>ppt_h</p:attrName>
                                        </p:attrNameLst>
                                      </p:cBhvr>
                                      <p:tavLst>
                                        <p:tav tm="0">
                                          <p:val>
                                            <p:strVal val="0"/>
                                          </p:val>
                                        </p:tav>
                                        <p:tav tm="100000">
                                          <p:val>
                                            <p:strVal val="#ppt_h"/>
                                          </p:val>
                                        </p:tav>
                                      </p:tavLst>
                                    </p:anim>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nodeType="clickEffect">
                                  <p:stCondLst>
                                    <p:cond delay="0"/>
                                  </p:stCondLst>
                                  <p:childTnLst>
                                    <p:set>
                                      <p:cBhvr>
                                        <p:cTn id="178" dur="1" fill="hold">
                                          <p:stCondLst>
                                            <p:cond delay="0"/>
                                          </p:stCondLst>
                                        </p:cTn>
                                        <p:tgtEl>
                                          <p:spTgt spid="1510"/>
                                        </p:tgtEl>
                                        <p:attrNameLst>
                                          <p:attrName>style.visibility</p:attrName>
                                        </p:attrNameLst>
                                      </p:cBhvr>
                                      <p:to>
                                        <p:strVal val="visible"/>
                                      </p:to>
                                    </p:set>
                                    <p:animEffect transition="in" filter="fade">
                                      <p:cBhvr>
                                        <p:cTn id="179" dur="500"/>
                                        <p:tgtEl>
                                          <p:spTgt spid="1510"/>
                                        </p:tgtEl>
                                      </p:cBhvr>
                                    </p:animEffect>
                                  </p:childTnLst>
                                </p:cTn>
                              </p:par>
                            </p:childTnLst>
                          </p:cTn>
                        </p:par>
                      </p:childTnLst>
                    </p:cTn>
                  </p:par>
                  <p:par>
                    <p:cTn id="180" fill="hold">
                      <p:stCondLst>
                        <p:cond delay="indefinite"/>
                      </p:stCondLst>
                      <p:childTnLst>
                        <p:par>
                          <p:cTn id="181" fill="hold">
                            <p:stCondLst>
                              <p:cond delay="0"/>
                            </p:stCondLst>
                            <p:childTnLst>
                              <p:par>
                                <p:cTn id="182" presetID="10" presetClass="entr" presetSubtype="0" fill="hold" nodeType="clickEffect">
                                  <p:stCondLst>
                                    <p:cond delay="0"/>
                                  </p:stCondLst>
                                  <p:childTnLst>
                                    <p:set>
                                      <p:cBhvr>
                                        <p:cTn id="183" dur="1" fill="hold">
                                          <p:stCondLst>
                                            <p:cond delay="0"/>
                                          </p:stCondLst>
                                        </p:cTn>
                                        <p:tgtEl>
                                          <p:spTgt spid="1499"/>
                                        </p:tgtEl>
                                        <p:attrNameLst>
                                          <p:attrName>style.visibility</p:attrName>
                                        </p:attrNameLst>
                                      </p:cBhvr>
                                      <p:to>
                                        <p:strVal val="visible"/>
                                      </p:to>
                                    </p:set>
                                    <p:animEffect transition="in" filter="fade">
                                      <p:cBhvr>
                                        <p:cTn id="184" dur="500"/>
                                        <p:tgtEl>
                                          <p:spTgt spid="1499"/>
                                        </p:tgtEl>
                                      </p:cBhvr>
                                    </p:animEffect>
                                  </p:childTnLst>
                                </p:cTn>
                              </p:par>
                            </p:childTnLst>
                          </p:cTn>
                        </p:par>
                      </p:childTnLst>
                    </p:cTn>
                  </p:par>
                  <p:par>
                    <p:cTn id="185" fill="hold">
                      <p:stCondLst>
                        <p:cond delay="indefinite"/>
                      </p:stCondLst>
                      <p:childTnLst>
                        <p:par>
                          <p:cTn id="186" fill="hold">
                            <p:stCondLst>
                              <p:cond delay="0"/>
                            </p:stCondLst>
                            <p:childTnLst>
                              <p:par>
                                <p:cTn id="187" presetID="23" presetClass="entr" presetSubtype="16" fill="hold" nodeType="clickEffect">
                                  <p:stCondLst>
                                    <p:cond delay="0"/>
                                  </p:stCondLst>
                                  <p:childTnLst>
                                    <p:set>
                                      <p:cBhvr>
                                        <p:cTn id="188" dur="1" fill="hold">
                                          <p:stCondLst>
                                            <p:cond delay="0"/>
                                          </p:stCondLst>
                                        </p:cTn>
                                        <p:tgtEl>
                                          <p:spTgt spid="1513"/>
                                        </p:tgtEl>
                                        <p:attrNameLst>
                                          <p:attrName>style.visibility</p:attrName>
                                        </p:attrNameLst>
                                      </p:cBhvr>
                                      <p:to>
                                        <p:strVal val="visible"/>
                                      </p:to>
                                    </p:set>
                                    <p:anim calcmode="lin" valueType="num">
                                      <p:cBhvr additive="base">
                                        <p:cTn id="189" dur="500"/>
                                        <p:tgtEl>
                                          <p:spTgt spid="1513"/>
                                        </p:tgtEl>
                                        <p:attrNameLst>
                                          <p:attrName>ppt_w</p:attrName>
                                        </p:attrNameLst>
                                      </p:cBhvr>
                                      <p:tavLst>
                                        <p:tav tm="0">
                                          <p:val>
                                            <p:strVal val="0"/>
                                          </p:val>
                                        </p:tav>
                                        <p:tav tm="100000">
                                          <p:val>
                                            <p:strVal val="#ppt_w"/>
                                          </p:val>
                                        </p:tav>
                                      </p:tavLst>
                                    </p:anim>
                                    <p:anim calcmode="lin" valueType="num">
                                      <p:cBhvr additive="base">
                                        <p:cTn id="190" dur="500"/>
                                        <p:tgtEl>
                                          <p:spTgt spid="1513"/>
                                        </p:tgtEl>
                                        <p:attrNameLst>
                                          <p:attrName>ppt_h</p:attrName>
                                        </p:attrNameLst>
                                      </p:cBhvr>
                                      <p:tavLst>
                                        <p:tav tm="0">
                                          <p:val>
                                            <p:strVal val="0"/>
                                          </p:val>
                                        </p:tav>
                                        <p:tav tm="100000">
                                          <p:val>
                                            <p:strVal val="#ppt_h"/>
                                          </p:val>
                                        </p:tav>
                                      </p:tavLst>
                                    </p:anim>
                                  </p:childTnLst>
                                </p:cTn>
                              </p:par>
                            </p:childTnLst>
                          </p:cTn>
                        </p:par>
                      </p:childTnLst>
                    </p:cTn>
                  </p:par>
                  <p:par>
                    <p:cTn id="191" fill="hold">
                      <p:stCondLst>
                        <p:cond delay="indefinite"/>
                      </p:stCondLst>
                      <p:childTnLst>
                        <p:par>
                          <p:cTn id="192"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1514"/>
                                        </p:tgtEl>
                                        <p:attrNameLst>
                                          <p:attrName>style.visibility</p:attrName>
                                        </p:attrNameLst>
                                      </p:cBhvr>
                                      <p:to>
                                        <p:strVal val="visible"/>
                                      </p:to>
                                    </p:set>
                                    <p:animEffect transition="in" filter="fade">
                                      <p:cBhvr>
                                        <p:cTn id="195" dur="500"/>
                                        <p:tgtEl>
                                          <p:spTgt spid="1514"/>
                                        </p:tgtEl>
                                      </p:cBhvr>
                                    </p:animEffect>
                                  </p:childTnLst>
                                </p:cTn>
                              </p:par>
                            </p:childTnLst>
                          </p:cTn>
                        </p:par>
                      </p:childTnLst>
                    </p:cTn>
                  </p:par>
                  <p:par>
                    <p:cTn id="196" fill="hold">
                      <p:stCondLst>
                        <p:cond delay="indefinite"/>
                      </p:stCondLst>
                      <p:childTnLst>
                        <p:par>
                          <p:cTn id="197" fill="hold">
                            <p:stCondLst>
                              <p:cond delay="0"/>
                            </p:stCondLst>
                            <p:childTnLst>
                              <p:par>
                                <p:cTn id="198" presetID="23" presetClass="entr" presetSubtype="16" fill="hold" nodeType="clickEffect">
                                  <p:stCondLst>
                                    <p:cond delay="0"/>
                                  </p:stCondLst>
                                  <p:childTnLst>
                                    <p:set>
                                      <p:cBhvr>
                                        <p:cTn id="199" dur="1" fill="hold">
                                          <p:stCondLst>
                                            <p:cond delay="0"/>
                                          </p:stCondLst>
                                        </p:cTn>
                                        <p:tgtEl>
                                          <p:spTgt spid="1517"/>
                                        </p:tgtEl>
                                        <p:attrNameLst>
                                          <p:attrName>style.visibility</p:attrName>
                                        </p:attrNameLst>
                                      </p:cBhvr>
                                      <p:to>
                                        <p:strVal val="visible"/>
                                      </p:to>
                                    </p:set>
                                    <p:anim calcmode="lin" valueType="num">
                                      <p:cBhvr additive="base">
                                        <p:cTn id="200" dur="500"/>
                                        <p:tgtEl>
                                          <p:spTgt spid="1517"/>
                                        </p:tgtEl>
                                        <p:attrNameLst>
                                          <p:attrName>ppt_w</p:attrName>
                                        </p:attrNameLst>
                                      </p:cBhvr>
                                      <p:tavLst>
                                        <p:tav tm="0">
                                          <p:val>
                                            <p:strVal val="0"/>
                                          </p:val>
                                        </p:tav>
                                        <p:tav tm="100000">
                                          <p:val>
                                            <p:strVal val="#ppt_w"/>
                                          </p:val>
                                        </p:tav>
                                      </p:tavLst>
                                    </p:anim>
                                    <p:anim calcmode="lin" valueType="num">
                                      <p:cBhvr additive="base">
                                        <p:cTn id="201" dur="500"/>
                                        <p:tgtEl>
                                          <p:spTgt spid="1517"/>
                                        </p:tgtEl>
                                        <p:attrNameLst>
                                          <p:attrName>ppt_h</p:attrName>
                                        </p:attrNameLst>
                                      </p:cBhvr>
                                      <p:tavLst>
                                        <p:tav tm="0">
                                          <p:val>
                                            <p:strVal val="0"/>
                                          </p:val>
                                        </p:tav>
                                        <p:tav tm="100000">
                                          <p:val>
                                            <p:strVal val="#ppt_h"/>
                                          </p:val>
                                        </p:tav>
                                      </p:tavLst>
                                    </p:anim>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nodeType="clickEffect">
                                  <p:stCondLst>
                                    <p:cond delay="0"/>
                                  </p:stCondLst>
                                  <p:childTnLst>
                                    <p:set>
                                      <p:cBhvr>
                                        <p:cTn id="205" dur="1" fill="hold">
                                          <p:stCondLst>
                                            <p:cond delay="0"/>
                                          </p:stCondLst>
                                        </p:cTn>
                                        <p:tgtEl>
                                          <p:spTgt spid="1518"/>
                                        </p:tgtEl>
                                        <p:attrNameLst>
                                          <p:attrName>style.visibility</p:attrName>
                                        </p:attrNameLst>
                                      </p:cBhvr>
                                      <p:to>
                                        <p:strVal val="visible"/>
                                      </p:to>
                                    </p:set>
                                    <p:animEffect transition="in" filter="fade">
                                      <p:cBhvr>
                                        <p:cTn id="206" dur="500"/>
                                        <p:tgtEl>
                                          <p:spTgt spid="1518"/>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nodeType="clickEffect">
                                  <p:stCondLst>
                                    <p:cond delay="0"/>
                                  </p:stCondLst>
                                  <p:childTnLst>
                                    <p:set>
                                      <p:cBhvr>
                                        <p:cTn id="210" dur="1" fill="hold">
                                          <p:stCondLst>
                                            <p:cond delay="0"/>
                                          </p:stCondLst>
                                        </p:cTn>
                                        <p:tgtEl>
                                          <p:spTgt spid="1521"/>
                                        </p:tgtEl>
                                        <p:attrNameLst>
                                          <p:attrName>style.visibility</p:attrName>
                                        </p:attrNameLst>
                                      </p:cBhvr>
                                      <p:to>
                                        <p:strVal val="visible"/>
                                      </p:to>
                                    </p:set>
                                    <p:animEffect transition="in" filter="fade">
                                      <p:cBhvr>
                                        <p:cTn id="211" dur="500"/>
                                        <p:tgtEl>
                                          <p:spTgt spid="1521"/>
                                        </p:tgtEl>
                                      </p:cBhvr>
                                    </p:animEffect>
                                  </p:childTnLst>
                                </p:cTn>
                              </p:par>
                            </p:childTnLst>
                          </p:cTn>
                        </p:par>
                      </p:childTnLst>
                    </p:cTn>
                  </p:par>
                  <p:par>
                    <p:cTn id="212" fill="hold">
                      <p:stCondLst>
                        <p:cond delay="indefinite"/>
                      </p:stCondLst>
                      <p:childTnLst>
                        <p:par>
                          <p:cTn id="213" fill="hold">
                            <p:stCondLst>
                              <p:cond delay="0"/>
                            </p:stCondLst>
                            <p:childTnLst>
                              <p:par>
                                <p:cTn id="214" presetID="23" presetClass="entr" presetSubtype="16" fill="hold" nodeType="clickEffect">
                                  <p:stCondLst>
                                    <p:cond delay="0"/>
                                  </p:stCondLst>
                                  <p:childTnLst>
                                    <p:set>
                                      <p:cBhvr>
                                        <p:cTn id="215" dur="1" fill="hold">
                                          <p:stCondLst>
                                            <p:cond delay="0"/>
                                          </p:stCondLst>
                                        </p:cTn>
                                        <p:tgtEl>
                                          <p:spTgt spid="1524"/>
                                        </p:tgtEl>
                                        <p:attrNameLst>
                                          <p:attrName>style.visibility</p:attrName>
                                        </p:attrNameLst>
                                      </p:cBhvr>
                                      <p:to>
                                        <p:strVal val="visible"/>
                                      </p:to>
                                    </p:set>
                                    <p:anim calcmode="lin" valueType="num">
                                      <p:cBhvr additive="base">
                                        <p:cTn id="216" dur="500"/>
                                        <p:tgtEl>
                                          <p:spTgt spid="1524"/>
                                        </p:tgtEl>
                                        <p:attrNameLst>
                                          <p:attrName>ppt_w</p:attrName>
                                        </p:attrNameLst>
                                      </p:cBhvr>
                                      <p:tavLst>
                                        <p:tav tm="0">
                                          <p:val>
                                            <p:strVal val="0"/>
                                          </p:val>
                                        </p:tav>
                                        <p:tav tm="100000">
                                          <p:val>
                                            <p:strVal val="#ppt_w"/>
                                          </p:val>
                                        </p:tav>
                                      </p:tavLst>
                                    </p:anim>
                                    <p:anim calcmode="lin" valueType="num">
                                      <p:cBhvr additive="base">
                                        <p:cTn id="217" dur="500"/>
                                        <p:tgtEl>
                                          <p:spTgt spid="1524"/>
                                        </p:tgtEl>
                                        <p:attrNameLst>
                                          <p:attrName>ppt_h</p:attrName>
                                        </p:attrNameLst>
                                      </p:cBhvr>
                                      <p:tavLst>
                                        <p:tav tm="0">
                                          <p:val>
                                            <p:strVal val="0"/>
                                          </p:val>
                                        </p:tav>
                                        <p:tav tm="100000">
                                          <p:val>
                                            <p:strVal val="#ppt_h"/>
                                          </p:val>
                                        </p:tav>
                                      </p:tavLst>
                                    </p:anim>
                                  </p:childTnLst>
                                </p:cTn>
                              </p:par>
                            </p:childTnLst>
                          </p:cTn>
                        </p:par>
                      </p:childTnLst>
                    </p:cTn>
                  </p:par>
                  <p:par>
                    <p:cTn id="218" fill="hold">
                      <p:stCondLst>
                        <p:cond delay="indefinite"/>
                      </p:stCondLst>
                      <p:childTnLst>
                        <p:par>
                          <p:cTn id="219" fill="hold">
                            <p:stCondLst>
                              <p:cond delay="0"/>
                            </p:stCondLst>
                            <p:childTnLst>
                              <p:par>
                                <p:cTn id="220" presetID="10" presetClass="entr" presetSubtype="0" fill="hold" nodeType="clickEffect">
                                  <p:stCondLst>
                                    <p:cond delay="0"/>
                                  </p:stCondLst>
                                  <p:childTnLst>
                                    <p:set>
                                      <p:cBhvr>
                                        <p:cTn id="221" dur="1" fill="hold">
                                          <p:stCondLst>
                                            <p:cond delay="0"/>
                                          </p:stCondLst>
                                        </p:cTn>
                                        <p:tgtEl>
                                          <p:spTgt spid="1525"/>
                                        </p:tgtEl>
                                        <p:attrNameLst>
                                          <p:attrName>style.visibility</p:attrName>
                                        </p:attrNameLst>
                                      </p:cBhvr>
                                      <p:to>
                                        <p:strVal val="visible"/>
                                      </p:to>
                                    </p:set>
                                    <p:animEffect transition="in" filter="fade">
                                      <p:cBhvr>
                                        <p:cTn id="222" dur="500"/>
                                        <p:tgtEl>
                                          <p:spTgt spid="1525"/>
                                        </p:tgtEl>
                                      </p:cBhvr>
                                    </p:animEffect>
                                  </p:childTnLst>
                                </p:cTn>
                              </p:par>
                            </p:childTnLst>
                          </p:cTn>
                        </p:par>
                      </p:childTnLst>
                    </p:cTn>
                  </p:par>
                  <p:par>
                    <p:cTn id="223" fill="hold">
                      <p:stCondLst>
                        <p:cond delay="indefinite"/>
                      </p:stCondLst>
                      <p:childTnLst>
                        <p:par>
                          <p:cTn id="224" fill="hold">
                            <p:stCondLst>
                              <p:cond delay="0"/>
                            </p:stCondLst>
                            <p:childTnLst>
                              <p:par>
                                <p:cTn id="225" presetID="10" presetClass="entr" presetSubtype="0" fill="hold" nodeType="clickEffect">
                                  <p:stCondLst>
                                    <p:cond delay="0"/>
                                  </p:stCondLst>
                                  <p:childTnLst>
                                    <p:set>
                                      <p:cBhvr>
                                        <p:cTn id="226" dur="1" fill="hold">
                                          <p:stCondLst>
                                            <p:cond delay="0"/>
                                          </p:stCondLst>
                                        </p:cTn>
                                        <p:tgtEl>
                                          <p:spTgt spid="1539"/>
                                        </p:tgtEl>
                                        <p:attrNameLst>
                                          <p:attrName>style.visibility</p:attrName>
                                        </p:attrNameLst>
                                      </p:cBhvr>
                                      <p:to>
                                        <p:strVal val="visible"/>
                                      </p:to>
                                    </p:set>
                                    <p:animEffect transition="in" filter="fade">
                                      <p:cBhvr>
                                        <p:cTn id="227" dur="500"/>
                                        <p:tgtEl>
                                          <p:spTgt spid="1539"/>
                                        </p:tgtEl>
                                      </p:cBhvr>
                                    </p:animEffect>
                                  </p:childTnLst>
                                </p:cTn>
                              </p:par>
                            </p:childTnLst>
                          </p:cTn>
                        </p:par>
                      </p:childTnLst>
                    </p:cTn>
                  </p:par>
                  <p:par>
                    <p:cTn id="228" fill="hold">
                      <p:stCondLst>
                        <p:cond delay="indefinite"/>
                      </p:stCondLst>
                      <p:childTnLst>
                        <p:par>
                          <p:cTn id="229" fill="hold">
                            <p:stCondLst>
                              <p:cond delay="0"/>
                            </p:stCondLst>
                            <p:childTnLst>
                              <p:par>
                                <p:cTn id="230" presetID="23" presetClass="entr" presetSubtype="16" fill="hold" nodeType="clickEffect">
                                  <p:stCondLst>
                                    <p:cond delay="0"/>
                                  </p:stCondLst>
                                  <p:childTnLst>
                                    <p:set>
                                      <p:cBhvr>
                                        <p:cTn id="231" dur="1" fill="hold">
                                          <p:stCondLst>
                                            <p:cond delay="0"/>
                                          </p:stCondLst>
                                        </p:cTn>
                                        <p:tgtEl>
                                          <p:spTgt spid="1542"/>
                                        </p:tgtEl>
                                        <p:attrNameLst>
                                          <p:attrName>style.visibility</p:attrName>
                                        </p:attrNameLst>
                                      </p:cBhvr>
                                      <p:to>
                                        <p:strVal val="visible"/>
                                      </p:to>
                                    </p:set>
                                    <p:anim calcmode="lin" valueType="num">
                                      <p:cBhvr additive="base">
                                        <p:cTn id="232" dur="500"/>
                                        <p:tgtEl>
                                          <p:spTgt spid="1542"/>
                                        </p:tgtEl>
                                        <p:attrNameLst>
                                          <p:attrName>ppt_w</p:attrName>
                                        </p:attrNameLst>
                                      </p:cBhvr>
                                      <p:tavLst>
                                        <p:tav tm="0">
                                          <p:val>
                                            <p:strVal val="0"/>
                                          </p:val>
                                        </p:tav>
                                        <p:tav tm="100000">
                                          <p:val>
                                            <p:strVal val="#ppt_w"/>
                                          </p:val>
                                        </p:tav>
                                      </p:tavLst>
                                    </p:anim>
                                    <p:anim calcmode="lin" valueType="num">
                                      <p:cBhvr additive="base">
                                        <p:cTn id="233" dur="500"/>
                                        <p:tgtEl>
                                          <p:spTgt spid="1542"/>
                                        </p:tgtEl>
                                        <p:attrNameLst>
                                          <p:attrName>ppt_h</p:attrName>
                                        </p:attrNameLst>
                                      </p:cBhvr>
                                      <p:tavLst>
                                        <p:tav tm="0">
                                          <p:val>
                                            <p:strVal val="0"/>
                                          </p:val>
                                        </p:tav>
                                        <p:tav tm="100000">
                                          <p:val>
                                            <p:strVal val="#ppt_h"/>
                                          </p:val>
                                        </p:tav>
                                      </p:tavLst>
                                    </p:anim>
                                  </p:childTnLst>
                                </p:cTn>
                              </p:par>
                            </p:childTnLst>
                          </p:cTn>
                        </p:par>
                      </p:childTnLst>
                    </p:cTn>
                  </p:par>
                  <p:par>
                    <p:cTn id="234" fill="hold">
                      <p:stCondLst>
                        <p:cond delay="indefinite"/>
                      </p:stCondLst>
                      <p:childTnLst>
                        <p:par>
                          <p:cTn id="235" fill="hold">
                            <p:stCondLst>
                              <p:cond delay="0"/>
                            </p:stCondLst>
                            <p:childTnLst>
                              <p:par>
                                <p:cTn id="236" presetID="23" presetClass="entr" presetSubtype="16" fill="hold" nodeType="clickEffect">
                                  <p:stCondLst>
                                    <p:cond delay="0"/>
                                  </p:stCondLst>
                                  <p:childTnLst>
                                    <p:set>
                                      <p:cBhvr>
                                        <p:cTn id="237" dur="1" fill="hold">
                                          <p:stCondLst>
                                            <p:cond delay="0"/>
                                          </p:stCondLst>
                                        </p:cTn>
                                        <p:tgtEl>
                                          <p:spTgt spid="1543"/>
                                        </p:tgtEl>
                                        <p:attrNameLst>
                                          <p:attrName>style.visibility</p:attrName>
                                        </p:attrNameLst>
                                      </p:cBhvr>
                                      <p:to>
                                        <p:strVal val="visible"/>
                                      </p:to>
                                    </p:set>
                                    <p:anim calcmode="lin" valueType="num">
                                      <p:cBhvr additive="base">
                                        <p:cTn id="238" dur="500"/>
                                        <p:tgtEl>
                                          <p:spTgt spid="1543"/>
                                        </p:tgtEl>
                                        <p:attrNameLst>
                                          <p:attrName>ppt_w</p:attrName>
                                        </p:attrNameLst>
                                      </p:cBhvr>
                                      <p:tavLst>
                                        <p:tav tm="0">
                                          <p:val>
                                            <p:strVal val="0"/>
                                          </p:val>
                                        </p:tav>
                                        <p:tav tm="100000">
                                          <p:val>
                                            <p:strVal val="#ppt_w"/>
                                          </p:val>
                                        </p:tav>
                                      </p:tavLst>
                                    </p:anim>
                                    <p:anim calcmode="lin" valueType="num">
                                      <p:cBhvr additive="base">
                                        <p:cTn id="239" dur="500"/>
                                        <p:tgtEl>
                                          <p:spTgt spid="1543"/>
                                        </p:tgtEl>
                                        <p:attrNameLst>
                                          <p:attrName>ppt_h</p:attrName>
                                        </p:attrNameLst>
                                      </p:cBhvr>
                                      <p:tavLst>
                                        <p:tav tm="0">
                                          <p:val>
                                            <p:strVal val="0"/>
                                          </p:val>
                                        </p:tav>
                                        <p:tav tm="100000">
                                          <p:val>
                                            <p:strVal val="#ppt_h"/>
                                          </p:val>
                                        </p:tav>
                                      </p:tavLst>
                                    </p:anim>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nodeType="clickEffect">
                                  <p:stCondLst>
                                    <p:cond delay="0"/>
                                  </p:stCondLst>
                                  <p:childTnLst>
                                    <p:set>
                                      <p:cBhvr>
                                        <p:cTn id="243" dur="1" fill="hold">
                                          <p:stCondLst>
                                            <p:cond delay="0"/>
                                          </p:stCondLst>
                                        </p:cTn>
                                        <p:tgtEl>
                                          <p:spTgt spid="1534"/>
                                        </p:tgtEl>
                                        <p:attrNameLst>
                                          <p:attrName>style.visibility</p:attrName>
                                        </p:attrNameLst>
                                      </p:cBhvr>
                                      <p:to>
                                        <p:strVal val="visible"/>
                                      </p:to>
                                    </p:set>
                                    <p:animEffect transition="in" filter="fade">
                                      <p:cBhvr>
                                        <p:cTn id="244" dur="500"/>
                                        <p:tgtEl>
                                          <p:spTgt spid="1534"/>
                                        </p:tgtEl>
                                      </p:cBhvr>
                                    </p:animEffect>
                                  </p:childTnLst>
                                </p:cTn>
                              </p:par>
                            </p:childTnLst>
                          </p:cTn>
                        </p:par>
                      </p:childTnLst>
                    </p:cTn>
                  </p:par>
                  <p:par>
                    <p:cTn id="245" fill="hold">
                      <p:stCondLst>
                        <p:cond delay="indefinite"/>
                      </p:stCondLst>
                      <p:childTnLst>
                        <p:par>
                          <p:cTn id="246" fill="hold">
                            <p:stCondLst>
                              <p:cond delay="0"/>
                            </p:stCondLst>
                            <p:childTnLst>
                              <p:par>
                                <p:cTn id="247" presetID="23" presetClass="entr" presetSubtype="16" fill="hold" nodeType="clickEffect">
                                  <p:stCondLst>
                                    <p:cond delay="0"/>
                                  </p:stCondLst>
                                  <p:childTnLst>
                                    <p:set>
                                      <p:cBhvr>
                                        <p:cTn id="248" dur="1" fill="hold">
                                          <p:stCondLst>
                                            <p:cond delay="0"/>
                                          </p:stCondLst>
                                        </p:cTn>
                                        <p:tgtEl>
                                          <p:spTgt spid="1537"/>
                                        </p:tgtEl>
                                        <p:attrNameLst>
                                          <p:attrName>style.visibility</p:attrName>
                                        </p:attrNameLst>
                                      </p:cBhvr>
                                      <p:to>
                                        <p:strVal val="visible"/>
                                      </p:to>
                                    </p:set>
                                    <p:anim calcmode="lin" valueType="num">
                                      <p:cBhvr additive="base">
                                        <p:cTn id="249" dur="500"/>
                                        <p:tgtEl>
                                          <p:spTgt spid="1537"/>
                                        </p:tgtEl>
                                        <p:attrNameLst>
                                          <p:attrName>ppt_w</p:attrName>
                                        </p:attrNameLst>
                                      </p:cBhvr>
                                      <p:tavLst>
                                        <p:tav tm="0">
                                          <p:val>
                                            <p:strVal val="0"/>
                                          </p:val>
                                        </p:tav>
                                        <p:tav tm="100000">
                                          <p:val>
                                            <p:strVal val="#ppt_w"/>
                                          </p:val>
                                        </p:tav>
                                      </p:tavLst>
                                    </p:anim>
                                    <p:anim calcmode="lin" valueType="num">
                                      <p:cBhvr additive="base">
                                        <p:cTn id="250" dur="500"/>
                                        <p:tgtEl>
                                          <p:spTgt spid="1537"/>
                                        </p:tgtEl>
                                        <p:attrNameLst>
                                          <p:attrName>ppt_h</p:attrName>
                                        </p:attrNameLst>
                                      </p:cBhvr>
                                      <p:tavLst>
                                        <p:tav tm="0">
                                          <p:val>
                                            <p:strVal val="0"/>
                                          </p:val>
                                        </p:tav>
                                        <p:tav tm="100000">
                                          <p:val>
                                            <p:strVal val="#ppt_h"/>
                                          </p:val>
                                        </p:tav>
                                      </p:tavLst>
                                    </p:anim>
                                  </p:childTnLst>
                                </p:cTn>
                              </p:par>
                            </p:childTnLst>
                          </p:cTn>
                        </p:par>
                      </p:childTnLst>
                    </p:cTn>
                  </p:par>
                  <p:par>
                    <p:cTn id="251" fill="hold">
                      <p:stCondLst>
                        <p:cond delay="indefinite"/>
                      </p:stCondLst>
                      <p:childTnLst>
                        <p:par>
                          <p:cTn id="252" fill="hold">
                            <p:stCondLst>
                              <p:cond delay="0"/>
                            </p:stCondLst>
                            <p:childTnLst>
                              <p:par>
                                <p:cTn id="253" presetID="23" presetClass="entr" presetSubtype="16" fill="hold" nodeType="clickEffect">
                                  <p:stCondLst>
                                    <p:cond delay="0"/>
                                  </p:stCondLst>
                                  <p:childTnLst>
                                    <p:set>
                                      <p:cBhvr>
                                        <p:cTn id="254" dur="1" fill="hold">
                                          <p:stCondLst>
                                            <p:cond delay="0"/>
                                          </p:stCondLst>
                                        </p:cTn>
                                        <p:tgtEl>
                                          <p:spTgt spid="1538"/>
                                        </p:tgtEl>
                                        <p:attrNameLst>
                                          <p:attrName>style.visibility</p:attrName>
                                        </p:attrNameLst>
                                      </p:cBhvr>
                                      <p:to>
                                        <p:strVal val="visible"/>
                                      </p:to>
                                    </p:set>
                                    <p:anim calcmode="lin" valueType="num">
                                      <p:cBhvr additive="base">
                                        <p:cTn id="255" dur="500"/>
                                        <p:tgtEl>
                                          <p:spTgt spid="1538"/>
                                        </p:tgtEl>
                                        <p:attrNameLst>
                                          <p:attrName>ppt_w</p:attrName>
                                        </p:attrNameLst>
                                      </p:cBhvr>
                                      <p:tavLst>
                                        <p:tav tm="0">
                                          <p:val>
                                            <p:strVal val="0"/>
                                          </p:val>
                                        </p:tav>
                                        <p:tav tm="100000">
                                          <p:val>
                                            <p:strVal val="#ppt_w"/>
                                          </p:val>
                                        </p:tav>
                                      </p:tavLst>
                                    </p:anim>
                                    <p:anim calcmode="lin" valueType="num">
                                      <p:cBhvr additive="base">
                                        <p:cTn id="256" dur="500"/>
                                        <p:tgtEl>
                                          <p:spTgt spid="1538"/>
                                        </p:tgtEl>
                                        <p:attrNameLst>
                                          <p:attrName>ppt_h</p:attrName>
                                        </p:attrNameLst>
                                      </p:cBhvr>
                                      <p:tavLst>
                                        <p:tav tm="0">
                                          <p:val>
                                            <p:strVal val="0"/>
                                          </p:val>
                                        </p:tav>
                                        <p:tav tm="100000">
                                          <p:val>
                                            <p:strVal val="#ppt_h"/>
                                          </p:val>
                                        </p:tav>
                                      </p:tavLst>
                                    </p:anim>
                                  </p:childTnLst>
                                </p:cTn>
                              </p:par>
                            </p:childTnLst>
                          </p:cTn>
                        </p:par>
                      </p:childTnLst>
                    </p:cTn>
                  </p:par>
                  <p:par>
                    <p:cTn id="257" fill="hold">
                      <p:stCondLst>
                        <p:cond delay="indefinite"/>
                      </p:stCondLst>
                      <p:childTnLst>
                        <p:par>
                          <p:cTn id="258" fill="hold">
                            <p:stCondLst>
                              <p:cond delay="0"/>
                            </p:stCondLst>
                            <p:childTnLst>
                              <p:par>
                                <p:cTn id="259" presetID="10" presetClass="entr" presetSubtype="0" fill="hold" nodeType="clickEffect">
                                  <p:stCondLst>
                                    <p:cond delay="0"/>
                                  </p:stCondLst>
                                  <p:childTnLst>
                                    <p:set>
                                      <p:cBhvr>
                                        <p:cTn id="260" dur="1" fill="hold">
                                          <p:stCondLst>
                                            <p:cond delay="0"/>
                                          </p:stCondLst>
                                        </p:cTn>
                                        <p:tgtEl>
                                          <p:spTgt spid="1545"/>
                                        </p:tgtEl>
                                        <p:attrNameLst>
                                          <p:attrName>style.visibility</p:attrName>
                                        </p:attrNameLst>
                                      </p:cBhvr>
                                      <p:to>
                                        <p:strVal val="visible"/>
                                      </p:to>
                                    </p:set>
                                    <p:animEffect transition="in" filter="fade">
                                      <p:cBhvr>
                                        <p:cTn id="261" dur="500"/>
                                        <p:tgtEl>
                                          <p:spTgt spid="1545"/>
                                        </p:tgtEl>
                                      </p:cBhvr>
                                    </p:animEffect>
                                  </p:childTnLst>
                                </p:cTn>
                              </p:par>
                            </p:childTnLst>
                          </p:cTn>
                        </p:par>
                      </p:childTnLst>
                    </p:cTn>
                  </p:par>
                  <p:par>
                    <p:cTn id="262" fill="hold">
                      <p:stCondLst>
                        <p:cond delay="indefinite"/>
                      </p:stCondLst>
                      <p:childTnLst>
                        <p:par>
                          <p:cTn id="263" fill="hold">
                            <p:stCondLst>
                              <p:cond delay="0"/>
                            </p:stCondLst>
                            <p:childTnLst>
                              <p:par>
                                <p:cTn id="264" presetID="23" presetClass="entr" presetSubtype="16" fill="hold" nodeType="clickEffect">
                                  <p:stCondLst>
                                    <p:cond delay="0"/>
                                  </p:stCondLst>
                                  <p:childTnLst>
                                    <p:set>
                                      <p:cBhvr>
                                        <p:cTn id="265" dur="1" fill="hold">
                                          <p:stCondLst>
                                            <p:cond delay="0"/>
                                          </p:stCondLst>
                                        </p:cTn>
                                        <p:tgtEl>
                                          <p:spTgt spid="1548"/>
                                        </p:tgtEl>
                                        <p:attrNameLst>
                                          <p:attrName>style.visibility</p:attrName>
                                        </p:attrNameLst>
                                      </p:cBhvr>
                                      <p:to>
                                        <p:strVal val="visible"/>
                                      </p:to>
                                    </p:set>
                                    <p:anim calcmode="lin" valueType="num">
                                      <p:cBhvr additive="base">
                                        <p:cTn id="266" dur="500"/>
                                        <p:tgtEl>
                                          <p:spTgt spid="1548"/>
                                        </p:tgtEl>
                                        <p:attrNameLst>
                                          <p:attrName>ppt_w</p:attrName>
                                        </p:attrNameLst>
                                      </p:cBhvr>
                                      <p:tavLst>
                                        <p:tav tm="0">
                                          <p:val>
                                            <p:strVal val="0"/>
                                          </p:val>
                                        </p:tav>
                                        <p:tav tm="100000">
                                          <p:val>
                                            <p:strVal val="#ppt_w"/>
                                          </p:val>
                                        </p:tav>
                                      </p:tavLst>
                                    </p:anim>
                                    <p:anim calcmode="lin" valueType="num">
                                      <p:cBhvr additive="base">
                                        <p:cTn id="267" dur="500"/>
                                        <p:tgtEl>
                                          <p:spTgt spid="1548"/>
                                        </p:tgtEl>
                                        <p:attrNameLst>
                                          <p:attrName>ppt_h</p:attrName>
                                        </p:attrNameLst>
                                      </p:cBhvr>
                                      <p:tavLst>
                                        <p:tav tm="0">
                                          <p:val>
                                            <p:strVal val="0"/>
                                          </p:val>
                                        </p:tav>
                                        <p:tav tm="100000">
                                          <p:val>
                                            <p:strVal val="#ppt_h"/>
                                          </p:val>
                                        </p:tav>
                                      </p:tavLst>
                                    </p:anim>
                                  </p:childTnLst>
                                </p:cTn>
                              </p:par>
                            </p:childTnLst>
                          </p:cTn>
                        </p:par>
                      </p:childTnLst>
                    </p:cTn>
                  </p:par>
                  <p:par>
                    <p:cTn id="268" fill="hold">
                      <p:stCondLst>
                        <p:cond delay="indefinite"/>
                      </p:stCondLst>
                      <p:childTnLst>
                        <p:par>
                          <p:cTn id="269" fill="hold">
                            <p:stCondLst>
                              <p:cond delay="0"/>
                            </p:stCondLst>
                            <p:childTnLst>
                              <p:par>
                                <p:cTn id="270" presetID="10" presetClass="entr" presetSubtype="0" fill="hold" nodeType="clickEffect">
                                  <p:stCondLst>
                                    <p:cond delay="0"/>
                                  </p:stCondLst>
                                  <p:childTnLst>
                                    <p:set>
                                      <p:cBhvr>
                                        <p:cTn id="271" dur="1" fill="hold">
                                          <p:stCondLst>
                                            <p:cond delay="0"/>
                                          </p:stCondLst>
                                        </p:cTn>
                                        <p:tgtEl>
                                          <p:spTgt spid="1528"/>
                                        </p:tgtEl>
                                        <p:attrNameLst>
                                          <p:attrName>style.visibility</p:attrName>
                                        </p:attrNameLst>
                                      </p:cBhvr>
                                      <p:to>
                                        <p:strVal val="visible"/>
                                      </p:to>
                                    </p:set>
                                    <p:animEffect transition="in" filter="fade">
                                      <p:cBhvr>
                                        <p:cTn id="272" dur="500"/>
                                        <p:tgtEl>
                                          <p:spTgt spid="1528"/>
                                        </p:tgtEl>
                                      </p:cBhvr>
                                    </p:animEffect>
                                  </p:childTnLst>
                                </p:cTn>
                              </p:par>
                            </p:childTnLst>
                          </p:cTn>
                        </p:par>
                      </p:childTnLst>
                    </p:cTn>
                  </p:par>
                  <p:par>
                    <p:cTn id="273" fill="hold">
                      <p:stCondLst>
                        <p:cond delay="indefinite"/>
                      </p:stCondLst>
                      <p:childTnLst>
                        <p:par>
                          <p:cTn id="274" fill="hold">
                            <p:stCondLst>
                              <p:cond delay="0"/>
                            </p:stCondLst>
                            <p:childTnLst>
                              <p:par>
                                <p:cTn id="275" presetID="23" presetClass="entr" presetSubtype="16" fill="hold" nodeType="clickEffect">
                                  <p:stCondLst>
                                    <p:cond delay="0"/>
                                  </p:stCondLst>
                                  <p:childTnLst>
                                    <p:set>
                                      <p:cBhvr>
                                        <p:cTn id="276" dur="1" fill="hold">
                                          <p:stCondLst>
                                            <p:cond delay="0"/>
                                          </p:stCondLst>
                                        </p:cTn>
                                        <p:tgtEl>
                                          <p:spTgt spid="1531"/>
                                        </p:tgtEl>
                                        <p:attrNameLst>
                                          <p:attrName>style.visibility</p:attrName>
                                        </p:attrNameLst>
                                      </p:cBhvr>
                                      <p:to>
                                        <p:strVal val="visible"/>
                                      </p:to>
                                    </p:set>
                                    <p:anim calcmode="lin" valueType="num">
                                      <p:cBhvr additive="base">
                                        <p:cTn id="277" dur="500"/>
                                        <p:tgtEl>
                                          <p:spTgt spid="1531"/>
                                        </p:tgtEl>
                                        <p:attrNameLst>
                                          <p:attrName>ppt_w</p:attrName>
                                        </p:attrNameLst>
                                      </p:cBhvr>
                                      <p:tavLst>
                                        <p:tav tm="0">
                                          <p:val>
                                            <p:strVal val="0"/>
                                          </p:val>
                                        </p:tav>
                                        <p:tav tm="100000">
                                          <p:val>
                                            <p:strVal val="#ppt_w"/>
                                          </p:val>
                                        </p:tav>
                                      </p:tavLst>
                                    </p:anim>
                                    <p:anim calcmode="lin" valueType="num">
                                      <p:cBhvr additive="base">
                                        <p:cTn id="278" dur="500"/>
                                        <p:tgtEl>
                                          <p:spTgt spid="1531"/>
                                        </p:tgtEl>
                                        <p:attrNameLst>
                                          <p:attrName>ppt_h</p:attrName>
                                        </p:attrNameLst>
                                      </p:cBhvr>
                                      <p:tavLst>
                                        <p:tav tm="0">
                                          <p:val>
                                            <p:strVal val="0"/>
                                          </p:val>
                                        </p:tav>
                                        <p:tav tm="100000">
                                          <p:val>
                                            <p:strVal val="#ppt_h"/>
                                          </p:val>
                                        </p:tav>
                                      </p:tavLst>
                                    </p:anim>
                                  </p:childTnLst>
                                </p:cTn>
                              </p:par>
                            </p:childTnLst>
                          </p:cTn>
                        </p:par>
                      </p:childTnLst>
                    </p:cTn>
                  </p:par>
                  <p:par>
                    <p:cTn id="279" fill="hold">
                      <p:stCondLst>
                        <p:cond delay="indefinite"/>
                      </p:stCondLst>
                      <p:childTnLst>
                        <p:par>
                          <p:cTn id="280" fill="hold">
                            <p:stCondLst>
                              <p:cond delay="0"/>
                            </p:stCondLst>
                            <p:childTnLst>
                              <p:par>
                                <p:cTn id="281" presetID="23" presetClass="entr" presetSubtype="16" fill="hold" nodeType="clickEffect">
                                  <p:stCondLst>
                                    <p:cond delay="0"/>
                                  </p:stCondLst>
                                  <p:childTnLst>
                                    <p:set>
                                      <p:cBhvr>
                                        <p:cTn id="282" dur="1" fill="hold">
                                          <p:stCondLst>
                                            <p:cond delay="0"/>
                                          </p:stCondLst>
                                        </p:cTn>
                                        <p:tgtEl>
                                          <p:spTgt spid="1532"/>
                                        </p:tgtEl>
                                        <p:attrNameLst>
                                          <p:attrName>style.visibility</p:attrName>
                                        </p:attrNameLst>
                                      </p:cBhvr>
                                      <p:to>
                                        <p:strVal val="visible"/>
                                      </p:to>
                                    </p:set>
                                    <p:anim calcmode="lin" valueType="num">
                                      <p:cBhvr additive="base">
                                        <p:cTn id="283" dur="500"/>
                                        <p:tgtEl>
                                          <p:spTgt spid="1532"/>
                                        </p:tgtEl>
                                        <p:attrNameLst>
                                          <p:attrName>ppt_w</p:attrName>
                                        </p:attrNameLst>
                                      </p:cBhvr>
                                      <p:tavLst>
                                        <p:tav tm="0">
                                          <p:val>
                                            <p:strVal val="0"/>
                                          </p:val>
                                        </p:tav>
                                        <p:tav tm="100000">
                                          <p:val>
                                            <p:strVal val="#ppt_w"/>
                                          </p:val>
                                        </p:tav>
                                      </p:tavLst>
                                    </p:anim>
                                    <p:anim calcmode="lin" valueType="num">
                                      <p:cBhvr additive="base">
                                        <p:cTn id="284" dur="500"/>
                                        <p:tgtEl>
                                          <p:spTgt spid="1532"/>
                                        </p:tgtEl>
                                        <p:attrNameLst>
                                          <p:attrName>ppt_h</p:attrName>
                                        </p:attrNameLst>
                                      </p:cBhvr>
                                      <p:tavLst>
                                        <p:tav tm="0">
                                          <p:val>
                                            <p:strVal val="0"/>
                                          </p:val>
                                        </p:tav>
                                        <p:tav tm="100000">
                                          <p:val>
                                            <p:strVal val="#ppt_h"/>
                                          </p:val>
                                        </p:tav>
                                      </p:tavLst>
                                    </p:anim>
                                  </p:childTnLst>
                                </p:cTn>
                              </p:par>
                            </p:childTnLst>
                          </p:cTn>
                        </p:par>
                      </p:childTnLst>
                    </p:cTn>
                  </p:par>
                  <p:par>
                    <p:cTn id="285" fill="hold">
                      <p:stCondLst>
                        <p:cond delay="indefinite"/>
                      </p:stCondLst>
                      <p:childTnLst>
                        <p:par>
                          <p:cTn id="286" fill="hold">
                            <p:stCondLst>
                              <p:cond delay="0"/>
                            </p:stCondLst>
                            <p:childTnLst>
                              <p:par>
                                <p:cTn id="287" presetID="10" presetClass="exit" presetSubtype="0" fill="hold" nodeType="clickEffect">
                                  <p:stCondLst>
                                    <p:cond delay="0"/>
                                  </p:stCondLst>
                                  <p:childTnLst>
                                    <p:animEffect transition="out" filter="fade">
                                      <p:cBhvr>
                                        <p:cTn id="288" dur="500"/>
                                        <p:tgtEl>
                                          <p:spTgt spid="1474"/>
                                        </p:tgtEl>
                                      </p:cBhvr>
                                    </p:animEffect>
                                    <p:set>
                                      <p:cBhvr>
                                        <p:cTn id="289" dur="1" fill="hold">
                                          <p:stCondLst>
                                            <p:cond delay="500"/>
                                          </p:stCondLst>
                                        </p:cTn>
                                        <p:tgtEl>
                                          <p:spTgt spid="1474"/>
                                        </p:tgtEl>
                                        <p:attrNameLst>
                                          <p:attrName>style.visibility</p:attrName>
                                        </p:attrNameLst>
                                      </p:cBhvr>
                                      <p:to>
                                        <p:strVal val="hidden"/>
                                      </p:to>
                                    </p:set>
                                  </p:childTnLst>
                                </p:cTn>
                              </p:par>
                            </p:childTnLst>
                          </p:cTn>
                        </p:par>
                        <p:par>
                          <p:cTn id="290" fill="hold">
                            <p:stCondLst>
                              <p:cond delay="500"/>
                            </p:stCondLst>
                            <p:childTnLst>
                              <p:par>
                                <p:cTn id="291" presetID="1" presetClass="exit" presetSubtype="0" fill="hold" nodeType="afterEffect">
                                  <p:stCondLst>
                                    <p:cond delay="0"/>
                                  </p:stCondLst>
                                  <p:childTnLst>
                                    <p:set>
                                      <p:cBhvr>
                                        <p:cTn id="292" dur="1" fill="hold">
                                          <p:stCondLst>
                                            <p:cond delay="1"/>
                                          </p:stCondLst>
                                        </p:cTn>
                                        <p:tgtEl>
                                          <p:spTgt spid="1497"/>
                                        </p:tgtEl>
                                        <p:attrNameLst>
                                          <p:attrName>style.visibility</p:attrName>
                                        </p:attrNameLst>
                                      </p:cBhvr>
                                      <p:to>
                                        <p:strVal val="hidden"/>
                                      </p:to>
                                    </p:set>
                                  </p:childTnLst>
                                </p:cTn>
                              </p:par>
                            </p:childTnLst>
                          </p:cTn>
                        </p:par>
                      </p:childTnLst>
                    </p:cTn>
                  </p:par>
                  <p:par>
                    <p:cTn id="293" fill="hold">
                      <p:stCondLst>
                        <p:cond delay="indefinite"/>
                      </p:stCondLst>
                      <p:childTnLst>
                        <p:par>
                          <p:cTn id="294" fill="hold">
                            <p:stCondLst>
                              <p:cond delay="0"/>
                            </p:stCondLst>
                            <p:childTnLst>
                              <p:par>
                                <p:cTn id="295" presetID="23" presetClass="entr" presetSubtype="16" fill="hold" nodeType="clickEffect">
                                  <p:stCondLst>
                                    <p:cond delay="0"/>
                                  </p:stCondLst>
                                  <p:childTnLst>
                                    <p:set>
                                      <p:cBhvr>
                                        <p:cTn id="296" dur="1" fill="hold">
                                          <p:stCondLst>
                                            <p:cond delay="0"/>
                                          </p:stCondLst>
                                        </p:cTn>
                                        <p:tgtEl>
                                          <p:spTgt spid="1533"/>
                                        </p:tgtEl>
                                        <p:attrNameLst>
                                          <p:attrName>style.visibility</p:attrName>
                                        </p:attrNameLst>
                                      </p:cBhvr>
                                      <p:to>
                                        <p:strVal val="visible"/>
                                      </p:to>
                                    </p:set>
                                    <p:anim calcmode="lin" valueType="num">
                                      <p:cBhvr additive="base">
                                        <p:cTn id="297" dur="500"/>
                                        <p:tgtEl>
                                          <p:spTgt spid="1533"/>
                                        </p:tgtEl>
                                        <p:attrNameLst>
                                          <p:attrName>ppt_w</p:attrName>
                                        </p:attrNameLst>
                                      </p:cBhvr>
                                      <p:tavLst>
                                        <p:tav tm="0">
                                          <p:val>
                                            <p:strVal val="0"/>
                                          </p:val>
                                        </p:tav>
                                        <p:tav tm="100000">
                                          <p:val>
                                            <p:strVal val="#ppt_w"/>
                                          </p:val>
                                        </p:tav>
                                      </p:tavLst>
                                    </p:anim>
                                    <p:anim calcmode="lin" valueType="num">
                                      <p:cBhvr additive="base">
                                        <p:cTn id="298" dur="500"/>
                                        <p:tgtEl>
                                          <p:spTgt spid="1533"/>
                                        </p:tgtEl>
                                        <p:attrNameLst>
                                          <p:attrName>ppt_h</p:attrName>
                                        </p:attrNameLst>
                                      </p:cBhvr>
                                      <p:tavLst>
                                        <p:tav tm="0">
                                          <p:val>
                                            <p:strVal val="0"/>
                                          </p:val>
                                        </p:tav>
                                        <p:tav tm="100000">
                                          <p:val>
                                            <p:strVal val="#ppt_h"/>
                                          </p:val>
                                        </p:tav>
                                      </p:tavLst>
                                    </p:anim>
                                  </p:childTnLst>
                                </p:cTn>
                              </p:par>
                            </p:childTnLst>
                          </p:cTn>
                        </p:par>
                      </p:childTnLst>
                    </p:cTn>
                  </p:par>
                  <p:par>
                    <p:cTn id="299" fill="hold">
                      <p:stCondLst>
                        <p:cond delay="indefinite"/>
                      </p:stCondLst>
                      <p:childTnLst>
                        <p:par>
                          <p:cTn id="300" fill="hold">
                            <p:stCondLst>
                              <p:cond delay="0"/>
                            </p:stCondLst>
                            <p:childTnLst>
                              <p:par>
                                <p:cTn id="301" presetID="10" presetClass="exit" presetSubtype="0" fill="hold" nodeType="clickEffect">
                                  <p:stCondLst>
                                    <p:cond delay="0"/>
                                  </p:stCondLst>
                                  <p:childTnLst>
                                    <p:animEffect transition="out" filter="fade">
                                      <p:cBhvr>
                                        <p:cTn id="302" dur="500"/>
                                        <p:tgtEl>
                                          <p:spTgt spid="1491"/>
                                        </p:tgtEl>
                                      </p:cBhvr>
                                    </p:animEffect>
                                    <p:set>
                                      <p:cBhvr>
                                        <p:cTn id="303" dur="1" fill="hold">
                                          <p:stCondLst>
                                            <p:cond delay="500"/>
                                          </p:stCondLst>
                                        </p:cTn>
                                        <p:tgtEl>
                                          <p:spTgt spid="1491"/>
                                        </p:tgtEl>
                                        <p:attrNameLst>
                                          <p:attrName>style.visibility</p:attrName>
                                        </p:attrNameLst>
                                      </p:cBhvr>
                                      <p:to>
                                        <p:strVal val="hidden"/>
                                      </p:to>
                                    </p:set>
                                  </p:childTnLst>
                                </p:cTn>
                              </p:par>
                              <p:par>
                                <p:cTn id="304" presetID="10" presetClass="exit" presetSubtype="0" fill="hold" nodeType="withEffect">
                                  <p:stCondLst>
                                    <p:cond delay="0"/>
                                  </p:stCondLst>
                                  <p:childTnLst>
                                    <p:animEffect transition="out" filter="fade">
                                      <p:cBhvr>
                                        <p:cTn id="305" dur="500"/>
                                        <p:tgtEl>
                                          <p:spTgt spid="1459"/>
                                        </p:tgtEl>
                                      </p:cBhvr>
                                    </p:animEffect>
                                    <p:set>
                                      <p:cBhvr>
                                        <p:cTn id="306" dur="1" fill="hold">
                                          <p:stCondLst>
                                            <p:cond delay="500"/>
                                          </p:stCondLst>
                                        </p:cTn>
                                        <p:tgtEl>
                                          <p:spTgt spid="1459"/>
                                        </p:tgtEl>
                                        <p:attrNameLst>
                                          <p:attrName>style.visibility</p:attrName>
                                        </p:attrNameLst>
                                      </p:cBhvr>
                                      <p:to>
                                        <p:strVal val="hidden"/>
                                      </p:to>
                                    </p:set>
                                  </p:childTnLst>
                                </p:cTn>
                              </p:par>
                              <p:par>
                                <p:cTn id="307" presetID="10" presetClass="exit" presetSubtype="0" fill="hold" nodeType="withEffect">
                                  <p:stCondLst>
                                    <p:cond delay="0"/>
                                  </p:stCondLst>
                                  <p:childTnLst>
                                    <p:animEffect transition="out" filter="fade">
                                      <p:cBhvr>
                                        <p:cTn id="308" dur="500"/>
                                        <p:tgtEl>
                                          <p:spTgt spid="1492"/>
                                        </p:tgtEl>
                                      </p:cBhvr>
                                    </p:animEffect>
                                    <p:set>
                                      <p:cBhvr>
                                        <p:cTn id="309" dur="1" fill="hold">
                                          <p:stCondLst>
                                            <p:cond delay="500"/>
                                          </p:stCondLst>
                                        </p:cTn>
                                        <p:tgtEl>
                                          <p:spTgt spid="1492"/>
                                        </p:tgtEl>
                                        <p:attrNameLst>
                                          <p:attrName>style.visibility</p:attrName>
                                        </p:attrNameLst>
                                      </p:cBhvr>
                                      <p:to>
                                        <p:strVal val="hidden"/>
                                      </p:to>
                                    </p:set>
                                  </p:childTnLst>
                                </p:cTn>
                              </p:par>
                              <p:par>
                                <p:cTn id="310" presetID="10" presetClass="exit" presetSubtype="0" fill="hold" nodeType="withEffect">
                                  <p:stCondLst>
                                    <p:cond delay="0"/>
                                  </p:stCondLst>
                                  <p:childTnLst>
                                    <p:animEffect transition="out" filter="fade">
                                      <p:cBhvr>
                                        <p:cTn id="311" dur="500"/>
                                        <p:tgtEl>
                                          <p:spTgt spid="1462"/>
                                        </p:tgtEl>
                                      </p:cBhvr>
                                    </p:animEffect>
                                    <p:set>
                                      <p:cBhvr>
                                        <p:cTn id="312" dur="1" fill="hold">
                                          <p:stCondLst>
                                            <p:cond delay="500"/>
                                          </p:stCondLst>
                                        </p:cTn>
                                        <p:tgtEl>
                                          <p:spTgt spid="1462"/>
                                        </p:tgtEl>
                                        <p:attrNameLst>
                                          <p:attrName>style.visibility</p:attrName>
                                        </p:attrNameLst>
                                      </p:cBhvr>
                                      <p:to>
                                        <p:strVal val="hidden"/>
                                      </p:to>
                                    </p:set>
                                  </p:childTnLst>
                                </p:cTn>
                              </p:par>
                              <p:par>
                                <p:cTn id="313" presetID="10" presetClass="exit" presetSubtype="0" fill="hold" nodeType="withEffect">
                                  <p:stCondLst>
                                    <p:cond delay="0"/>
                                  </p:stCondLst>
                                  <p:childTnLst>
                                    <p:animEffect transition="out" filter="fade">
                                      <p:cBhvr>
                                        <p:cTn id="314" dur="500"/>
                                        <p:tgtEl>
                                          <p:spTgt spid="1493"/>
                                        </p:tgtEl>
                                      </p:cBhvr>
                                    </p:animEffect>
                                    <p:set>
                                      <p:cBhvr>
                                        <p:cTn id="315" dur="1" fill="hold">
                                          <p:stCondLst>
                                            <p:cond delay="500"/>
                                          </p:stCondLst>
                                        </p:cTn>
                                        <p:tgtEl>
                                          <p:spTgt spid="1493"/>
                                        </p:tgtEl>
                                        <p:attrNameLst>
                                          <p:attrName>style.visibility</p:attrName>
                                        </p:attrNameLst>
                                      </p:cBhvr>
                                      <p:to>
                                        <p:strVal val="hidden"/>
                                      </p:to>
                                    </p:set>
                                  </p:childTnLst>
                                </p:cTn>
                              </p:par>
                              <p:par>
                                <p:cTn id="316" presetID="10" presetClass="exit" presetSubtype="0" fill="hold" nodeType="withEffect">
                                  <p:stCondLst>
                                    <p:cond delay="0"/>
                                  </p:stCondLst>
                                  <p:childTnLst>
                                    <p:animEffect transition="out" filter="fade">
                                      <p:cBhvr>
                                        <p:cTn id="317" dur="500"/>
                                        <p:tgtEl>
                                          <p:spTgt spid="1465"/>
                                        </p:tgtEl>
                                      </p:cBhvr>
                                    </p:animEffect>
                                    <p:set>
                                      <p:cBhvr>
                                        <p:cTn id="318" dur="1" fill="hold">
                                          <p:stCondLst>
                                            <p:cond delay="500"/>
                                          </p:stCondLst>
                                        </p:cTn>
                                        <p:tgtEl>
                                          <p:spTgt spid="1465"/>
                                        </p:tgtEl>
                                        <p:attrNameLst>
                                          <p:attrName>style.visibility</p:attrName>
                                        </p:attrNameLst>
                                      </p:cBhvr>
                                      <p:to>
                                        <p:strVal val="hidden"/>
                                      </p:to>
                                    </p:set>
                                  </p:childTnLst>
                                </p:cTn>
                              </p:par>
                              <p:par>
                                <p:cTn id="319" presetID="10" presetClass="exit" presetSubtype="0" fill="hold" nodeType="withEffect">
                                  <p:stCondLst>
                                    <p:cond delay="0"/>
                                  </p:stCondLst>
                                  <p:childTnLst>
                                    <p:animEffect transition="out" filter="fade">
                                      <p:cBhvr>
                                        <p:cTn id="320" dur="500"/>
                                        <p:tgtEl>
                                          <p:spTgt spid="1494"/>
                                        </p:tgtEl>
                                      </p:cBhvr>
                                    </p:animEffect>
                                    <p:set>
                                      <p:cBhvr>
                                        <p:cTn id="321" dur="1" fill="hold">
                                          <p:stCondLst>
                                            <p:cond delay="500"/>
                                          </p:stCondLst>
                                        </p:cTn>
                                        <p:tgtEl>
                                          <p:spTgt spid="1494"/>
                                        </p:tgtEl>
                                        <p:attrNameLst>
                                          <p:attrName>style.visibility</p:attrName>
                                        </p:attrNameLst>
                                      </p:cBhvr>
                                      <p:to>
                                        <p:strVal val="hidden"/>
                                      </p:to>
                                    </p:set>
                                  </p:childTnLst>
                                </p:cTn>
                              </p:par>
                              <p:par>
                                <p:cTn id="322" presetID="10" presetClass="exit" presetSubtype="0" fill="hold" nodeType="withEffect">
                                  <p:stCondLst>
                                    <p:cond delay="0"/>
                                  </p:stCondLst>
                                  <p:childTnLst>
                                    <p:animEffect transition="out" filter="fade">
                                      <p:cBhvr>
                                        <p:cTn id="323" dur="500"/>
                                        <p:tgtEl>
                                          <p:spTgt spid="1468"/>
                                        </p:tgtEl>
                                      </p:cBhvr>
                                    </p:animEffect>
                                    <p:set>
                                      <p:cBhvr>
                                        <p:cTn id="324" dur="1" fill="hold">
                                          <p:stCondLst>
                                            <p:cond delay="500"/>
                                          </p:stCondLst>
                                        </p:cTn>
                                        <p:tgtEl>
                                          <p:spTgt spid="1468"/>
                                        </p:tgtEl>
                                        <p:attrNameLst>
                                          <p:attrName>style.visibility</p:attrName>
                                        </p:attrNameLst>
                                      </p:cBhvr>
                                      <p:to>
                                        <p:strVal val="hidden"/>
                                      </p:to>
                                    </p:set>
                                  </p:childTnLst>
                                </p:cTn>
                              </p:par>
                              <p:par>
                                <p:cTn id="325" presetID="10" presetClass="exit" presetSubtype="0" fill="hold" nodeType="withEffect">
                                  <p:stCondLst>
                                    <p:cond delay="0"/>
                                  </p:stCondLst>
                                  <p:childTnLst>
                                    <p:animEffect transition="out" filter="fade">
                                      <p:cBhvr>
                                        <p:cTn id="326" dur="500"/>
                                        <p:tgtEl>
                                          <p:spTgt spid="1495"/>
                                        </p:tgtEl>
                                      </p:cBhvr>
                                    </p:animEffect>
                                    <p:set>
                                      <p:cBhvr>
                                        <p:cTn id="327" dur="1" fill="hold">
                                          <p:stCondLst>
                                            <p:cond delay="500"/>
                                          </p:stCondLst>
                                        </p:cTn>
                                        <p:tgtEl>
                                          <p:spTgt spid="1495"/>
                                        </p:tgtEl>
                                        <p:attrNameLst>
                                          <p:attrName>style.visibility</p:attrName>
                                        </p:attrNameLst>
                                      </p:cBhvr>
                                      <p:to>
                                        <p:strVal val="hidden"/>
                                      </p:to>
                                    </p:set>
                                  </p:childTnLst>
                                </p:cTn>
                              </p:par>
                              <p:par>
                                <p:cTn id="328" presetID="10" presetClass="exit" presetSubtype="0" fill="hold" nodeType="withEffect">
                                  <p:stCondLst>
                                    <p:cond delay="0"/>
                                  </p:stCondLst>
                                  <p:childTnLst>
                                    <p:animEffect transition="out" filter="fade">
                                      <p:cBhvr>
                                        <p:cTn id="329" dur="500"/>
                                        <p:tgtEl>
                                          <p:spTgt spid="1471"/>
                                        </p:tgtEl>
                                      </p:cBhvr>
                                    </p:animEffect>
                                    <p:set>
                                      <p:cBhvr>
                                        <p:cTn id="330" dur="1" fill="hold">
                                          <p:stCondLst>
                                            <p:cond delay="500"/>
                                          </p:stCondLst>
                                        </p:cTn>
                                        <p:tgtEl>
                                          <p:spTgt spid="1471"/>
                                        </p:tgtEl>
                                        <p:attrNameLst>
                                          <p:attrName>style.visibility</p:attrName>
                                        </p:attrNameLst>
                                      </p:cBhvr>
                                      <p:to>
                                        <p:strVal val="hidden"/>
                                      </p:to>
                                    </p:set>
                                  </p:childTnLst>
                                </p:cTn>
                              </p:par>
                              <p:par>
                                <p:cTn id="331" presetID="10" presetClass="exit" presetSubtype="0" fill="hold" nodeType="withEffect">
                                  <p:stCondLst>
                                    <p:cond delay="0"/>
                                  </p:stCondLst>
                                  <p:childTnLst>
                                    <p:animEffect transition="out" filter="fade">
                                      <p:cBhvr>
                                        <p:cTn id="332" dur="500"/>
                                        <p:tgtEl>
                                          <p:spTgt spid="1496"/>
                                        </p:tgtEl>
                                      </p:cBhvr>
                                    </p:animEffect>
                                    <p:set>
                                      <p:cBhvr>
                                        <p:cTn id="333" dur="1" fill="hold">
                                          <p:stCondLst>
                                            <p:cond delay="500"/>
                                          </p:stCondLst>
                                        </p:cTn>
                                        <p:tgtEl>
                                          <p:spTgt spid="1496"/>
                                        </p:tgtEl>
                                        <p:attrNameLst>
                                          <p:attrName>style.visibility</p:attrName>
                                        </p:attrNameLst>
                                      </p:cBhvr>
                                      <p:to>
                                        <p:strVal val="hidden"/>
                                      </p:to>
                                    </p:set>
                                  </p:childTnLst>
                                </p:cTn>
                              </p:par>
                              <p:par>
                                <p:cTn id="334" presetID="10" presetClass="exit" presetSubtype="0" fill="hold" nodeType="withEffect">
                                  <p:stCondLst>
                                    <p:cond delay="0"/>
                                  </p:stCondLst>
                                  <p:childTnLst>
                                    <p:animEffect transition="out" filter="fade">
                                      <p:cBhvr>
                                        <p:cTn id="335" dur="500"/>
                                        <p:tgtEl>
                                          <p:spTgt spid="1474"/>
                                        </p:tgtEl>
                                      </p:cBhvr>
                                    </p:animEffect>
                                    <p:set>
                                      <p:cBhvr>
                                        <p:cTn id="336" dur="1" fill="hold">
                                          <p:stCondLst>
                                            <p:cond delay="500"/>
                                          </p:stCondLst>
                                        </p:cTn>
                                        <p:tgtEl>
                                          <p:spTgt spid="1474"/>
                                        </p:tgtEl>
                                        <p:attrNameLst>
                                          <p:attrName>style.visibility</p:attrName>
                                        </p:attrNameLst>
                                      </p:cBhvr>
                                      <p:to>
                                        <p:strVal val="hidden"/>
                                      </p:to>
                                    </p:set>
                                  </p:childTnLst>
                                </p:cTn>
                              </p:par>
                              <p:par>
                                <p:cTn id="337" presetID="10" presetClass="exit" presetSubtype="0" fill="hold" nodeType="withEffect">
                                  <p:stCondLst>
                                    <p:cond delay="0"/>
                                  </p:stCondLst>
                                  <p:childTnLst>
                                    <p:animEffect transition="out" filter="fade">
                                      <p:cBhvr>
                                        <p:cTn id="338" dur="500"/>
                                        <p:tgtEl>
                                          <p:spTgt spid="1497"/>
                                        </p:tgtEl>
                                      </p:cBhvr>
                                    </p:animEffect>
                                    <p:set>
                                      <p:cBhvr>
                                        <p:cTn id="339" dur="1" fill="hold">
                                          <p:stCondLst>
                                            <p:cond delay="500"/>
                                          </p:stCondLst>
                                        </p:cTn>
                                        <p:tgtEl>
                                          <p:spTgt spid="1497"/>
                                        </p:tgtEl>
                                        <p:attrNameLst>
                                          <p:attrName>style.visibility</p:attrName>
                                        </p:attrNameLst>
                                      </p:cBhvr>
                                      <p:to>
                                        <p:strVal val="hidden"/>
                                      </p:to>
                                    </p:set>
                                  </p:childTnLst>
                                </p:cTn>
                              </p:par>
                              <p:par>
                                <p:cTn id="340" presetID="10" presetClass="exit" presetSubtype="0" fill="hold" nodeType="withEffect">
                                  <p:stCondLst>
                                    <p:cond delay="0"/>
                                  </p:stCondLst>
                                  <p:childTnLst>
                                    <p:animEffect transition="out" filter="fade">
                                      <p:cBhvr>
                                        <p:cTn id="341" dur="500"/>
                                        <p:tgtEl>
                                          <p:spTgt spid="1477"/>
                                        </p:tgtEl>
                                      </p:cBhvr>
                                    </p:animEffect>
                                    <p:set>
                                      <p:cBhvr>
                                        <p:cTn id="342" dur="1" fill="hold">
                                          <p:stCondLst>
                                            <p:cond delay="500"/>
                                          </p:stCondLst>
                                        </p:cTn>
                                        <p:tgtEl>
                                          <p:spTgt spid="14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82"/>
        <p:cNvGrpSpPr/>
        <p:nvPr/>
      </p:nvGrpSpPr>
      <p:grpSpPr>
        <a:xfrm>
          <a:off x="0" y="0"/>
          <a:ext cx="0" cy="0"/>
          <a:chOff x="0" y="0"/>
          <a:chExt cx="0" cy="0"/>
        </a:xfrm>
      </p:grpSpPr>
      <p:sp>
        <p:nvSpPr>
          <p:cNvPr id="1583" name="Google Shape;1583;p30"/>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for-each</a:t>
            </a:r>
            <a:endParaRPr/>
          </a:p>
        </p:txBody>
      </p:sp>
      <p:sp>
        <p:nvSpPr>
          <p:cNvPr id="1584" name="Google Shape;1584;p30"/>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244475" algn="l" rtl="0">
              <a:spcBef>
                <a:spcPts val="0"/>
              </a:spcBef>
              <a:spcAft>
                <a:spcPts val="0"/>
              </a:spcAft>
              <a:buSzPts val="1800"/>
              <a:buNone/>
            </a:pPr>
            <a:endParaRPr sz="1800" b="0"/>
          </a:p>
          <a:p>
            <a:pPr marL="358775" lvl="0" indent="-358775" algn="l" rtl="0">
              <a:spcBef>
                <a:spcPts val="360"/>
              </a:spcBef>
              <a:spcAft>
                <a:spcPts val="0"/>
              </a:spcAft>
              <a:buSzPts val="1800"/>
              <a:buChar char="❖"/>
            </a:pPr>
            <a:r>
              <a:rPr lang="es-ES" sz="1800" b="0"/>
              <a:t>Nos permite recorrer de una forma muy simple los elementos de cualquier colección.</a:t>
            </a:r>
            <a:endParaRPr/>
          </a:p>
          <a:p>
            <a:pPr marL="358775" lvl="0" indent="-358775" algn="l" rtl="0">
              <a:spcBef>
                <a:spcPts val="360"/>
              </a:spcBef>
              <a:spcAft>
                <a:spcPts val="0"/>
              </a:spcAft>
              <a:buSzPts val="1800"/>
              <a:buChar char="❖"/>
            </a:pPr>
            <a:r>
              <a:rPr lang="es-ES" sz="1800" b="0"/>
              <a:t>La sintaxis de la estructura for-each es la siguiente:</a:t>
            </a:r>
            <a:endParaRPr/>
          </a:p>
          <a:p>
            <a:pPr marL="358775" lvl="0" indent="-244475" algn="l" rtl="0">
              <a:spcBef>
                <a:spcPts val="360"/>
              </a:spcBef>
              <a:spcAft>
                <a:spcPts val="0"/>
              </a:spcAft>
              <a:buSzPts val="1800"/>
              <a:buNone/>
            </a:pPr>
            <a:endParaRPr sz="1800"/>
          </a:p>
          <a:p>
            <a:pPr marL="358775" lvl="0" indent="-244475" algn="l" rtl="0">
              <a:spcBef>
                <a:spcPts val="360"/>
              </a:spcBef>
              <a:spcAft>
                <a:spcPts val="0"/>
              </a:spcAft>
              <a:buSzPts val="1800"/>
              <a:buNone/>
            </a:pPr>
            <a:endParaRPr sz="1800"/>
          </a:p>
          <a:p>
            <a:pPr marL="358775" lvl="0" indent="-358775" algn="l" rtl="0">
              <a:spcBef>
                <a:spcPts val="360"/>
              </a:spcBef>
              <a:spcAft>
                <a:spcPts val="0"/>
              </a:spcAft>
              <a:buSzPts val="1800"/>
              <a:buChar char="❖"/>
            </a:pPr>
            <a:r>
              <a:rPr lang="es-ES" sz="1800" b="0"/>
              <a:t>Usando la nueva construcción para el bucle for el código sería tan sencillo y elegante como esto:</a:t>
            </a:r>
            <a:endParaRPr sz="1800"/>
          </a:p>
        </p:txBody>
      </p:sp>
      <p:pic>
        <p:nvPicPr>
          <p:cNvPr id="1585" name="Google Shape;1585;p30"/>
          <p:cNvPicPr preferRelativeResize="0"/>
          <p:nvPr/>
        </p:nvPicPr>
        <p:blipFill rotWithShape="1">
          <a:blip r:embed="rId3">
            <a:alphaModFix/>
          </a:blip>
          <a:srcRect l="34590" t="33203" r="41801" b="62891"/>
          <a:stretch/>
        </p:blipFill>
        <p:spPr>
          <a:xfrm>
            <a:off x="1381898" y="2420888"/>
            <a:ext cx="5715040" cy="531632"/>
          </a:xfrm>
          <a:prstGeom prst="rect">
            <a:avLst/>
          </a:prstGeom>
          <a:noFill/>
          <a:ln>
            <a:noFill/>
          </a:ln>
        </p:spPr>
      </p:pic>
      <p:pic>
        <p:nvPicPr>
          <p:cNvPr id="1586" name="Google Shape;1586;p30"/>
          <p:cNvPicPr preferRelativeResize="0"/>
          <p:nvPr/>
        </p:nvPicPr>
        <p:blipFill rotWithShape="1">
          <a:blip r:embed="rId4">
            <a:alphaModFix/>
          </a:blip>
          <a:srcRect l="25496" t="22824" r="32008" b="39402"/>
          <a:stretch/>
        </p:blipFill>
        <p:spPr>
          <a:xfrm>
            <a:off x="1979712" y="3861048"/>
            <a:ext cx="4320480" cy="21602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5"/>
                                        </p:tgtEl>
                                        <p:attrNameLst>
                                          <p:attrName>style.visibility</p:attrName>
                                        </p:attrNameLst>
                                      </p:cBhvr>
                                      <p:to>
                                        <p:strVal val="visible"/>
                                      </p:to>
                                    </p:set>
                                    <p:animEffect transition="in" filter="fade">
                                      <p:cBhvr>
                                        <p:cTn id="7" dur="500"/>
                                        <p:tgtEl>
                                          <p:spTgt spid="1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1"/>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for-each</a:t>
            </a:r>
            <a:endParaRPr/>
          </a:p>
        </p:txBody>
      </p:sp>
      <p:sp>
        <p:nvSpPr>
          <p:cNvPr id="1592" name="Google Shape;1592;p31"/>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257175" algn="l" rtl="0">
              <a:spcBef>
                <a:spcPts val="0"/>
              </a:spcBef>
              <a:spcAft>
                <a:spcPts val="0"/>
              </a:spcAft>
              <a:buSzPts val="1600"/>
              <a:buNone/>
            </a:pPr>
            <a:endParaRPr sz="1600" b="0"/>
          </a:p>
          <a:p>
            <a:pPr marL="358775" lvl="0" indent="-358775" algn="l" rtl="0">
              <a:spcBef>
                <a:spcPts val="360"/>
              </a:spcBef>
              <a:spcAft>
                <a:spcPts val="0"/>
              </a:spcAft>
              <a:buSzPts val="1800"/>
              <a:buChar char="❖"/>
            </a:pPr>
            <a:r>
              <a:rPr lang="es-ES" sz="1800" b="0">
                <a:solidFill>
                  <a:srgbClr val="FF0000"/>
                </a:solidFill>
              </a:rPr>
              <a:t>No se debe usar siempre. </a:t>
            </a:r>
            <a:endParaRPr sz="1800" b="0">
              <a:solidFill>
                <a:srgbClr val="FF0000"/>
              </a:solidFill>
            </a:endParaRPr>
          </a:p>
          <a:p>
            <a:pPr marL="358775" lvl="0" indent="-358775" algn="l" rtl="0">
              <a:spcBef>
                <a:spcPts val="360"/>
              </a:spcBef>
              <a:spcAft>
                <a:spcPts val="0"/>
              </a:spcAft>
              <a:buSzPts val="1800"/>
              <a:buChar char="❖"/>
            </a:pPr>
            <a:r>
              <a:rPr lang="es-ES" sz="1800" b="0">
                <a:solidFill>
                  <a:srgbClr val="FF0000"/>
                </a:solidFill>
              </a:rPr>
              <a:t>Su uso no es obligatorio</a:t>
            </a:r>
            <a:r>
              <a:rPr lang="es-ES" sz="1800" b="0"/>
              <a:t>, de hecho, como hemos indicado, en versiones anteriores ni siquiera existía en el lenguaje. </a:t>
            </a:r>
            <a:endParaRPr/>
          </a:p>
          <a:p>
            <a:pPr marL="358775" lvl="0" indent="-358775" algn="l" rtl="0">
              <a:spcBef>
                <a:spcPts val="360"/>
              </a:spcBef>
              <a:spcAft>
                <a:spcPts val="0"/>
              </a:spcAft>
              <a:buSzPts val="1800"/>
              <a:buChar char="❖"/>
            </a:pPr>
            <a:r>
              <a:rPr lang="es-ES" sz="1800" b="0"/>
              <a:t>Es una herramienta </a:t>
            </a:r>
            <a:r>
              <a:rPr lang="es-ES" sz="1800" b="0">
                <a:solidFill>
                  <a:srgbClr val="FF0000"/>
                </a:solidFill>
              </a:rPr>
              <a:t>muy útil </a:t>
            </a:r>
            <a:r>
              <a:rPr lang="es-ES" sz="1800" b="0"/>
              <a:t>cuando tenemos que realizar </a:t>
            </a:r>
            <a:r>
              <a:rPr lang="es-ES" sz="1800" b="0">
                <a:solidFill>
                  <a:srgbClr val="FF0000"/>
                </a:solidFill>
              </a:rPr>
              <a:t>recorridos completos de colec</a:t>
            </a:r>
            <a:r>
              <a:rPr lang="es-ES" sz="1800" b="0"/>
              <a:t>ciones, por lo que lo usaremos en numerosas ocasiones antes que ciclos for o while que nos obligan a estar pendientes de más cuestiones (por ejemplo en este caso con el while, de llevar un contador, llamar en cada iteración a un método, etc.). </a:t>
            </a:r>
            <a:endParaRPr sz="1800" b="0"/>
          </a:p>
          <a:p>
            <a:pPr marL="358775" lvl="0" indent="-358775" algn="l" rtl="0">
              <a:spcBef>
                <a:spcPts val="360"/>
              </a:spcBef>
              <a:spcAft>
                <a:spcPts val="0"/>
              </a:spcAft>
              <a:buSzPts val="1800"/>
              <a:buChar char="❖"/>
            </a:pPr>
            <a:r>
              <a:rPr lang="es-ES" sz="1800" b="0"/>
              <a:t>Cuando accedemos a </a:t>
            </a:r>
            <a:r>
              <a:rPr lang="es-ES" sz="1800" b="0">
                <a:solidFill>
                  <a:srgbClr val="FF0000"/>
                </a:solidFill>
              </a:rPr>
              <a:t>colecciones, foreach es más rápido </a:t>
            </a:r>
            <a:r>
              <a:rPr lang="es-ES" sz="1800" b="0"/>
              <a:t>que el </a:t>
            </a:r>
            <a:r>
              <a:rPr lang="es-ES" sz="1800" b="0">
                <a:solidFill>
                  <a:srgbClr val="FF0000"/>
                </a:solidFill>
              </a:rPr>
              <a:t>acceso básico a arrays con for. Sin embargo, </a:t>
            </a:r>
            <a:r>
              <a:rPr lang="es-ES" sz="1800" b="0"/>
              <a:t>cuando accedemos a arrays (al menos con datos primitivos y clases envoltorio), el </a:t>
            </a:r>
            <a:r>
              <a:rPr lang="es-ES" sz="1800" b="0">
                <a:solidFill>
                  <a:srgbClr val="FF0000"/>
                </a:solidFill>
              </a:rPr>
              <a:t>acceso a través de índices es mucho más rápido.</a:t>
            </a:r>
            <a:endParaRPr sz="1800">
              <a:solidFill>
                <a:srgbClr val="FF0000"/>
              </a:solidFill>
            </a:endParaRPr>
          </a:p>
          <a:p>
            <a:pPr marL="358775" lvl="0" indent="-244475" algn="l" rtl="0">
              <a:spcBef>
                <a:spcPts val="360"/>
              </a:spcBef>
              <a:spcAft>
                <a:spcPts val="0"/>
              </a:spcAft>
              <a:buSzPts val="1800"/>
              <a:buNone/>
            </a:pP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96"/>
        <p:cNvGrpSpPr/>
        <p:nvPr/>
      </p:nvGrpSpPr>
      <p:grpSpPr>
        <a:xfrm>
          <a:off x="0" y="0"/>
          <a:ext cx="0" cy="0"/>
          <a:chOff x="0" y="0"/>
          <a:chExt cx="0" cy="0"/>
        </a:xfrm>
      </p:grpSpPr>
      <p:sp>
        <p:nvSpPr>
          <p:cNvPr id="1597" name="Google Shape;1597;p32"/>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de uso de iteradores</a:t>
            </a:r>
            <a:endParaRPr/>
          </a:p>
        </p:txBody>
      </p:sp>
      <p:sp>
        <p:nvSpPr>
          <p:cNvPr id="1598" name="Google Shape;1598;p32"/>
          <p:cNvSpPr txBox="1"/>
          <p:nvPr/>
        </p:nvSpPr>
        <p:spPr>
          <a:xfrm>
            <a:off x="1259632" y="1196752"/>
            <a:ext cx="6192688" cy="184665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900"/>
              <a:buFont typeface="Arial"/>
              <a:buChar char="-"/>
            </a:pPr>
            <a:r>
              <a:rPr lang="es-ES" sz="1900">
                <a:solidFill>
                  <a:schemeClr val="dk1"/>
                </a:solidFill>
                <a:latin typeface="Arial"/>
                <a:ea typeface="Arial"/>
                <a:cs typeface="Arial"/>
                <a:sym typeface="Arial"/>
              </a:rPr>
              <a:t>Crea la clase Empleado (código, nombre completo, sueldo). Constructores y métodos get-set</a:t>
            </a:r>
            <a:endParaRPr/>
          </a:p>
          <a:p>
            <a:pPr marL="342900" marR="0" lvl="0" indent="-342900" algn="l" rtl="0">
              <a:spcBef>
                <a:spcPts val="0"/>
              </a:spcBef>
              <a:spcAft>
                <a:spcPts val="0"/>
              </a:spcAft>
              <a:buClr>
                <a:schemeClr val="dk1"/>
              </a:buClr>
              <a:buSzPts val="1900"/>
              <a:buFont typeface="Arial"/>
              <a:buChar char="-"/>
            </a:pPr>
            <a:r>
              <a:rPr lang="es-ES" sz="1900">
                <a:solidFill>
                  <a:schemeClr val="dk1"/>
                </a:solidFill>
                <a:latin typeface="Arial"/>
                <a:ea typeface="Arial"/>
                <a:cs typeface="Arial"/>
                <a:sym typeface="Arial"/>
              </a:rPr>
              <a:t>En una clase Test, crea una lista de Empleados e insértalos en una lista.</a:t>
            </a:r>
            <a:endParaRPr/>
          </a:p>
          <a:p>
            <a:pPr marL="342900" marR="0" lvl="0" indent="-342900" algn="l" rtl="0">
              <a:spcBef>
                <a:spcPts val="0"/>
              </a:spcBef>
              <a:spcAft>
                <a:spcPts val="0"/>
              </a:spcAft>
              <a:buClr>
                <a:schemeClr val="dk1"/>
              </a:buClr>
              <a:buSzPts val="1900"/>
              <a:buFont typeface="Arial"/>
              <a:buChar char="-"/>
            </a:pPr>
            <a:r>
              <a:rPr lang="es-ES" sz="1900">
                <a:solidFill>
                  <a:schemeClr val="dk1"/>
                </a:solidFill>
                <a:latin typeface="Arial"/>
                <a:ea typeface="Arial"/>
                <a:cs typeface="Arial"/>
                <a:sym typeface="Arial"/>
              </a:rPr>
              <a:t>Vamos a ver como podemos recorrer la lista a través de iteradores</a:t>
            </a:r>
            <a:endParaRPr sz="1900">
              <a:solidFill>
                <a:schemeClr val="dk1"/>
              </a:solidFill>
              <a:latin typeface="Arial"/>
              <a:ea typeface="Arial"/>
              <a:cs typeface="Arial"/>
              <a:sym typeface="Arial"/>
            </a:endParaRPr>
          </a:p>
        </p:txBody>
      </p:sp>
      <p:pic>
        <p:nvPicPr>
          <p:cNvPr id="1599" name="Google Shape;1599;p32"/>
          <p:cNvPicPr preferRelativeResize="0"/>
          <p:nvPr/>
        </p:nvPicPr>
        <p:blipFill rotWithShape="1">
          <a:blip r:embed="rId3">
            <a:alphaModFix/>
          </a:blip>
          <a:srcRect l="29031" t="26542" r="24520" b="38066"/>
          <a:stretch/>
        </p:blipFill>
        <p:spPr>
          <a:xfrm>
            <a:off x="2051720" y="3140968"/>
            <a:ext cx="5544616" cy="23762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03"/>
        <p:cNvGrpSpPr/>
        <p:nvPr/>
      </p:nvGrpSpPr>
      <p:grpSpPr>
        <a:xfrm>
          <a:off x="0" y="0"/>
          <a:ext cx="0" cy="0"/>
          <a:chOff x="0" y="0"/>
          <a:chExt cx="0" cy="0"/>
        </a:xfrm>
      </p:grpSpPr>
      <p:sp>
        <p:nvSpPr>
          <p:cNvPr id="1604" name="Google Shape;1604;p33"/>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de uso de iteradores</a:t>
            </a:r>
            <a:endParaRPr/>
          </a:p>
        </p:txBody>
      </p:sp>
      <p:sp>
        <p:nvSpPr>
          <p:cNvPr id="1605" name="Google Shape;1605;p33"/>
          <p:cNvSpPr txBox="1"/>
          <p:nvPr/>
        </p:nvSpPr>
        <p:spPr>
          <a:xfrm>
            <a:off x="1143075" y="1484784"/>
            <a:ext cx="6192688" cy="330859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900"/>
              <a:buFont typeface="Arial"/>
              <a:buChar char="-"/>
            </a:pPr>
            <a:r>
              <a:rPr lang="es-ES" sz="1900">
                <a:solidFill>
                  <a:schemeClr val="dk1"/>
                </a:solidFill>
                <a:latin typeface="Arial"/>
                <a:ea typeface="Arial"/>
                <a:cs typeface="Arial"/>
                <a:sym typeface="Arial"/>
              </a:rPr>
              <a:t>¿Y por qué usar iteradores y no bucles for mejorados?</a:t>
            </a:r>
            <a:endParaRPr/>
          </a:p>
          <a:p>
            <a:pPr marL="342900" marR="0" lvl="0" indent="-342900" algn="l" rtl="0">
              <a:spcBef>
                <a:spcPts val="0"/>
              </a:spcBef>
              <a:spcAft>
                <a:spcPts val="0"/>
              </a:spcAft>
              <a:buClr>
                <a:schemeClr val="dk1"/>
              </a:buClr>
              <a:buSzPts val="1900"/>
              <a:buFont typeface="Arial"/>
              <a:buChar char="-"/>
            </a:pPr>
            <a:r>
              <a:rPr lang="es-ES" sz="1900">
                <a:solidFill>
                  <a:schemeClr val="dk1"/>
                </a:solidFill>
                <a:latin typeface="Arial"/>
                <a:ea typeface="Arial"/>
                <a:cs typeface="Arial"/>
                <a:sym typeface="Arial"/>
              </a:rPr>
              <a:t>Hay casos en los cuales es imprescindible usar iteradores.</a:t>
            </a:r>
            <a:endParaRPr/>
          </a:p>
          <a:p>
            <a:pPr marL="342900" marR="0" lvl="0" indent="-342900" algn="l" rtl="0">
              <a:spcBef>
                <a:spcPts val="0"/>
              </a:spcBef>
              <a:spcAft>
                <a:spcPts val="0"/>
              </a:spcAft>
              <a:buClr>
                <a:schemeClr val="dk1"/>
              </a:buClr>
              <a:buSzPts val="1900"/>
              <a:buFont typeface="Arial"/>
              <a:buChar char="-"/>
            </a:pPr>
            <a:r>
              <a:rPr lang="es-ES" sz="1900">
                <a:solidFill>
                  <a:schemeClr val="dk1"/>
                </a:solidFill>
                <a:latin typeface="Arial"/>
                <a:ea typeface="Arial"/>
                <a:cs typeface="Arial"/>
                <a:sym typeface="Arial"/>
              </a:rPr>
              <a:t>Prueba el siguiente ejemplo:</a:t>
            </a:r>
            <a:endParaRPr/>
          </a:p>
          <a:p>
            <a:pPr marL="800100" marR="0" lvl="1" indent="-342900" algn="l" rtl="0">
              <a:spcBef>
                <a:spcPts val="0"/>
              </a:spcBef>
              <a:spcAft>
                <a:spcPts val="0"/>
              </a:spcAft>
              <a:buClr>
                <a:schemeClr val="dk1"/>
              </a:buClr>
              <a:buSzPts val="1900"/>
              <a:buFont typeface="Arial"/>
              <a:buChar char="-"/>
            </a:pPr>
            <a:r>
              <a:rPr lang="es-ES" sz="1900" b="0" i="0" u="none" strike="noStrike" cap="none">
                <a:solidFill>
                  <a:schemeClr val="dk1"/>
                </a:solidFill>
                <a:latin typeface="Arial"/>
                <a:ea typeface="Arial"/>
                <a:cs typeface="Arial"/>
                <a:sym typeface="Arial"/>
              </a:rPr>
              <a:t>Introducir en una lista,  cinco empleados</a:t>
            </a:r>
            <a:endParaRPr sz="1900" b="0" i="0" u="none" strike="noStrike" cap="none">
              <a:solidFill>
                <a:schemeClr val="dk1"/>
              </a:solidFill>
              <a:latin typeface="Arial"/>
              <a:ea typeface="Arial"/>
              <a:cs typeface="Arial"/>
              <a:sym typeface="Arial"/>
            </a:endParaRPr>
          </a:p>
          <a:p>
            <a:pPr marL="800100" marR="0" lvl="1" indent="-342900" algn="l" rtl="0">
              <a:spcBef>
                <a:spcPts val="0"/>
              </a:spcBef>
              <a:spcAft>
                <a:spcPts val="0"/>
              </a:spcAft>
              <a:buClr>
                <a:schemeClr val="dk1"/>
              </a:buClr>
              <a:buSzPts val="1900"/>
              <a:buFont typeface="Arial"/>
              <a:buChar char="-"/>
            </a:pPr>
            <a:r>
              <a:rPr lang="es-ES" sz="1900" b="0" i="0" u="none" strike="noStrike" cap="none">
                <a:solidFill>
                  <a:schemeClr val="dk1"/>
                </a:solidFill>
                <a:latin typeface="Arial"/>
                <a:ea typeface="Arial"/>
                <a:cs typeface="Arial"/>
                <a:sym typeface="Arial"/>
              </a:rPr>
              <a:t>Recorre la lista y para cada elemento, comprueba si el sueldo es mayor que 1000, y de ser así, borra el elemento</a:t>
            </a:r>
            <a:endParaRPr sz="1900" b="0" i="0" u="none" strike="noStrike" cap="none">
              <a:solidFill>
                <a:schemeClr val="dk1"/>
              </a:solidFill>
              <a:latin typeface="Arial"/>
              <a:ea typeface="Arial"/>
              <a:cs typeface="Arial"/>
              <a:sym typeface="Arial"/>
            </a:endParaRPr>
          </a:p>
          <a:p>
            <a:pPr marL="800100" marR="0" lvl="1" indent="-342900" algn="l" rtl="0">
              <a:spcBef>
                <a:spcPts val="0"/>
              </a:spcBef>
              <a:spcAft>
                <a:spcPts val="0"/>
              </a:spcAft>
              <a:buClr>
                <a:schemeClr val="dk1"/>
              </a:buClr>
              <a:buSzPts val="1900"/>
              <a:buFont typeface="Arial"/>
              <a:buChar char="-"/>
            </a:pPr>
            <a:r>
              <a:rPr lang="es-ES" sz="1900" b="0" i="0" u="none" strike="noStrike" cap="none">
                <a:solidFill>
                  <a:schemeClr val="dk1"/>
                </a:solidFill>
                <a:latin typeface="Arial"/>
                <a:ea typeface="Arial"/>
                <a:cs typeface="Arial"/>
                <a:sym typeface="Arial"/>
              </a:rPr>
              <a:t>¿Qué pasa con for mejorado?</a:t>
            </a:r>
            <a:endParaRPr/>
          </a:p>
          <a:p>
            <a:pPr marL="800100" marR="0" lvl="1" indent="-342900" algn="l" rtl="0">
              <a:spcBef>
                <a:spcPts val="0"/>
              </a:spcBef>
              <a:spcAft>
                <a:spcPts val="0"/>
              </a:spcAft>
              <a:buClr>
                <a:schemeClr val="dk1"/>
              </a:buClr>
              <a:buSzPts val="1900"/>
              <a:buFont typeface="Arial"/>
              <a:buChar char="-"/>
            </a:pPr>
            <a:r>
              <a:rPr lang="es-ES" sz="1900" b="0" i="0" u="none" strike="noStrike" cap="none">
                <a:solidFill>
                  <a:schemeClr val="dk1"/>
                </a:solidFill>
                <a:latin typeface="Arial"/>
                <a:ea typeface="Arial"/>
                <a:cs typeface="Arial"/>
                <a:sym typeface="Arial"/>
              </a:rPr>
              <a:t>¿Y con iteradores?</a:t>
            </a:r>
            <a:endParaRPr sz="1900" b="0" i="0" u="none" strike="noStrike" cap="non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sp>
        <p:nvSpPr>
          <p:cNvPr id="1610" name="Google Shape;1610;p34"/>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SET</a:t>
            </a:r>
            <a:endParaRPr/>
          </a:p>
        </p:txBody>
      </p:sp>
      <p:sp>
        <p:nvSpPr>
          <p:cNvPr id="1611" name="Google Shape;1611;p34"/>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358775" algn="l" rtl="0">
              <a:spcBef>
                <a:spcPts val="0"/>
              </a:spcBef>
              <a:spcAft>
                <a:spcPts val="0"/>
              </a:spcAft>
              <a:buSzPts val="2400"/>
              <a:buChar char="❖"/>
            </a:pPr>
            <a:r>
              <a:rPr lang="es-ES" b="0"/>
              <a:t>No puede contener elementos repetidos.</a:t>
            </a:r>
            <a:endParaRPr/>
          </a:p>
          <a:p>
            <a:pPr marL="358775" lvl="0" indent="-358775" algn="l" rtl="0">
              <a:spcBef>
                <a:spcPts val="480"/>
              </a:spcBef>
              <a:spcAft>
                <a:spcPts val="0"/>
              </a:spcAft>
              <a:buSzPts val="2400"/>
              <a:buChar char="❖"/>
            </a:pPr>
            <a:r>
              <a:rPr lang="es-ES" b="0"/>
              <a:t>Propone tres implementaciones: </a:t>
            </a:r>
            <a:r>
              <a:rPr lang="es-ES"/>
              <a:t>HashSet</a:t>
            </a:r>
            <a:r>
              <a:rPr lang="es-ES" b="0"/>
              <a:t>,</a:t>
            </a:r>
            <a:endParaRPr/>
          </a:p>
          <a:p>
            <a:pPr marL="358775" lvl="0" indent="-358775" algn="l" rtl="0">
              <a:spcBef>
                <a:spcPts val="480"/>
              </a:spcBef>
              <a:spcAft>
                <a:spcPts val="0"/>
              </a:spcAft>
              <a:buSzPts val="2400"/>
              <a:buChar char="❖"/>
            </a:pPr>
            <a:r>
              <a:rPr lang="es-ES"/>
              <a:t>TreeSet </a:t>
            </a:r>
            <a:r>
              <a:rPr lang="es-ES" b="0"/>
              <a:t>y </a:t>
            </a:r>
            <a:r>
              <a:rPr lang="es-ES"/>
              <a:t>LinkedHastSet</a:t>
            </a:r>
            <a:r>
              <a:rPr lang="es-ES" b="0"/>
              <a:t>.</a:t>
            </a:r>
            <a:endParaRPr/>
          </a:p>
          <a:p>
            <a:pPr marL="777875" lvl="1" indent="-298450" algn="l" rtl="0">
              <a:spcBef>
                <a:spcPts val="420"/>
              </a:spcBef>
              <a:spcAft>
                <a:spcPts val="0"/>
              </a:spcAft>
              <a:buSzPts val="2100"/>
              <a:buChar char="▪"/>
            </a:pPr>
            <a:r>
              <a:rPr lang="es-ES" i="1"/>
              <a:t>HashSet </a:t>
            </a:r>
            <a:r>
              <a:rPr lang="es-ES" b="0"/>
              <a:t>es la más eficiente, pero no nos asegura nada sobre el orden.</a:t>
            </a:r>
            <a:endParaRPr/>
          </a:p>
          <a:p>
            <a:pPr marL="777875" lvl="1" indent="-298450" algn="l" rtl="0">
              <a:spcBef>
                <a:spcPts val="420"/>
              </a:spcBef>
              <a:spcAft>
                <a:spcPts val="0"/>
              </a:spcAft>
              <a:buSzPts val="2100"/>
              <a:buChar char="▪"/>
            </a:pPr>
            <a:r>
              <a:rPr lang="es-ES" i="1"/>
              <a:t>TreeSet </a:t>
            </a:r>
            <a:r>
              <a:rPr lang="es-ES" b="0"/>
              <a:t>utiliza un árbol Red-Black, ordena según el valor.</a:t>
            </a:r>
            <a:endParaRPr/>
          </a:p>
          <a:p>
            <a:pPr marL="777875" lvl="1" indent="-298450" algn="l" rtl="0">
              <a:spcBef>
                <a:spcPts val="420"/>
              </a:spcBef>
              <a:spcAft>
                <a:spcPts val="0"/>
              </a:spcAft>
              <a:buSzPts val="2100"/>
              <a:buChar char="▪"/>
            </a:pPr>
            <a:r>
              <a:rPr lang="es-ES" i="1"/>
              <a:t>LinkedHashSet </a:t>
            </a:r>
            <a:r>
              <a:rPr lang="es-ES" b="0"/>
              <a:t>es un HashSet ordenado por orden de inserción.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15"/>
        <p:cNvGrpSpPr/>
        <p:nvPr/>
      </p:nvGrpSpPr>
      <p:grpSpPr>
        <a:xfrm>
          <a:off x="0" y="0"/>
          <a:ext cx="0" cy="0"/>
          <a:chOff x="0" y="0"/>
          <a:chExt cx="0" cy="0"/>
        </a:xfrm>
      </p:grpSpPr>
      <p:sp>
        <p:nvSpPr>
          <p:cNvPr id="1616" name="Google Shape;1616;p35"/>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SET</a:t>
            </a:r>
            <a:endParaRPr/>
          </a:p>
        </p:txBody>
      </p:sp>
      <p:pic>
        <p:nvPicPr>
          <p:cNvPr id="1617" name="Google Shape;1617;p35"/>
          <p:cNvPicPr preferRelativeResize="0">
            <a:picLocks noGrp="1"/>
          </p:cNvPicPr>
          <p:nvPr>
            <p:ph type="body" idx="1"/>
          </p:nvPr>
        </p:nvPicPr>
        <p:blipFill rotWithShape="1">
          <a:blip r:embed="rId3">
            <a:alphaModFix/>
          </a:blip>
          <a:srcRect l="4501" t="27025" r="45625" b="18530"/>
          <a:stretch/>
        </p:blipFill>
        <p:spPr>
          <a:xfrm>
            <a:off x="1547664" y="1484784"/>
            <a:ext cx="6264696" cy="384674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21"/>
        <p:cNvGrpSpPr/>
        <p:nvPr/>
      </p:nvGrpSpPr>
      <p:grpSpPr>
        <a:xfrm>
          <a:off x="0" y="0"/>
          <a:ext cx="0" cy="0"/>
          <a:chOff x="0" y="0"/>
          <a:chExt cx="0" cy="0"/>
        </a:xfrm>
      </p:grpSpPr>
      <p:sp>
        <p:nvSpPr>
          <p:cNvPr id="1622" name="Google Shape;1622;p36"/>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Interfaz Map</a:t>
            </a:r>
            <a:endParaRPr/>
          </a:p>
        </p:txBody>
      </p:sp>
      <p:sp>
        <p:nvSpPr>
          <p:cNvPr id="1623" name="Google Shape;1623;p36"/>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358775" algn="l" rtl="0">
              <a:spcBef>
                <a:spcPts val="0"/>
              </a:spcBef>
              <a:spcAft>
                <a:spcPts val="0"/>
              </a:spcAft>
              <a:buSzPts val="2400"/>
              <a:buChar char="❖"/>
            </a:pPr>
            <a:r>
              <a:rPr lang="es-ES" b="0"/>
              <a:t>No es un subtipo de Collection (List y Set sí que lo son).</a:t>
            </a:r>
            <a:endParaRPr/>
          </a:p>
          <a:p>
            <a:pPr marL="358775" lvl="0" indent="-358775" algn="l" rtl="0">
              <a:spcBef>
                <a:spcPts val="480"/>
              </a:spcBef>
              <a:spcAft>
                <a:spcPts val="0"/>
              </a:spcAft>
              <a:buSzPts val="2400"/>
              <a:buChar char="❖"/>
            </a:pPr>
            <a:r>
              <a:rPr lang="es-ES" b="0"/>
              <a:t>Cada elemento tiene estructura clave, valor.</a:t>
            </a:r>
            <a:endParaRPr/>
          </a:p>
          <a:p>
            <a:pPr marL="777875" lvl="1" indent="-298450" algn="l" rtl="0">
              <a:spcBef>
                <a:spcPts val="420"/>
              </a:spcBef>
              <a:spcAft>
                <a:spcPts val="0"/>
              </a:spcAft>
              <a:buSzPts val="2100"/>
              <a:buChar char="▪"/>
            </a:pPr>
            <a:r>
              <a:rPr lang="es-ES" b="0"/>
              <a:t>La clave sirve para acceder directamente al valor.</a:t>
            </a:r>
            <a:endParaRPr/>
          </a:p>
          <a:p>
            <a:pPr marL="777875" lvl="1" indent="-298450" algn="l" rtl="0">
              <a:spcBef>
                <a:spcPts val="420"/>
              </a:spcBef>
              <a:spcAft>
                <a:spcPts val="0"/>
              </a:spcAft>
              <a:buSzPts val="2100"/>
              <a:buChar char="▪"/>
            </a:pPr>
            <a:r>
              <a:rPr lang="es-ES" b="0"/>
              <a:t>Las implementaciones son </a:t>
            </a:r>
            <a:r>
              <a:rPr lang="es-ES" i="1"/>
              <a:t>HashMap</a:t>
            </a:r>
            <a:r>
              <a:rPr lang="es-ES" b="0"/>
              <a:t>, </a:t>
            </a:r>
            <a:r>
              <a:rPr lang="es-ES" i="1"/>
              <a:t>TreeMap </a:t>
            </a:r>
            <a:r>
              <a:rPr lang="es-ES" b="0"/>
              <a:t>y </a:t>
            </a:r>
            <a:r>
              <a:rPr lang="es-ES" i="1"/>
              <a:t>LinkedHashMap</a:t>
            </a:r>
            <a:r>
              <a:rPr lang="es-ES" b="0"/>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27"/>
        <p:cNvGrpSpPr/>
        <p:nvPr/>
      </p:nvGrpSpPr>
      <p:grpSpPr>
        <a:xfrm>
          <a:off x="0" y="0"/>
          <a:ext cx="0" cy="0"/>
          <a:chOff x="0" y="0"/>
          <a:chExt cx="0" cy="0"/>
        </a:xfrm>
      </p:grpSpPr>
      <p:sp>
        <p:nvSpPr>
          <p:cNvPr id="1628" name="Google Shape;1628;p37"/>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MAP</a:t>
            </a:r>
            <a:endParaRPr/>
          </a:p>
        </p:txBody>
      </p:sp>
      <p:sp>
        <p:nvSpPr>
          <p:cNvPr id="1629" name="Google Shape;1629;p37"/>
          <p:cNvSpPr txBox="1">
            <a:spLocks noGrp="1"/>
          </p:cNvSpPr>
          <p:nvPr>
            <p:ph type="body" idx="1"/>
          </p:nvPr>
        </p:nvSpPr>
        <p:spPr>
          <a:xfrm>
            <a:off x="457200" y="1076325"/>
            <a:ext cx="8229600" cy="5248275"/>
          </a:xfrm>
          <a:prstGeom prst="rect">
            <a:avLst/>
          </a:prstGeom>
          <a:noFill/>
          <a:ln>
            <a:noFill/>
          </a:ln>
        </p:spPr>
        <p:txBody>
          <a:bodyPr spcFirstLastPara="1" wrap="square" lIns="95775" tIns="47875" rIns="95775" bIns="47875" anchor="t" anchorCtr="0">
            <a:noAutofit/>
          </a:bodyPr>
          <a:lstStyle/>
          <a:p>
            <a:pPr marL="358775" lvl="0" indent="-358775" algn="l" rtl="0">
              <a:spcBef>
                <a:spcPts val="0"/>
              </a:spcBef>
              <a:spcAft>
                <a:spcPts val="0"/>
              </a:spcAft>
              <a:buSzPts val="1600"/>
              <a:buChar char="❖"/>
            </a:pPr>
            <a:r>
              <a:rPr lang="es-ES" sz="1600" b="0"/>
              <a:t>La Interface Map (java.io.Map) en Java, nos permite representar una estructura de datos para almacenar pares "clave/valor"; de tal manera que para una clave solamente tenemos un valor. Esta estructura de datos también es conocida en otros lenguajes de programación como "Diccionarios", aunque en cada lenguajes esta estructura de datos tiene sus matices. </a:t>
            </a:r>
            <a:endParaRPr/>
          </a:p>
          <a:p>
            <a:pPr marL="358775" lvl="0" indent="-257175" algn="l" rtl="0">
              <a:spcBef>
                <a:spcPts val="320"/>
              </a:spcBef>
              <a:spcAft>
                <a:spcPts val="0"/>
              </a:spcAft>
              <a:buSzPts val="1600"/>
              <a:buNone/>
            </a:pPr>
            <a:endParaRPr sz="1600" b="0"/>
          </a:p>
          <a:p>
            <a:pPr marL="358775" lvl="0" indent="-358775" algn="l" rtl="0">
              <a:spcBef>
                <a:spcPts val="320"/>
              </a:spcBef>
              <a:spcAft>
                <a:spcPts val="0"/>
              </a:spcAft>
              <a:buSzPts val="1600"/>
              <a:buChar char="❖"/>
            </a:pPr>
            <a:r>
              <a:rPr lang="es-ES" sz="1600" b="0"/>
              <a:t>Clases relacionadas:</a:t>
            </a:r>
            <a:endParaRPr/>
          </a:p>
          <a:p>
            <a:pPr marL="358775" lvl="0" indent="-257175" algn="l" rtl="0">
              <a:spcBef>
                <a:spcPts val="320"/>
              </a:spcBef>
              <a:spcAft>
                <a:spcPts val="0"/>
              </a:spcAft>
              <a:buSzPts val="1600"/>
              <a:buNone/>
            </a:pPr>
            <a:endParaRPr sz="1600" i="1" u="sng"/>
          </a:p>
          <a:p>
            <a:pPr marL="358775" lvl="0" indent="-358775" algn="l" rtl="0">
              <a:spcBef>
                <a:spcPts val="320"/>
              </a:spcBef>
              <a:spcAft>
                <a:spcPts val="0"/>
              </a:spcAft>
              <a:buSzPts val="1600"/>
              <a:buChar char="❖"/>
            </a:pPr>
            <a:r>
              <a:rPr lang="es-ES" sz="1600" i="1" u="sng"/>
              <a:t>HashMap:</a:t>
            </a:r>
            <a:r>
              <a:rPr lang="es-ES" sz="1600" b="0" i="1" u="sng"/>
              <a:t> </a:t>
            </a:r>
            <a:r>
              <a:rPr lang="es-ES" sz="1600" b="0"/>
              <a:t>Los elementos que inserta en el map no tendrán un orden específico. No aceptan claves duplicadas ni valores nulos.</a:t>
            </a:r>
            <a:endParaRPr/>
          </a:p>
          <a:p>
            <a:pPr marL="358775" lvl="0" indent="-358775" algn="l" rtl="0">
              <a:spcBef>
                <a:spcPts val="320"/>
              </a:spcBef>
              <a:spcAft>
                <a:spcPts val="0"/>
              </a:spcAft>
              <a:buSzPts val="1600"/>
              <a:buChar char="❖"/>
            </a:pPr>
            <a:r>
              <a:rPr lang="es-ES" sz="1600" i="1" u="sng"/>
              <a:t>TreeMap:</a:t>
            </a:r>
            <a:r>
              <a:rPr lang="es-ES" sz="1600" b="0"/>
              <a:t> El Mapa lo ordena de forma "natural". Por ejemplo, si la clave son valores enteros, los ordena de menos a mayor.</a:t>
            </a:r>
            <a:endParaRPr/>
          </a:p>
          <a:p>
            <a:pPr marL="358775" lvl="0" indent="-358775" algn="l" rtl="0">
              <a:spcBef>
                <a:spcPts val="320"/>
              </a:spcBef>
              <a:spcAft>
                <a:spcPts val="0"/>
              </a:spcAft>
              <a:buSzPts val="1600"/>
              <a:buChar char="❖"/>
            </a:pPr>
            <a:r>
              <a:rPr lang="es-ES" sz="1600" i="1" u="sng"/>
              <a:t>LinkedHashMap:</a:t>
            </a:r>
            <a:r>
              <a:rPr lang="es-ES" sz="1600" b="0"/>
              <a:t> Inserta en el Map los elementos en el orden en el que se van insertando; es decir, que no tiene una ordenación de los elementos como tal, por lo que esta clase realiza las búsquedas de los elementos de forma más lenta que las demás clases.</a:t>
            </a:r>
            <a:endParaRPr/>
          </a:p>
          <a:p>
            <a:pPr marL="358775" lvl="0" indent="-206375" algn="l" rtl="0">
              <a:spcBef>
                <a:spcPts val="480"/>
              </a:spcBef>
              <a:spcAft>
                <a:spcPts val="0"/>
              </a:spcAft>
              <a:buSzPts val="24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38"/>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MAP</a:t>
            </a:r>
            <a:endParaRPr/>
          </a:p>
        </p:txBody>
      </p:sp>
      <p:pic>
        <p:nvPicPr>
          <p:cNvPr id="1635" name="Google Shape;1635;p38"/>
          <p:cNvPicPr preferRelativeResize="0">
            <a:picLocks noGrp="1"/>
          </p:cNvPicPr>
          <p:nvPr>
            <p:ph type="body" idx="1"/>
          </p:nvPr>
        </p:nvPicPr>
        <p:blipFill rotWithShape="1">
          <a:blip r:embed="rId3">
            <a:alphaModFix/>
          </a:blip>
          <a:srcRect l="5376" t="27025" r="46500" b="13864"/>
          <a:stretch/>
        </p:blipFill>
        <p:spPr>
          <a:xfrm>
            <a:off x="1331640" y="1268760"/>
            <a:ext cx="6120680" cy="422883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sp>
        <p:nvSpPr>
          <p:cNvPr id="1640" name="Google Shape;1640;p39"/>
          <p:cNvSpPr txBox="1">
            <a:spLocks noGrp="1"/>
          </p:cNvSpPr>
          <p:nvPr>
            <p:ph type="title"/>
          </p:nvPr>
        </p:nvSpPr>
        <p:spPr>
          <a:xfrm>
            <a:off x="542925" y="53975"/>
            <a:ext cx="7392988" cy="563563"/>
          </a:xfrm>
          <a:prstGeom prst="rect">
            <a:avLst/>
          </a:prstGeom>
          <a:noFill/>
          <a:ln>
            <a:noFill/>
          </a:ln>
        </p:spPr>
        <p:txBody>
          <a:bodyPr spcFirstLastPara="1" wrap="square" lIns="95775" tIns="47875" rIns="95775" bIns="47875" anchor="ctr" anchorCtr="0">
            <a:noAutofit/>
          </a:bodyPr>
          <a:lstStyle/>
          <a:p>
            <a:pPr marL="0" lvl="0" indent="0" algn="ctr" rtl="0">
              <a:spcBef>
                <a:spcPts val="0"/>
              </a:spcBef>
              <a:spcAft>
                <a:spcPts val="0"/>
              </a:spcAft>
              <a:buNone/>
            </a:pPr>
            <a:r>
              <a:rPr lang="es-ES"/>
              <a:t>Ejemplo HashMap</a:t>
            </a:r>
            <a:endParaRPr/>
          </a:p>
        </p:txBody>
      </p:sp>
      <p:pic>
        <p:nvPicPr>
          <p:cNvPr id="1641" name="Google Shape;1641;p39"/>
          <p:cNvPicPr preferRelativeResize="0"/>
          <p:nvPr/>
        </p:nvPicPr>
        <p:blipFill rotWithShape="1">
          <a:blip r:embed="rId3">
            <a:alphaModFix/>
          </a:blip>
          <a:srcRect l="24707" t="24414" r="9407" b="40430"/>
          <a:stretch/>
        </p:blipFill>
        <p:spPr>
          <a:xfrm>
            <a:off x="285720" y="1643050"/>
            <a:ext cx="8572560" cy="2571768"/>
          </a:xfrm>
          <a:prstGeom prst="rect">
            <a:avLst/>
          </a:prstGeom>
          <a:noFill/>
          <a:ln>
            <a:noFill/>
          </a:ln>
        </p:spPr>
      </p:pic>
      <p:sp>
        <p:nvSpPr>
          <p:cNvPr id="1642" name="Google Shape;1642;p39"/>
          <p:cNvSpPr txBox="1"/>
          <p:nvPr/>
        </p:nvSpPr>
        <p:spPr>
          <a:xfrm>
            <a:off x="928662" y="4786322"/>
            <a:ext cx="7000924" cy="9694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900">
                <a:solidFill>
                  <a:srgbClr val="FF0000"/>
                </a:solidFill>
                <a:latin typeface="Arial"/>
                <a:ea typeface="Arial"/>
                <a:cs typeface="Arial"/>
                <a:sym typeface="Arial"/>
              </a:rPr>
              <a:t>Prueba a crear una clase JugadorSeleccion con los datos del jugador (nombre, apellidos, dorsal). Utiliza el HashMap con objetos de esa clase. Ánimo!!!!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2"/>
                                        </p:tgtEl>
                                        <p:attrNameLst>
                                          <p:attrName>style.visibility</p:attrName>
                                        </p:attrNameLst>
                                      </p:cBhvr>
                                      <p:to>
                                        <p:strVal val="visible"/>
                                      </p:to>
                                    </p:set>
                                    <p:animEffect transition="in" filter="fade">
                                      <p:cBhvr>
                                        <p:cTn id="7" dur="500"/>
                                        <p:tgtEl>
                                          <p:spTgt spid="1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2973</Words>
  <Application>Microsoft Office PowerPoint</Application>
  <PresentationFormat>Presentación en pantalla (4:3)</PresentationFormat>
  <Paragraphs>1067</Paragraphs>
  <Slides>39</Slides>
  <Notes>39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39</vt:i4>
      </vt:variant>
    </vt:vector>
  </HeadingPairs>
  <TitlesOfParts>
    <vt:vector size="46" baseType="lpstr">
      <vt:lpstr>Arial</vt:lpstr>
      <vt:lpstr>Calibri</vt:lpstr>
      <vt:lpstr>Comic Sans MS</vt:lpstr>
      <vt:lpstr>Gisha</vt:lpstr>
      <vt:lpstr>Noto Sans Symbols</vt:lpstr>
      <vt:lpstr>Verdana</vt:lpstr>
      <vt:lpstr>cdb2004c019l</vt:lpstr>
      <vt:lpstr>Aplicación de las estructuras de almacenamiento</vt:lpstr>
      <vt:lpstr>Contenido</vt:lpstr>
      <vt:lpstr>Contenido</vt:lpstr>
      <vt:lpstr>Concepto de array. Crear un Array</vt:lpstr>
      <vt:lpstr>Recorrer un Array</vt:lpstr>
      <vt:lpstr>Ejemplo de uso de array en clase I</vt:lpstr>
      <vt:lpstr>Ejemplo de uso de array en clase II</vt:lpstr>
      <vt:lpstr>Ejemplo de uso de array en clase III</vt:lpstr>
      <vt:lpstr>Ejemplo de uso de array en clase IV</vt:lpstr>
      <vt:lpstr>for mejorado</vt:lpstr>
      <vt:lpstr>Relleno progresivo de Array</vt:lpstr>
      <vt:lpstr>Enviar una matriz como Parámetro</vt:lpstr>
      <vt:lpstr>Enviar una matriz como Parámetro</vt:lpstr>
      <vt:lpstr>Número de parámetros variable</vt:lpstr>
      <vt:lpstr>Clase Arrays</vt:lpstr>
      <vt:lpstr>Clase Arrays</vt:lpstr>
      <vt:lpstr>Clase Arrays</vt:lpstr>
      <vt:lpstr>Array Bidimensional</vt:lpstr>
      <vt:lpstr>Array de Objetos</vt:lpstr>
      <vt:lpstr>Array Bidimensional</vt:lpstr>
      <vt:lpstr>Recorrer Array Bidimensional</vt:lpstr>
      <vt:lpstr>Medidas Array Bidimensional</vt:lpstr>
      <vt:lpstr>Contenido</vt:lpstr>
      <vt:lpstr>Colecciones</vt:lpstr>
      <vt:lpstr>API Collections</vt:lpstr>
      <vt:lpstr>LIST</vt:lpstr>
      <vt:lpstr>LIST</vt:lpstr>
      <vt:lpstr>LIST</vt:lpstr>
      <vt:lpstr>ArrayList</vt:lpstr>
      <vt:lpstr>for-each</vt:lpstr>
      <vt:lpstr>for-each</vt:lpstr>
      <vt:lpstr>Ejemplo de uso de iteradores</vt:lpstr>
      <vt:lpstr>Ejemplo de uso de iteradores</vt:lpstr>
      <vt:lpstr>SET</vt:lpstr>
      <vt:lpstr>SET</vt:lpstr>
      <vt:lpstr>Interfaz Map</vt:lpstr>
      <vt:lpstr>MAP</vt:lpstr>
      <vt:lpstr>MAP</vt:lpstr>
      <vt:lpstr>Ejemplo HashMap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de las estructuras de almacenamiento</dc:title>
  <dc:creator>UsuarioAdministrador</dc:creator>
  <cp:lastModifiedBy>Usuario</cp:lastModifiedBy>
  <cp:revision>2</cp:revision>
  <dcterms:created xsi:type="dcterms:W3CDTF">2008-09-25T01:23:28Z</dcterms:created>
  <dcterms:modified xsi:type="dcterms:W3CDTF">2024-11-15T10:48:36Z</dcterms:modified>
</cp:coreProperties>
</file>