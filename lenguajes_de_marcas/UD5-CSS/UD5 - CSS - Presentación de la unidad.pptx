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 id="2147483723" r:id="rId2"/>
  </p:sldMasterIdLst>
  <p:notesMasterIdLst>
    <p:notesMasterId r:id="rId14"/>
  </p:notesMasterIdLst>
  <p:handoutMasterIdLst>
    <p:handoutMasterId r:id="rId15"/>
  </p:handoutMasterIdLst>
  <p:sldIdLst>
    <p:sldId id="256" r:id="rId3"/>
    <p:sldId id="257" r:id="rId4"/>
    <p:sldId id="258" r:id="rId5"/>
    <p:sldId id="263" r:id="rId6"/>
    <p:sldId id="265" r:id="rId7"/>
    <p:sldId id="261" r:id="rId8"/>
    <p:sldId id="266" r:id="rId9"/>
    <p:sldId id="260" r:id="rId10"/>
    <p:sldId id="262" r:id="rId11"/>
    <p:sldId id="267" r:id="rId12"/>
    <p:sldId id="268" r:id="rId13"/>
  </p:sldIdLst>
  <p:sldSz cx="13439775" cy="7559675"/>
  <p:notesSz cx="7559675" cy="106918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nrique Royo" initials="ER" lastIdx="1" clrIdx="0">
    <p:extLst>
      <p:ext uri="{19B8F6BF-5375-455C-9EA6-DF929625EA0E}">
        <p15:presenceInfo xmlns:p15="http://schemas.microsoft.com/office/powerpoint/2012/main" userId="6995da72f917fd9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4D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73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82314F3-F207-4A82-850A-DD27A8DA1F6F}"/>
              </a:ext>
            </a:extLst>
          </p:cNvPr>
          <p:cNvSpPr txBox="1">
            <a:spLocks noGrp="1"/>
          </p:cNvSpPr>
          <p:nvPr>
            <p:ph type="hdr" sz="quarter"/>
          </p:nvPr>
        </p:nvSpPr>
        <p:spPr>
          <a:xfrm>
            <a:off x="0" y="0"/>
            <a:ext cx="3280680" cy="534240"/>
          </a:xfrm>
          <a:prstGeom prst="rect">
            <a:avLst/>
          </a:prstGeom>
          <a:noFill/>
          <a:ln>
            <a:noFill/>
          </a:ln>
        </p:spPr>
        <p:txBody>
          <a:bodyPr vert="horz" wrap="none" lIns="90000" tIns="45000" rIns="90000" bIns="45000" anchorCtr="0" compatLnSpc="0">
            <a:noAutofit/>
          </a:bodyPr>
          <a:lstStyle/>
          <a:p>
            <a:pPr marL="0" marR="0" lvl="0" indent="0" rtl="0" hangingPunct="1">
              <a:lnSpc>
                <a:spcPct val="100000"/>
              </a:lnSpc>
              <a:spcBef>
                <a:spcPts val="0"/>
              </a:spcBef>
              <a:spcAft>
                <a:spcPts val="0"/>
              </a:spcAft>
              <a:buNone/>
              <a:tabLst/>
              <a:defRPr sz="1400"/>
            </a:pPr>
            <a:endParaRPr lang="es-ES" sz="1400" b="0" i="0" u="none" strike="noStrike" kern="1200" cap="none">
              <a:ln>
                <a:noFill/>
              </a:ln>
              <a:latin typeface="Source Sans Pro" pitchFamily="34"/>
              <a:ea typeface="源ノ角ゴシック Normal" pitchFamily="2"/>
              <a:cs typeface="FreeSans" pitchFamily="2"/>
            </a:endParaRPr>
          </a:p>
        </p:txBody>
      </p:sp>
      <p:sp>
        <p:nvSpPr>
          <p:cNvPr id="3" name="Marcador de fecha 2">
            <a:extLst>
              <a:ext uri="{FF2B5EF4-FFF2-40B4-BE49-F238E27FC236}">
                <a16:creationId xmlns:a16="http://schemas.microsoft.com/office/drawing/2014/main" id="{34B4E134-15C7-4B89-B4DE-DB241DC616A7}"/>
              </a:ext>
            </a:extLst>
          </p:cNvPr>
          <p:cNvSpPr txBox="1">
            <a:spLocks noGrp="1"/>
          </p:cNvSpPr>
          <p:nvPr>
            <p:ph type="dt" sz="quarter" idx="1"/>
          </p:nvPr>
        </p:nvSpPr>
        <p:spPr>
          <a:xfrm>
            <a:off x="4278960" y="0"/>
            <a:ext cx="3280680" cy="534240"/>
          </a:xfrm>
          <a:prstGeom prst="rect">
            <a:avLst/>
          </a:prstGeom>
          <a:noFill/>
          <a:ln>
            <a:noFill/>
          </a:ln>
        </p:spPr>
        <p:txBody>
          <a:bodyPr vert="horz" wrap="none" lIns="90000" tIns="45000" rIns="90000" bIns="45000" anchorCtr="0" compatLnSpc="0">
            <a:noAutofit/>
          </a:bodyPr>
          <a:lstStyle/>
          <a:p>
            <a:pPr marL="0" marR="0" lvl="0" indent="0" algn="r" rtl="0" hangingPunct="1">
              <a:lnSpc>
                <a:spcPct val="100000"/>
              </a:lnSpc>
              <a:spcBef>
                <a:spcPts val="0"/>
              </a:spcBef>
              <a:spcAft>
                <a:spcPts val="0"/>
              </a:spcAft>
              <a:buNone/>
              <a:tabLst/>
              <a:defRPr sz="1400"/>
            </a:pPr>
            <a:endParaRPr lang="es-ES" sz="1400" b="0" i="0" u="none" strike="noStrike" kern="1200" cap="none">
              <a:ln>
                <a:noFill/>
              </a:ln>
              <a:latin typeface="Source Sans Pro" pitchFamily="34"/>
              <a:ea typeface="源ノ角ゴシック Normal" pitchFamily="2"/>
              <a:cs typeface="FreeSans" pitchFamily="2"/>
            </a:endParaRPr>
          </a:p>
        </p:txBody>
      </p:sp>
      <p:sp>
        <p:nvSpPr>
          <p:cNvPr id="4" name="Marcador de pie de página 3">
            <a:extLst>
              <a:ext uri="{FF2B5EF4-FFF2-40B4-BE49-F238E27FC236}">
                <a16:creationId xmlns:a16="http://schemas.microsoft.com/office/drawing/2014/main" id="{38BD8F30-0675-4CCB-8225-26A72AE747FA}"/>
              </a:ext>
            </a:extLst>
          </p:cNvPr>
          <p:cNvSpPr txBox="1">
            <a:spLocks noGrp="1"/>
          </p:cNvSpPr>
          <p:nvPr>
            <p:ph type="ftr" sz="quarter" idx="2"/>
          </p:nvPr>
        </p:nvSpPr>
        <p:spPr>
          <a:xfrm>
            <a:off x="0" y="10157400"/>
            <a:ext cx="3280680" cy="534240"/>
          </a:xfrm>
          <a:prstGeom prst="rect">
            <a:avLst/>
          </a:prstGeom>
          <a:noFill/>
          <a:ln>
            <a:noFill/>
          </a:ln>
        </p:spPr>
        <p:txBody>
          <a:bodyPr vert="horz" wrap="none" lIns="90000" tIns="45000" rIns="90000" bIns="45000" anchor="b" anchorCtr="0" compatLnSpc="0">
            <a:noAutofit/>
          </a:bodyPr>
          <a:lstStyle/>
          <a:p>
            <a:pPr marL="0" marR="0" lvl="0" indent="0" rtl="0" hangingPunct="1">
              <a:lnSpc>
                <a:spcPct val="100000"/>
              </a:lnSpc>
              <a:spcBef>
                <a:spcPts val="0"/>
              </a:spcBef>
              <a:spcAft>
                <a:spcPts val="0"/>
              </a:spcAft>
              <a:buNone/>
              <a:tabLst/>
              <a:defRPr sz="1400"/>
            </a:pPr>
            <a:endParaRPr lang="es-ES" sz="1400" b="0" i="0" u="none" strike="noStrike" kern="1200" cap="none">
              <a:ln>
                <a:noFill/>
              </a:ln>
              <a:latin typeface="Source Sans Pro" pitchFamily="34"/>
              <a:ea typeface="源ノ角ゴシック Normal" pitchFamily="2"/>
              <a:cs typeface="FreeSans" pitchFamily="2"/>
            </a:endParaRPr>
          </a:p>
        </p:txBody>
      </p:sp>
      <p:sp>
        <p:nvSpPr>
          <p:cNvPr id="5" name="Marcador de número de diapositiva 4">
            <a:extLst>
              <a:ext uri="{FF2B5EF4-FFF2-40B4-BE49-F238E27FC236}">
                <a16:creationId xmlns:a16="http://schemas.microsoft.com/office/drawing/2014/main" id="{657DE061-6925-4D81-85E7-16E47FD4FCA7}"/>
              </a:ext>
            </a:extLst>
          </p:cNvPr>
          <p:cNvSpPr txBox="1">
            <a:spLocks noGrp="1"/>
          </p:cNvSpPr>
          <p:nvPr>
            <p:ph type="sldNum" sz="quarter" idx="3"/>
          </p:nvPr>
        </p:nvSpPr>
        <p:spPr>
          <a:xfrm>
            <a:off x="427896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r" rtl="0" hangingPunct="1">
              <a:lnSpc>
                <a:spcPct val="100000"/>
              </a:lnSpc>
              <a:spcBef>
                <a:spcPts val="0"/>
              </a:spcBef>
              <a:spcAft>
                <a:spcPts val="0"/>
              </a:spcAft>
              <a:buNone/>
              <a:tabLst/>
              <a:defRPr sz="1400"/>
            </a:pPr>
            <a:fld id="{9A8F3BAB-952B-4A5A-8DEA-5FB22A0D8FB8}" type="slidenum">
              <a:t>‹Nº›</a:t>
            </a:fld>
            <a:endParaRPr lang="es-ES" sz="1400" b="0" i="0" u="none" strike="noStrike" kern="1200" cap="none">
              <a:ln>
                <a:noFill/>
              </a:ln>
              <a:latin typeface="Source Sans Pro" pitchFamily="34"/>
              <a:ea typeface="源ノ角ゴシック Normal" pitchFamily="2"/>
              <a:cs typeface="FreeSans" pitchFamily="2"/>
            </a:endParaRPr>
          </a:p>
        </p:txBody>
      </p:sp>
    </p:spTree>
    <p:extLst>
      <p:ext uri="{BB962C8B-B14F-4D97-AF65-F5344CB8AC3E}">
        <p14:creationId xmlns:p14="http://schemas.microsoft.com/office/powerpoint/2010/main" val="34652645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68AFE6-0C79-4CC2-A937-5A6DCF0B0B6B}"/>
              </a:ext>
            </a:extLst>
          </p:cNvPr>
          <p:cNvSpPr>
            <a:spLocks noGrp="1" noRot="1" noChangeAspect="1"/>
          </p:cNvSpPr>
          <p:nvPr>
            <p:ph type="sldImg" idx="2"/>
          </p:nvPr>
        </p:nvSpPr>
        <p:spPr>
          <a:xfrm>
            <a:off x="215900" y="812800"/>
            <a:ext cx="7126288" cy="4008438"/>
          </a:xfrm>
          <a:prstGeom prst="rect">
            <a:avLst/>
          </a:prstGeom>
          <a:noFill/>
          <a:ln>
            <a:noFill/>
            <a:prstDash val="solid"/>
          </a:ln>
        </p:spPr>
      </p:sp>
      <p:sp>
        <p:nvSpPr>
          <p:cNvPr id="3" name="Marcador de notas 2">
            <a:extLst>
              <a:ext uri="{FF2B5EF4-FFF2-40B4-BE49-F238E27FC236}">
                <a16:creationId xmlns:a16="http://schemas.microsoft.com/office/drawing/2014/main" id="{42A182D5-A209-4B64-8AE4-94C06A5A58C9}"/>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s-ES"/>
          </a:p>
        </p:txBody>
      </p:sp>
      <p:sp>
        <p:nvSpPr>
          <p:cNvPr id="4" name="Marcador de encabezado 3">
            <a:extLst>
              <a:ext uri="{FF2B5EF4-FFF2-40B4-BE49-F238E27FC236}">
                <a16:creationId xmlns:a16="http://schemas.microsoft.com/office/drawing/2014/main" id="{84691C44-7E10-4495-BBC8-D3A9A7260ABA}"/>
              </a:ext>
            </a:extLst>
          </p:cNvPr>
          <p:cNvSpPr txBox="1">
            <a:spLocks noGrp="1"/>
          </p:cNvSpPr>
          <p:nvPr>
            <p:ph type="hdr" sz="quarter"/>
          </p:nvPr>
        </p:nvSpPr>
        <p:spPr>
          <a:xfrm>
            <a:off x="0" y="0"/>
            <a:ext cx="3280680" cy="534240"/>
          </a:xfrm>
          <a:prstGeom prst="rect">
            <a:avLst/>
          </a:prstGeom>
          <a:noFill/>
          <a:ln>
            <a:noFill/>
          </a:ln>
        </p:spPr>
        <p:txBody>
          <a:bodyPr lIns="0" tIns="0" rIns="0" bIns="0" anchorCtr="0">
            <a:noAutofit/>
          </a:bodyPr>
          <a:lstStyle>
            <a:lvl1pPr lvl="0" rtl="0" hangingPunct="0">
              <a:buNone/>
              <a:tabLst/>
              <a:defRPr lang="es-ES" sz="1400" b="1" kern="1200">
                <a:solidFill>
                  <a:srgbClr val="FFFFFF"/>
                </a:solidFill>
                <a:latin typeface="Source Sans Pro Black" pitchFamily="34"/>
                <a:ea typeface="源ノ角ゴシック Heavy" pitchFamily="2"/>
                <a:cs typeface="IPA Pゴシック" pitchFamily="2"/>
              </a:defRPr>
            </a:lvl1pPr>
          </a:lstStyle>
          <a:p>
            <a:pPr lvl="0"/>
            <a:endParaRPr lang="es-ES"/>
          </a:p>
        </p:txBody>
      </p:sp>
      <p:sp>
        <p:nvSpPr>
          <p:cNvPr id="5" name="Marcador de fecha 4">
            <a:extLst>
              <a:ext uri="{FF2B5EF4-FFF2-40B4-BE49-F238E27FC236}">
                <a16:creationId xmlns:a16="http://schemas.microsoft.com/office/drawing/2014/main" id="{702BD775-2F65-43FA-8896-F500C8A03235}"/>
              </a:ext>
            </a:extLst>
          </p:cNvPr>
          <p:cNvSpPr txBox="1">
            <a:spLocks noGrp="1"/>
          </p:cNvSpPr>
          <p:nvPr>
            <p:ph type="dt" idx="1"/>
          </p:nvPr>
        </p:nvSpPr>
        <p:spPr>
          <a:xfrm>
            <a:off x="4278960" y="0"/>
            <a:ext cx="3280680" cy="534240"/>
          </a:xfrm>
          <a:prstGeom prst="rect">
            <a:avLst/>
          </a:prstGeom>
          <a:noFill/>
          <a:ln>
            <a:noFill/>
          </a:ln>
        </p:spPr>
        <p:txBody>
          <a:bodyPr lIns="0" tIns="0" rIns="0" bIns="0" anchorCtr="0">
            <a:noAutofit/>
          </a:bodyPr>
          <a:lstStyle>
            <a:lvl1pPr lvl="0" algn="r" rtl="0" hangingPunct="0">
              <a:buNone/>
              <a:tabLst/>
              <a:defRPr lang="es-ES" sz="1400" b="1" kern="1200">
                <a:solidFill>
                  <a:srgbClr val="FFFFFF"/>
                </a:solidFill>
                <a:latin typeface="Source Sans Pro Black" pitchFamily="34"/>
                <a:ea typeface="源ノ角ゴシック Heavy" pitchFamily="2"/>
                <a:cs typeface="IPA Pゴシック" pitchFamily="2"/>
              </a:defRPr>
            </a:lvl1pPr>
          </a:lstStyle>
          <a:p>
            <a:pPr lvl="0"/>
            <a:endParaRPr lang="es-ES"/>
          </a:p>
        </p:txBody>
      </p:sp>
      <p:sp>
        <p:nvSpPr>
          <p:cNvPr id="6" name="Marcador de pie de página 5">
            <a:extLst>
              <a:ext uri="{FF2B5EF4-FFF2-40B4-BE49-F238E27FC236}">
                <a16:creationId xmlns:a16="http://schemas.microsoft.com/office/drawing/2014/main" id="{765C6747-E4EF-484F-8A7D-D43ACB38D194}"/>
              </a:ext>
            </a:extLst>
          </p:cNvPr>
          <p:cNvSpPr txBox="1">
            <a:spLocks noGrp="1"/>
          </p:cNvSpPr>
          <p:nvPr>
            <p:ph type="ftr" sz="quarter" idx="4"/>
          </p:nvPr>
        </p:nvSpPr>
        <p:spPr>
          <a:xfrm>
            <a:off x="0" y="10157400"/>
            <a:ext cx="3280680" cy="534240"/>
          </a:xfrm>
          <a:prstGeom prst="rect">
            <a:avLst/>
          </a:prstGeom>
          <a:noFill/>
          <a:ln>
            <a:noFill/>
          </a:ln>
        </p:spPr>
        <p:txBody>
          <a:bodyPr lIns="0" tIns="0" rIns="0" bIns="0" anchor="b" anchorCtr="0">
            <a:noAutofit/>
          </a:bodyPr>
          <a:lstStyle>
            <a:lvl1pPr lvl="0" rtl="0" hangingPunct="0">
              <a:buNone/>
              <a:tabLst/>
              <a:defRPr lang="es-ES" sz="1400" b="1" kern="1200">
                <a:solidFill>
                  <a:srgbClr val="FFFFFF"/>
                </a:solidFill>
                <a:latin typeface="Source Sans Pro Black" pitchFamily="34"/>
                <a:ea typeface="源ノ角ゴシック Heavy" pitchFamily="2"/>
                <a:cs typeface="IPA Pゴシック" pitchFamily="2"/>
              </a:defRPr>
            </a:lvl1pPr>
          </a:lstStyle>
          <a:p>
            <a:pPr lvl="0"/>
            <a:endParaRPr lang="es-ES"/>
          </a:p>
        </p:txBody>
      </p:sp>
      <p:sp>
        <p:nvSpPr>
          <p:cNvPr id="7" name="Marcador de número de diapositiva 6">
            <a:extLst>
              <a:ext uri="{FF2B5EF4-FFF2-40B4-BE49-F238E27FC236}">
                <a16:creationId xmlns:a16="http://schemas.microsoft.com/office/drawing/2014/main" id="{FC9FA3B3-11B7-438A-830A-FA066436D58B}"/>
              </a:ext>
            </a:extLst>
          </p:cNvPr>
          <p:cNvSpPr txBox="1">
            <a:spLocks noGrp="1"/>
          </p:cNvSpPr>
          <p:nvPr>
            <p:ph type="sldNum" sz="quarter" idx="5"/>
          </p:nvPr>
        </p:nvSpPr>
        <p:spPr>
          <a:xfrm>
            <a:off x="4278960" y="10157400"/>
            <a:ext cx="3280680" cy="534240"/>
          </a:xfrm>
          <a:prstGeom prst="rect">
            <a:avLst/>
          </a:prstGeom>
          <a:noFill/>
          <a:ln>
            <a:noFill/>
          </a:ln>
        </p:spPr>
        <p:txBody>
          <a:bodyPr lIns="0" tIns="0" rIns="0" bIns="0" anchor="b" anchorCtr="0">
            <a:noAutofit/>
          </a:bodyPr>
          <a:lstStyle>
            <a:lvl1pPr lvl="0" algn="r" rtl="0" hangingPunct="0">
              <a:buNone/>
              <a:tabLst/>
              <a:defRPr lang="es-ES" sz="1400" b="1" kern="1200">
                <a:solidFill>
                  <a:srgbClr val="FFFFFF"/>
                </a:solidFill>
                <a:latin typeface="Source Sans Pro Black" pitchFamily="34"/>
                <a:ea typeface="源ノ角ゴシック Heavy" pitchFamily="2"/>
                <a:cs typeface="IPA Pゴシック" pitchFamily="2"/>
              </a:defRPr>
            </a:lvl1pPr>
          </a:lstStyle>
          <a:p>
            <a:pPr lvl="0"/>
            <a:fld id="{4D570BCE-7DAF-43CE-8A54-3A27F4AF0F7D}" type="slidenum">
              <a:t>‹Nº›</a:t>
            </a:fld>
            <a:endParaRPr lang="es-ES"/>
          </a:p>
        </p:txBody>
      </p:sp>
    </p:spTree>
    <p:extLst>
      <p:ext uri="{BB962C8B-B14F-4D97-AF65-F5344CB8AC3E}">
        <p14:creationId xmlns:p14="http://schemas.microsoft.com/office/powerpoint/2010/main" val="3355162402"/>
      </p:ext>
    </p:extLst>
  </p:cSld>
  <p:clrMap bg1="lt1" tx1="dk1" bg2="lt2" tx2="dk2" accent1="accent1" accent2="accent2" accent3="accent3" accent4="accent4" accent5="accent5" accent6="accent6" hlink="hlink" folHlink="folHlink"/>
  <p:notesStyle>
    <a:lvl1pPr marL="216000" marR="0" indent="-216000" rtl="0" hangingPunct="0">
      <a:tabLst/>
      <a:defRPr lang="es-ES" sz="2000" b="0" i="0" u="none" strike="noStrike" kern="1200" cap="none">
        <a:ln>
          <a:noFill/>
        </a:ln>
        <a:latin typeface="Source Sans Pro" pitchFamily="34"/>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53B1BCAB-B442-4301-AF76-5C4B8EF19453}"/>
              </a:ext>
            </a:extLst>
          </p:cNvPr>
          <p:cNvSpPr txBox="1">
            <a:spLocks noGrp="1"/>
          </p:cNvSpPr>
          <p:nvPr>
            <p:ph type="sldNum" sz="quarter" idx="5"/>
          </p:nvPr>
        </p:nvSpPr>
        <p:spPr>
          <a:ln/>
        </p:spPr>
        <p:txBody>
          <a:bodyPr lIns="0" tIns="0" rIns="0" bIns="0" anchor="b" anchorCtr="0">
            <a:noAutofit/>
          </a:bodyPr>
          <a:lstStyle/>
          <a:p>
            <a:pPr lvl="0"/>
            <a:fld id="{CA75D671-CFE9-483B-ABAE-1461AE26BB36}" type="slidenum">
              <a:t>1</a:t>
            </a:fld>
            <a:endParaRPr lang="es-ES"/>
          </a:p>
        </p:txBody>
      </p:sp>
      <p:sp>
        <p:nvSpPr>
          <p:cNvPr id="2" name="Marcador de imagen de diapositiva 1">
            <a:extLst>
              <a:ext uri="{FF2B5EF4-FFF2-40B4-BE49-F238E27FC236}">
                <a16:creationId xmlns:a16="http://schemas.microsoft.com/office/drawing/2014/main" id="{410BF203-FD87-4C03-9FA2-05A0EE15AA80}"/>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FA213367-C985-42C9-82B7-1C28A10BF753}"/>
              </a:ext>
            </a:extLst>
          </p:cNvPr>
          <p:cNvSpPr txBox="1">
            <a:spLocks noGrp="1"/>
          </p:cNvSpPr>
          <p:nvPr>
            <p:ph type="body" sz="quarter" idx="1"/>
          </p:nvPr>
        </p:nvSpPr>
        <p:spPr/>
        <p:txBody>
          <a:bodyPr/>
          <a:lstStyle/>
          <a:p>
            <a:endParaRPr lang="es-ES" sz="281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B79BBB73-16AB-458D-AC30-F4ACB6BA427F}"/>
              </a:ext>
            </a:extLst>
          </p:cNvPr>
          <p:cNvSpPr txBox="1">
            <a:spLocks noGrp="1"/>
          </p:cNvSpPr>
          <p:nvPr>
            <p:ph type="sldNum" sz="quarter" idx="5"/>
          </p:nvPr>
        </p:nvSpPr>
        <p:spPr>
          <a:ln/>
        </p:spPr>
        <p:txBody>
          <a:bodyPr lIns="0" tIns="0" rIns="0" bIns="0" anchor="b" anchorCtr="0">
            <a:noAutofit/>
          </a:bodyPr>
          <a:lstStyle/>
          <a:p>
            <a:pPr lvl="0"/>
            <a:fld id="{F5510A2C-7E36-4131-BE60-FCD8882BE029}" type="slidenum">
              <a:t>2</a:t>
            </a:fld>
            <a:endParaRPr lang="es-ES"/>
          </a:p>
        </p:txBody>
      </p:sp>
      <p:sp>
        <p:nvSpPr>
          <p:cNvPr id="2" name="Marcador de imagen de diapositiva 1">
            <a:extLst>
              <a:ext uri="{FF2B5EF4-FFF2-40B4-BE49-F238E27FC236}">
                <a16:creationId xmlns:a16="http://schemas.microsoft.com/office/drawing/2014/main" id="{01F5585B-AC0E-4CC2-9FF2-C32DFAF6BA4D}"/>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AEB6E7-C7C5-493F-8133-7CD3A7ADCD4F}"/>
              </a:ext>
            </a:extLst>
          </p:cNvPr>
          <p:cNvSpPr txBox="1">
            <a:spLocks noGrp="1"/>
          </p:cNvSpPr>
          <p:nvPr>
            <p:ph type="body" sz="quarter" idx="1"/>
          </p:nvPr>
        </p:nvSpPr>
        <p:spPr/>
        <p:txBody>
          <a:bodyPr>
            <a:spAutoFit/>
          </a:bodyPr>
          <a:lstStyle/>
          <a:p>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E1E597B8-B213-4B17-A813-949D972D73B5}"/>
              </a:ext>
            </a:extLst>
          </p:cNvPr>
          <p:cNvSpPr txBox="1">
            <a:spLocks noGrp="1"/>
          </p:cNvSpPr>
          <p:nvPr>
            <p:ph type="sldNum" sz="quarter" idx="5"/>
          </p:nvPr>
        </p:nvSpPr>
        <p:spPr>
          <a:ln/>
        </p:spPr>
        <p:txBody>
          <a:bodyPr lIns="0" tIns="0" rIns="0" bIns="0" anchor="b" anchorCtr="0">
            <a:noAutofit/>
          </a:bodyPr>
          <a:lstStyle/>
          <a:p>
            <a:pPr lvl="0"/>
            <a:fld id="{700CA9A3-A7E2-4280-BECF-7E1A612E5C68}" type="slidenum">
              <a:t>3</a:t>
            </a:fld>
            <a:endParaRPr lang="es-ES"/>
          </a:p>
        </p:txBody>
      </p:sp>
      <p:sp>
        <p:nvSpPr>
          <p:cNvPr id="2" name="Marcador de imagen de diapositiva 1">
            <a:extLst>
              <a:ext uri="{FF2B5EF4-FFF2-40B4-BE49-F238E27FC236}">
                <a16:creationId xmlns:a16="http://schemas.microsoft.com/office/drawing/2014/main" id="{E49F4487-272C-4EF3-A6C2-EDBC875E6BB8}"/>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EDD1CF-8F63-4D84-975B-7C0AED424752}"/>
              </a:ext>
            </a:extLst>
          </p:cNvPr>
          <p:cNvSpPr txBox="1">
            <a:spLocks noGrp="1"/>
          </p:cNvSpPr>
          <p:nvPr>
            <p:ph type="body" sz="quarter" idx="1"/>
          </p:nvPr>
        </p:nvSpPr>
        <p:spPr/>
        <p:txBody>
          <a:bodyPr>
            <a:spAutoFit/>
          </a:bodyPr>
          <a:lstStyle/>
          <a:p>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E1E597B8-B213-4B17-A813-949D972D73B5}"/>
              </a:ext>
            </a:extLst>
          </p:cNvPr>
          <p:cNvSpPr txBox="1">
            <a:spLocks noGrp="1"/>
          </p:cNvSpPr>
          <p:nvPr>
            <p:ph type="sldNum" sz="quarter" idx="5"/>
          </p:nvPr>
        </p:nvSpPr>
        <p:spPr>
          <a:ln/>
        </p:spPr>
        <p:txBody>
          <a:bodyPr lIns="0" tIns="0" rIns="0" bIns="0" anchor="b" anchorCtr="0">
            <a:noAutofit/>
          </a:bodyPr>
          <a:lstStyle/>
          <a:p>
            <a:pPr lvl="0"/>
            <a:fld id="{700CA9A3-A7E2-4280-BECF-7E1A612E5C68}" type="slidenum">
              <a:t>4</a:t>
            </a:fld>
            <a:endParaRPr lang="es-ES"/>
          </a:p>
        </p:txBody>
      </p:sp>
      <p:sp>
        <p:nvSpPr>
          <p:cNvPr id="2" name="Marcador de imagen de diapositiva 1">
            <a:extLst>
              <a:ext uri="{FF2B5EF4-FFF2-40B4-BE49-F238E27FC236}">
                <a16:creationId xmlns:a16="http://schemas.microsoft.com/office/drawing/2014/main" id="{E49F4487-272C-4EF3-A6C2-EDBC875E6BB8}"/>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EDD1CF-8F63-4D84-975B-7C0AED424752}"/>
              </a:ext>
            </a:extLst>
          </p:cNvPr>
          <p:cNvSpPr txBox="1">
            <a:spLocks noGrp="1"/>
          </p:cNvSpPr>
          <p:nvPr>
            <p:ph type="body" sz="quarter" idx="1"/>
          </p:nvPr>
        </p:nvSpPr>
        <p:spPr/>
        <p:txBody>
          <a:bodyPr>
            <a:spAutoFit/>
          </a:bodyPr>
          <a:lstStyle/>
          <a:p>
            <a:endParaRPr lang="es-ES"/>
          </a:p>
        </p:txBody>
      </p:sp>
    </p:spTree>
    <p:extLst>
      <p:ext uri="{BB962C8B-B14F-4D97-AF65-F5344CB8AC3E}">
        <p14:creationId xmlns:p14="http://schemas.microsoft.com/office/powerpoint/2010/main" val="2058680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E1E597B8-B213-4B17-A813-949D972D73B5}"/>
              </a:ext>
            </a:extLst>
          </p:cNvPr>
          <p:cNvSpPr txBox="1">
            <a:spLocks noGrp="1"/>
          </p:cNvSpPr>
          <p:nvPr>
            <p:ph type="sldNum" sz="quarter" idx="5"/>
          </p:nvPr>
        </p:nvSpPr>
        <p:spPr>
          <a:ln/>
        </p:spPr>
        <p:txBody>
          <a:bodyPr lIns="0" tIns="0" rIns="0" bIns="0" anchor="b" anchorCtr="0">
            <a:noAutofit/>
          </a:bodyPr>
          <a:lstStyle/>
          <a:p>
            <a:pPr lvl="0"/>
            <a:fld id="{700CA9A3-A7E2-4280-BECF-7E1A612E5C68}" type="slidenum">
              <a:t>5</a:t>
            </a:fld>
            <a:endParaRPr lang="es-ES"/>
          </a:p>
        </p:txBody>
      </p:sp>
      <p:sp>
        <p:nvSpPr>
          <p:cNvPr id="2" name="Marcador de imagen de diapositiva 1">
            <a:extLst>
              <a:ext uri="{FF2B5EF4-FFF2-40B4-BE49-F238E27FC236}">
                <a16:creationId xmlns:a16="http://schemas.microsoft.com/office/drawing/2014/main" id="{E49F4487-272C-4EF3-A6C2-EDBC875E6BB8}"/>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EDD1CF-8F63-4D84-975B-7C0AED424752}"/>
              </a:ext>
            </a:extLst>
          </p:cNvPr>
          <p:cNvSpPr txBox="1">
            <a:spLocks noGrp="1"/>
          </p:cNvSpPr>
          <p:nvPr>
            <p:ph type="body" sz="quarter" idx="1"/>
          </p:nvPr>
        </p:nvSpPr>
        <p:spPr/>
        <p:txBody>
          <a:bodyPr>
            <a:spAutoFit/>
          </a:bodyPr>
          <a:lstStyle/>
          <a:p>
            <a:endParaRPr lang="es-ES"/>
          </a:p>
        </p:txBody>
      </p:sp>
    </p:spTree>
    <p:extLst>
      <p:ext uri="{BB962C8B-B14F-4D97-AF65-F5344CB8AC3E}">
        <p14:creationId xmlns:p14="http://schemas.microsoft.com/office/powerpoint/2010/main" val="19557564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E1E597B8-B213-4B17-A813-949D972D73B5}"/>
              </a:ext>
            </a:extLst>
          </p:cNvPr>
          <p:cNvSpPr txBox="1">
            <a:spLocks noGrp="1"/>
          </p:cNvSpPr>
          <p:nvPr>
            <p:ph type="sldNum" sz="quarter" idx="5"/>
          </p:nvPr>
        </p:nvSpPr>
        <p:spPr>
          <a:ln/>
        </p:spPr>
        <p:txBody>
          <a:bodyPr lIns="0" tIns="0" rIns="0" bIns="0" anchor="b" anchorCtr="0">
            <a:noAutofit/>
          </a:bodyPr>
          <a:lstStyle/>
          <a:p>
            <a:pPr lvl="0"/>
            <a:fld id="{700CA9A3-A7E2-4280-BECF-7E1A612E5C68}" type="slidenum">
              <a:t>6</a:t>
            </a:fld>
            <a:endParaRPr lang="es-ES"/>
          </a:p>
        </p:txBody>
      </p:sp>
      <p:sp>
        <p:nvSpPr>
          <p:cNvPr id="2" name="Marcador de imagen de diapositiva 1">
            <a:extLst>
              <a:ext uri="{FF2B5EF4-FFF2-40B4-BE49-F238E27FC236}">
                <a16:creationId xmlns:a16="http://schemas.microsoft.com/office/drawing/2014/main" id="{E49F4487-272C-4EF3-A6C2-EDBC875E6BB8}"/>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EDD1CF-8F63-4D84-975B-7C0AED424752}"/>
              </a:ext>
            </a:extLst>
          </p:cNvPr>
          <p:cNvSpPr txBox="1">
            <a:spLocks noGrp="1"/>
          </p:cNvSpPr>
          <p:nvPr>
            <p:ph type="body" sz="quarter" idx="1"/>
          </p:nvPr>
        </p:nvSpPr>
        <p:spPr/>
        <p:txBody>
          <a:bodyPr>
            <a:spAutoFit/>
          </a:bodyPr>
          <a:lstStyle/>
          <a:p>
            <a:endParaRPr lang="es-ES"/>
          </a:p>
        </p:txBody>
      </p:sp>
    </p:spTree>
    <p:extLst>
      <p:ext uri="{BB962C8B-B14F-4D97-AF65-F5344CB8AC3E}">
        <p14:creationId xmlns:p14="http://schemas.microsoft.com/office/powerpoint/2010/main" val="4189366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E1E597B8-B213-4B17-A813-949D972D73B5}"/>
              </a:ext>
            </a:extLst>
          </p:cNvPr>
          <p:cNvSpPr txBox="1">
            <a:spLocks noGrp="1"/>
          </p:cNvSpPr>
          <p:nvPr>
            <p:ph type="sldNum" sz="quarter" idx="5"/>
          </p:nvPr>
        </p:nvSpPr>
        <p:spPr>
          <a:ln/>
        </p:spPr>
        <p:txBody>
          <a:bodyPr lIns="0" tIns="0" rIns="0" bIns="0" anchor="b" anchorCtr="0">
            <a:noAutofit/>
          </a:bodyPr>
          <a:lstStyle/>
          <a:p>
            <a:pPr lvl="0"/>
            <a:fld id="{700CA9A3-A7E2-4280-BECF-7E1A612E5C68}" type="slidenum">
              <a:t>7</a:t>
            </a:fld>
            <a:endParaRPr lang="es-ES"/>
          </a:p>
        </p:txBody>
      </p:sp>
      <p:sp>
        <p:nvSpPr>
          <p:cNvPr id="2" name="Marcador de imagen de diapositiva 1">
            <a:extLst>
              <a:ext uri="{FF2B5EF4-FFF2-40B4-BE49-F238E27FC236}">
                <a16:creationId xmlns:a16="http://schemas.microsoft.com/office/drawing/2014/main" id="{E49F4487-272C-4EF3-A6C2-EDBC875E6BB8}"/>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EDD1CF-8F63-4D84-975B-7C0AED424752}"/>
              </a:ext>
            </a:extLst>
          </p:cNvPr>
          <p:cNvSpPr txBox="1">
            <a:spLocks noGrp="1"/>
          </p:cNvSpPr>
          <p:nvPr>
            <p:ph type="body" sz="quarter" idx="1"/>
          </p:nvPr>
        </p:nvSpPr>
        <p:spPr/>
        <p:txBody>
          <a:bodyPr>
            <a:spAutoFit/>
          </a:bodyPr>
          <a:lstStyle/>
          <a:p>
            <a:endParaRPr lang="es-ES"/>
          </a:p>
        </p:txBody>
      </p:sp>
    </p:spTree>
    <p:extLst>
      <p:ext uri="{BB962C8B-B14F-4D97-AF65-F5344CB8AC3E}">
        <p14:creationId xmlns:p14="http://schemas.microsoft.com/office/powerpoint/2010/main" val="1166945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E1E597B8-B213-4B17-A813-949D972D73B5}"/>
              </a:ext>
            </a:extLst>
          </p:cNvPr>
          <p:cNvSpPr txBox="1">
            <a:spLocks noGrp="1"/>
          </p:cNvSpPr>
          <p:nvPr>
            <p:ph type="sldNum" sz="quarter" idx="5"/>
          </p:nvPr>
        </p:nvSpPr>
        <p:spPr>
          <a:ln/>
        </p:spPr>
        <p:txBody>
          <a:bodyPr lIns="0" tIns="0" rIns="0" bIns="0" anchor="b" anchorCtr="0">
            <a:noAutofit/>
          </a:bodyPr>
          <a:lstStyle/>
          <a:p>
            <a:pPr lvl="0"/>
            <a:fld id="{700CA9A3-A7E2-4280-BECF-7E1A612E5C68}" type="slidenum">
              <a:t>8</a:t>
            </a:fld>
            <a:endParaRPr lang="es-ES"/>
          </a:p>
        </p:txBody>
      </p:sp>
      <p:sp>
        <p:nvSpPr>
          <p:cNvPr id="2" name="Marcador de imagen de diapositiva 1">
            <a:extLst>
              <a:ext uri="{FF2B5EF4-FFF2-40B4-BE49-F238E27FC236}">
                <a16:creationId xmlns:a16="http://schemas.microsoft.com/office/drawing/2014/main" id="{E49F4487-272C-4EF3-A6C2-EDBC875E6BB8}"/>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EDD1CF-8F63-4D84-975B-7C0AED424752}"/>
              </a:ext>
            </a:extLst>
          </p:cNvPr>
          <p:cNvSpPr txBox="1">
            <a:spLocks noGrp="1"/>
          </p:cNvSpPr>
          <p:nvPr>
            <p:ph type="body" sz="quarter" idx="1"/>
          </p:nvPr>
        </p:nvSpPr>
        <p:spPr/>
        <p:txBody>
          <a:bodyPr>
            <a:spAutoFit/>
          </a:bodyPr>
          <a:lstStyle/>
          <a:p>
            <a:endParaRPr lang="es-ES"/>
          </a:p>
        </p:txBody>
      </p:sp>
    </p:spTree>
    <p:extLst>
      <p:ext uri="{BB962C8B-B14F-4D97-AF65-F5344CB8AC3E}">
        <p14:creationId xmlns:p14="http://schemas.microsoft.com/office/powerpoint/2010/main" val="396649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E1E597B8-B213-4B17-A813-949D972D73B5}"/>
              </a:ext>
            </a:extLst>
          </p:cNvPr>
          <p:cNvSpPr txBox="1">
            <a:spLocks noGrp="1"/>
          </p:cNvSpPr>
          <p:nvPr>
            <p:ph type="sldNum" sz="quarter" idx="5"/>
          </p:nvPr>
        </p:nvSpPr>
        <p:spPr>
          <a:ln/>
        </p:spPr>
        <p:txBody>
          <a:bodyPr lIns="0" tIns="0" rIns="0" bIns="0" anchor="b" anchorCtr="0">
            <a:noAutofit/>
          </a:bodyPr>
          <a:lstStyle/>
          <a:p>
            <a:pPr lvl="0"/>
            <a:fld id="{700CA9A3-A7E2-4280-BECF-7E1A612E5C68}" type="slidenum">
              <a:t>9</a:t>
            </a:fld>
            <a:endParaRPr lang="es-ES"/>
          </a:p>
        </p:txBody>
      </p:sp>
      <p:sp>
        <p:nvSpPr>
          <p:cNvPr id="2" name="Marcador de imagen de diapositiva 1">
            <a:extLst>
              <a:ext uri="{FF2B5EF4-FFF2-40B4-BE49-F238E27FC236}">
                <a16:creationId xmlns:a16="http://schemas.microsoft.com/office/drawing/2014/main" id="{E49F4487-272C-4EF3-A6C2-EDBC875E6BB8}"/>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EDD1CF-8F63-4D84-975B-7C0AED424752}"/>
              </a:ext>
            </a:extLst>
          </p:cNvPr>
          <p:cNvSpPr txBox="1">
            <a:spLocks noGrp="1"/>
          </p:cNvSpPr>
          <p:nvPr>
            <p:ph type="body" sz="quarter" idx="1"/>
          </p:nvPr>
        </p:nvSpPr>
        <p:spPr/>
        <p:txBody>
          <a:bodyPr>
            <a:spAutoFit/>
          </a:bodyPr>
          <a:lstStyle/>
          <a:p>
            <a:endParaRPr lang="es-ES"/>
          </a:p>
        </p:txBody>
      </p:sp>
    </p:spTree>
    <p:extLst>
      <p:ext uri="{BB962C8B-B14F-4D97-AF65-F5344CB8AC3E}">
        <p14:creationId xmlns:p14="http://schemas.microsoft.com/office/powerpoint/2010/main" val="4158398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E1E597B8-B213-4B17-A813-949D972D73B5}"/>
              </a:ext>
            </a:extLst>
          </p:cNvPr>
          <p:cNvSpPr txBox="1">
            <a:spLocks noGrp="1"/>
          </p:cNvSpPr>
          <p:nvPr>
            <p:ph type="sldNum" sz="quarter" idx="5"/>
          </p:nvPr>
        </p:nvSpPr>
        <p:spPr>
          <a:ln/>
        </p:spPr>
        <p:txBody>
          <a:bodyPr lIns="0" tIns="0" rIns="0" bIns="0" anchor="b" anchorCtr="0">
            <a:noAutofit/>
          </a:bodyPr>
          <a:lstStyle/>
          <a:p>
            <a:pPr lvl="0"/>
            <a:fld id="{700CA9A3-A7E2-4280-BECF-7E1A612E5C68}" type="slidenum">
              <a:t>10</a:t>
            </a:fld>
            <a:endParaRPr lang="es-ES"/>
          </a:p>
        </p:txBody>
      </p:sp>
      <p:sp>
        <p:nvSpPr>
          <p:cNvPr id="2" name="Marcador de imagen de diapositiva 1">
            <a:extLst>
              <a:ext uri="{FF2B5EF4-FFF2-40B4-BE49-F238E27FC236}">
                <a16:creationId xmlns:a16="http://schemas.microsoft.com/office/drawing/2014/main" id="{E49F4487-272C-4EF3-A6C2-EDBC875E6BB8}"/>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EDD1CF-8F63-4D84-975B-7C0AED424752}"/>
              </a:ext>
            </a:extLst>
          </p:cNvPr>
          <p:cNvSpPr txBox="1">
            <a:spLocks noGrp="1"/>
          </p:cNvSpPr>
          <p:nvPr>
            <p:ph type="body" sz="quarter" idx="1"/>
          </p:nvPr>
        </p:nvSpPr>
        <p:spPr/>
        <p:txBody>
          <a:bodyPr>
            <a:spAutoFit/>
          </a:bodyPr>
          <a:lstStyle/>
          <a:p>
            <a:endParaRPr lang="es-ES"/>
          </a:p>
        </p:txBody>
      </p:sp>
    </p:spTree>
    <p:extLst>
      <p:ext uri="{BB962C8B-B14F-4D97-AF65-F5344CB8AC3E}">
        <p14:creationId xmlns:p14="http://schemas.microsoft.com/office/powerpoint/2010/main" val="3104433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E1E597B8-B213-4B17-A813-949D972D73B5}"/>
              </a:ext>
            </a:extLst>
          </p:cNvPr>
          <p:cNvSpPr txBox="1">
            <a:spLocks noGrp="1"/>
          </p:cNvSpPr>
          <p:nvPr>
            <p:ph type="sldNum" sz="quarter" idx="5"/>
          </p:nvPr>
        </p:nvSpPr>
        <p:spPr>
          <a:ln/>
        </p:spPr>
        <p:txBody>
          <a:bodyPr lIns="0" tIns="0" rIns="0" bIns="0" anchor="b" anchorCtr="0">
            <a:noAutofit/>
          </a:bodyPr>
          <a:lstStyle/>
          <a:p>
            <a:pPr lvl="0"/>
            <a:fld id="{700CA9A3-A7E2-4280-BECF-7E1A612E5C68}" type="slidenum">
              <a:t>11</a:t>
            </a:fld>
            <a:endParaRPr lang="es-ES"/>
          </a:p>
        </p:txBody>
      </p:sp>
      <p:sp>
        <p:nvSpPr>
          <p:cNvPr id="2" name="Marcador de imagen de diapositiva 1">
            <a:extLst>
              <a:ext uri="{FF2B5EF4-FFF2-40B4-BE49-F238E27FC236}">
                <a16:creationId xmlns:a16="http://schemas.microsoft.com/office/drawing/2014/main" id="{E49F4487-272C-4EF3-A6C2-EDBC875E6BB8}"/>
              </a:ext>
            </a:extLst>
          </p:cNvPr>
          <p:cNvSpPr>
            <a:spLocks noGrp="1" noRot="1" noChangeAspect="1" noResize="1"/>
          </p:cNvSpPr>
          <p:nvPr>
            <p:ph type="sldImg"/>
          </p:nvPr>
        </p:nvSpPr>
        <p:spPr>
          <a:xfrm>
            <a:off x="215900" y="812800"/>
            <a:ext cx="7126288" cy="4008438"/>
          </a:xfrm>
          <a:solidFill>
            <a:srgbClr val="729FCF"/>
          </a:solidFill>
          <a:ln w="25400">
            <a:solidFill>
              <a:srgbClr val="3465A4"/>
            </a:solidFill>
            <a:prstDash val="solid"/>
          </a:ln>
        </p:spPr>
      </p:sp>
      <p:sp>
        <p:nvSpPr>
          <p:cNvPr id="3" name="Marcador de notas 2">
            <a:extLst>
              <a:ext uri="{FF2B5EF4-FFF2-40B4-BE49-F238E27FC236}">
                <a16:creationId xmlns:a16="http://schemas.microsoft.com/office/drawing/2014/main" id="{38EDD1CF-8F63-4D84-975B-7C0AED424752}"/>
              </a:ext>
            </a:extLst>
          </p:cNvPr>
          <p:cNvSpPr txBox="1">
            <a:spLocks noGrp="1"/>
          </p:cNvSpPr>
          <p:nvPr>
            <p:ph type="body" sz="quarter" idx="1"/>
          </p:nvPr>
        </p:nvSpPr>
        <p:spPr/>
        <p:txBody>
          <a:bodyPr>
            <a:spAutoFit/>
          </a:bodyPr>
          <a:lstStyle/>
          <a:p>
            <a:endParaRPr lang="es-ES"/>
          </a:p>
        </p:txBody>
      </p:sp>
    </p:spTree>
    <p:extLst>
      <p:ext uri="{BB962C8B-B14F-4D97-AF65-F5344CB8AC3E}">
        <p14:creationId xmlns:p14="http://schemas.microsoft.com/office/powerpoint/2010/main" val="1295457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9333"/>
            <a:ext cx="1343977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661306" y="2650553"/>
            <a:ext cx="8561833" cy="1814743"/>
          </a:xfrm>
        </p:spPr>
        <p:txBody>
          <a:bodyPr anchor="b">
            <a:noAutofit/>
          </a:bodyPr>
          <a:lstStyle>
            <a:lvl1pPr algn="r">
              <a:defRPr sz="5952">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661306" y="4465294"/>
            <a:ext cx="8561833" cy="1209128"/>
          </a:xfrm>
        </p:spPr>
        <p:txBody>
          <a:bodyPr anchor="t"/>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9BBAF084-02BA-4DB1-826B-D973CD0201FE}" type="slidenum">
              <a:rPr lang="es-ES" smtClean="0"/>
              <a:t>‹Nº›</a:t>
            </a:fld>
            <a:endParaRPr lang="es-ES"/>
          </a:p>
        </p:txBody>
      </p:sp>
    </p:spTree>
    <p:extLst>
      <p:ext uri="{BB962C8B-B14F-4D97-AF65-F5344CB8AC3E}">
        <p14:creationId xmlns:p14="http://schemas.microsoft.com/office/powerpoint/2010/main" val="2424652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135E3C69-E8CB-4E4B-BEF6-F341548FB32E}" type="slidenum">
              <a:rPr lang="es-ES" smtClean="0"/>
              <a:t>‹Nº›</a:t>
            </a:fld>
            <a:endParaRPr lang="es-ES"/>
          </a:p>
        </p:txBody>
      </p:sp>
    </p:spTree>
    <p:extLst>
      <p:ext uri="{BB962C8B-B14F-4D97-AF65-F5344CB8AC3E}">
        <p14:creationId xmlns:p14="http://schemas.microsoft.com/office/powerpoint/2010/main" val="690377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46656" y="2977206"/>
            <a:ext cx="9476483" cy="2013467"/>
          </a:xfrm>
        </p:spPr>
        <p:txBody>
          <a:bodyPr anchor="b"/>
          <a:lstStyle>
            <a:lvl1pPr algn="l">
              <a:defRPr sz="4409"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46656" y="4990673"/>
            <a:ext cx="9476483" cy="948432"/>
          </a:xfrm>
        </p:spPr>
        <p:txBody>
          <a:bodyPr anchor="t"/>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251E5812-0C31-4511-9477-CBBCCEBF2897}" type="slidenum">
              <a:rPr lang="es-ES" smtClean="0"/>
              <a:t>‹Nº›</a:t>
            </a:fld>
            <a:endParaRPr lang="es-ES"/>
          </a:p>
        </p:txBody>
      </p:sp>
    </p:spTree>
    <p:extLst>
      <p:ext uri="{BB962C8B-B14F-4D97-AF65-F5344CB8AC3E}">
        <p14:creationId xmlns:p14="http://schemas.microsoft.com/office/powerpoint/2010/main" val="2073830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746655" y="2381649"/>
            <a:ext cx="4612245" cy="427783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10896" y="2381650"/>
            <a:ext cx="4612244" cy="427783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lvl="0"/>
            <a:endParaRPr lang="es-ES"/>
          </a:p>
        </p:txBody>
      </p:sp>
      <p:sp>
        <p:nvSpPr>
          <p:cNvPr id="6" name="Footer Placeholder 5"/>
          <p:cNvSpPr>
            <a:spLocks noGrp="1"/>
          </p:cNvSpPr>
          <p:nvPr>
            <p:ph type="ftr" sz="quarter" idx="11"/>
          </p:nvPr>
        </p:nvSpPr>
        <p:spPr/>
        <p:txBody>
          <a:bodyPr/>
          <a:lstStyle/>
          <a:p>
            <a:pPr lvl="0"/>
            <a:endParaRPr lang="es-ES"/>
          </a:p>
        </p:txBody>
      </p:sp>
      <p:sp>
        <p:nvSpPr>
          <p:cNvPr id="7" name="Slide Number Placeholder 6"/>
          <p:cNvSpPr>
            <a:spLocks noGrp="1"/>
          </p:cNvSpPr>
          <p:nvPr>
            <p:ph type="sldNum" sz="quarter" idx="12"/>
          </p:nvPr>
        </p:nvSpPr>
        <p:spPr/>
        <p:txBody>
          <a:bodyPr/>
          <a:lstStyle/>
          <a:p>
            <a:pPr lvl="0"/>
            <a:fld id="{7A520E5E-E33A-4FB4-8778-DE992C0E71B2}" type="slidenum">
              <a:rPr lang="es-ES" smtClean="0"/>
              <a:t>‹Nº›</a:t>
            </a:fld>
            <a:endParaRPr lang="es-ES"/>
          </a:p>
        </p:txBody>
      </p:sp>
    </p:spTree>
    <p:extLst>
      <p:ext uri="{BB962C8B-B14F-4D97-AF65-F5344CB8AC3E}">
        <p14:creationId xmlns:p14="http://schemas.microsoft.com/office/powerpoint/2010/main" val="1867417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44904" y="2382084"/>
            <a:ext cx="461399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s-ES"/>
              <a:t>Haga clic para modificar los estilos de texto del patrón</a:t>
            </a:r>
          </a:p>
        </p:txBody>
      </p:sp>
      <p:sp>
        <p:nvSpPr>
          <p:cNvPr id="4" name="Content Placeholder 3"/>
          <p:cNvSpPr>
            <a:spLocks noGrp="1"/>
          </p:cNvSpPr>
          <p:nvPr>
            <p:ph sz="half" idx="2"/>
          </p:nvPr>
        </p:nvSpPr>
        <p:spPr>
          <a:xfrm>
            <a:off x="744904" y="3017306"/>
            <a:ext cx="4613995" cy="364217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09147" y="2382084"/>
            <a:ext cx="4613990"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s-ES"/>
              <a:t>Haga clic para modificar los estilos de texto del patrón</a:t>
            </a:r>
          </a:p>
        </p:txBody>
      </p:sp>
      <p:sp>
        <p:nvSpPr>
          <p:cNvPr id="6" name="Content Placeholder 5"/>
          <p:cNvSpPr>
            <a:spLocks noGrp="1"/>
          </p:cNvSpPr>
          <p:nvPr>
            <p:ph sz="quarter" idx="4"/>
          </p:nvPr>
        </p:nvSpPr>
        <p:spPr>
          <a:xfrm>
            <a:off x="5609149" y="3017306"/>
            <a:ext cx="4613989" cy="364217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lvl="0"/>
            <a:endParaRPr lang="es-ES"/>
          </a:p>
        </p:txBody>
      </p:sp>
      <p:sp>
        <p:nvSpPr>
          <p:cNvPr id="8" name="Footer Placeholder 7"/>
          <p:cNvSpPr>
            <a:spLocks noGrp="1"/>
          </p:cNvSpPr>
          <p:nvPr>
            <p:ph type="ftr" sz="quarter" idx="11"/>
          </p:nvPr>
        </p:nvSpPr>
        <p:spPr/>
        <p:txBody>
          <a:bodyPr/>
          <a:lstStyle/>
          <a:p>
            <a:pPr lvl="0"/>
            <a:endParaRPr lang="es-ES"/>
          </a:p>
        </p:txBody>
      </p:sp>
      <p:sp>
        <p:nvSpPr>
          <p:cNvPr id="9" name="Slide Number Placeholder 8"/>
          <p:cNvSpPr>
            <a:spLocks noGrp="1"/>
          </p:cNvSpPr>
          <p:nvPr>
            <p:ph type="sldNum" sz="quarter" idx="12"/>
          </p:nvPr>
        </p:nvSpPr>
        <p:spPr/>
        <p:txBody>
          <a:bodyPr/>
          <a:lstStyle/>
          <a:p>
            <a:pPr lvl="0"/>
            <a:fld id="{3B0EABB7-2998-4610-A809-3FB538C34D3D}" type="slidenum">
              <a:rPr lang="es-ES" smtClean="0"/>
              <a:t>‹Nº›</a:t>
            </a:fld>
            <a:endParaRPr lang="es-ES"/>
          </a:p>
        </p:txBody>
      </p:sp>
    </p:spTree>
    <p:extLst>
      <p:ext uri="{BB962C8B-B14F-4D97-AF65-F5344CB8AC3E}">
        <p14:creationId xmlns:p14="http://schemas.microsoft.com/office/powerpoint/2010/main" val="1298057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746655" y="671971"/>
            <a:ext cx="9476483" cy="1455937"/>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lvl="0"/>
            <a:endParaRPr lang="es-ES"/>
          </a:p>
        </p:txBody>
      </p:sp>
      <p:sp>
        <p:nvSpPr>
          <p:cNvPr id="4" name="Footer Placeholder 3"/>
          <p:cNvSpPr>
            <a:spLocks noGrp="1"/>
          </p:cNvSpPr>
          <p:nvPr>
            <p:ph type="ftr" sz="quarter" idx="11"/>
          </p:nvPr>
        </p:nvSpPr>
        <p:spPr/>
        <p:txBody>
          <a:bodyPr/>
          <a:lstStyle/>
          <a:p>
            <a:pPr lvl="0"/>
            <a:endParaRPr lang="es-ES"/>
          </a:p>
        </p:txBody>
      </p:sp>
      <p:sp>
        <p:nvSpPr>
          <p:cNvPr id="5" name="Slide Number Placeholder 4"/>
          <p:cNvSpPr>
            <a:spLocks noGrp="1"/>
          </p:cNvSpPr>
          <p:nvPr>
            <p:ph type="sldNum" sz="quarter" idx="12"/>
          </p:nvPr>
        </p:nvSpPr>
        <p:spPr/>
        <p:txBody>
          <a:bodyPr/>
          <a:lstStyle/>
          <a:p>
            <a:pPr lvl="0"/>
            <a:fld id="{8A461BED-CAE7-4383-B2C2-06770834144E}" type="slidenum">
              <a:rPr lang="es-ES" smtClean="0"/>
              <a:t>‹Nº›</a:t>
            </a:fld>
            <a:endParaRPr lang="es-ES"/>
          </a:p>
        </p:txBody>
      </p:sp>
    </p:spTree>
    <p:extLst>
      <p:ext uri="{BB962C8B-B14F-4D97-AF65-F5344CB8AC3E}">
        <p14:creationId xmlns:p14="http://schemas.microsoft.com/office/powerpoint/2010/main" val="98491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s-ES"/>
          </a:p>
        </p:txBody>
      </p:sp>
      <p:sp>
        <p:nvSpPr>
          <p:cNvPr id="3" name="Footer Placeholder 2"/>
          <p:cNvSpPr>
            <a:spLocks noGrp="1"/>
          </p:cNvSpPr>
          <p:nvPr>
            <p:ph type="ftr" sz="quarter" idx="11"/>
          </p:nvPr>
        </p:nvSpPr>
        <p:spPr/>
        <p:txBody>
          <a:bodyPr/>
          <a:lstStyle/>
          <a:p>
            <a:pPr lvl="0"/>
            <a:endParaRPr lang="es-ES"/>
          </a:p>
        </p:txBody>
      </p:sp>
      <p:sp>
        <p:nvSpPr>
          <p:cNvPr id="4" name="Slide Number Placeholder 3"/>
          <p:cNvSpPr>
            <a:spLocks noGrp="1"/>
          </p:cNvSpPr>
          <p:nvPr>
            <p:ph type="sldNum" sz="quarter" idx="12"/>
          </p:nvPr>
        </p:nvSpPr>
        <p:spPr/>
        <p:txBody>
          <a:bodyPr/>
          <a:lstStyle/>
          <a:p>
            <a:pPr lvl="0"/>
            <a:fld id="{730B69F8-21AF-4763-A9D0-F7C9A59ADB51}" type="slidenum">
              <a:rPr lang="es-ES" smtClean="0"/>
              <a:t>‹Nº›</a:t>
            </a:fld>
            <a:endParaRPr lang="es-ES"/>
          </a:p>
        </p:txBody>
      </p:sp>
    </p:spTree>
    <p:extLst>
      <p:ext uri="{BB962C8B-B14F-4D97-AF65-F5344CB8AC3E}">
        <p14:creationId xmlns:p14="http://schemas.microsoft.com/office/powerpoint/2010/main" val="22486012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46655" y="1651933"/>
            <a:ext cx="4249015" cy="1409272"/>
          </a:xfrm>
        </p:spPr>
        <p:txBody>
          <a:bodyPr anchor="b">
            <a:normAutofit/>
          </a:bodyPr>
          <a:lstStyle>
            <a:lvl1pPr>
              <a:defRPr sz="2205"/>
            </a:lvl1pPr>
          </a:lstStyle>
          <a:p>
            <a:r>
              <a:rPr lang="es-ES"/>
              <a:t>Haga clic para modificar el estilo de título del patrón</a:t>
            </a:r>
            <a:endParaRPr lang="en-US" dirty="0"/>
          </a:p>
        </p:txBody>
      </p:sp>
      <p:sp>
        <p:nvSpPr>
          <p:cNvPr id="3" name="Content Placeholder 2"/>
          <p:cNvSpPr>
            <a:spLocks noGrp="1"/>
          </p:cNvSpPr>
          <p:nvPr>
            <p:ph idx="1"/>
          </p:nvPr>
        </p:nvSpPr>
        <p:spPr>
          <a:xfrm>
            <a:off x="5247665" y="567609"/>
            <a:ext cx="4975474" cy="609187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46655" y="3061205"/>
            <a:ext cx="4249015"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lvl="0"/>
            <a:endParaRPr lang="es-ES"/>
          </a:p>
        </p:txBody>
      </p:sp>
      <p:sp>
        <p:nvSpPr>
          <p:cNvPr id="6" name="Footer Placeholder 5"/>
          <p:cNvSpPr>
            <a:spLocks noGrp="1"/>
          </p:cNvSpPr>
          <p:nvPr>
            <p:ph type="ftr" sz="quarter" idx="11"/>
          </p:nvPr>
        </p:nvSpPr>
        <p:spPr/>
        <p:txBody>
          <a:bodyPr/>
          <a:lstStyle/>
          <a:p>
            <a:pPr lvl="0"/>
            <a:endParaRPr lang="es-ES"/>
          </a:p>
        </p:txBody>
      </p:sp>
      <p:sp>
        <p:nvSpPr>
          <p:cNvPr id="7" name="Slide Number Placeholder 6"/>
          <p:cNvSpPr>
            <a:spLocks noGrp="1"/>
          </p:cNvSpPr>
          <p:nvPr>
            <p:ph type="sldNum" sz="quarter" idx="12"/>
          </p:nvPr>
        </p:nvSpPr>
        <p:spPr/>
        <p:txBody>
          <a:bodyPr/>
          <a:lstStyle/>
          <a:p>
            <a:pPr lvl="0"/>
            <a:fld id="{E4BA73F1-96FA-4624-B12A-CE59631C57FE}" type="slidenum">
              <a:rPr lang="es-ES" smtClean="0"/>
              <a:t>‹Nº›</a:t>
            </a:fld>
            <a:endParaRPr lang="es-ES"/>
          </a:p>
        </p:txBody>
      </p:sp>
    </p:spTree>
    <p:extLst>
      <p:ext uri="{BB962C8B-B14F-4D97-AF65-F5344CB8AC3E}">
        <p14:creationId xmlns:p14="http://schemas.microsoft.com/office/powerpoint/2010/main" val="2304816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46656" y="5291772"/>
            <a:ext cx="9476482" cy="624724"/>
          </a:xfrm>
        </p:spPr>
        <p:txBody>
          <a:bodyPr anchor="b">
            <a:normAutofit/>
          </a:bodyPr>
          <a:lstStyle>
            <a:lvl1pPr algn="l">
              <a:defRPr sz="2646"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6655" y="671971"/>
            <a:ext cx="9476483"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es-ES"/>
              <a:t>Haga clic en el icono para agregar una imagen</a:t>
            </a:r>
            <a:endParaRPr lang="en-US" dirty="0"/>
          </a:p>
        </p:txBody>
      </p:sp>
      <p:sp>
        <p:nvSpPr>
          <p:cNvPr id="4" name="Text Placeholder 3"/>
          <p:cNvSpPr>
            <a:spLocks noGrp="1"/>
          </p:cNvSpPr>
          <p:nvPr>
            <p:ph type="body" sz="half" idx="2"/>
          </p:nvPr>
        </p:nvSpPr>
        <p:spPr>
          <a:xfrm>
            <a:off x="746656" y="5916496"/>
            <a:ext cx="9476482"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lvl="0"/>
            <a:endParaRPr lang="es-ES"/>
          </a:p>
        </p:txBody>
      </p:sp>
      <p:sp>
        <p:nvSpPr>
          <p:cNvPr id="6" name="Footer Placeholder 5"/>
          <p:cNvSpPr>
            <a:spLocks noGrp="1"/>
          </p:cNvSpPr>
          <p:nvPr>
            <p:ph type="ftr" sz="quarter" idx="11"/>
          </p:nvPr>
        </p:nvSpPr>
        <p:spPr/>
        <p:txBody>
          <a:bodyPr/>
          <a:lstStyle/>
          <a:p>
            <a:pPr lvl="0"/>
            <a:endParaRPr lang="es-ES"/>
          </a:p>
        </p:txBody>
      </p:sp>
      <p:sp>
        <p:nvSpPr>
          <p:cNvPr id="7" name="Slide Number Placeholder 6"/>
          <p:cNvSpPr>
            <a:spLocks noGrp="1"/>
          </p:cNvSpPr>
          <p:nvPr>
            <p:ph type="sldNum" sz="quarter" idx="12"/>
          </p:nvPr>
        </p:nvSpPr>
        <p:spPr/>
        <p:txBody>
          <a:bodyPr/>
          <a:lstStyle/>
          <a:p>
            <a:pPr lvl="0"/>
            <a:fld id="{83B485EE-15D1-4758-B30A-F8346F59E5C9}" type="slidenum">
              <a:rPr lang="es-ES" smtClean="0"/>
              <a:t>‹Nº›</a:t>
            </a:fld>
            <a:endParaRPr lang="es-ES"/>
          </a:p>
        </p:txBody>
      </p:sp>
    </p:spTree>
    <p:extLst>
      <p:ext uri="{BB962C8B-B14F-4D97-AF65-F5344CB8AC3E}">
        <p14:creationId xmlns:p14="http://schemas.microsoft.com/office/powerpoint/2010/main" val="2524974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46656" y="671971"/>
            <a:ext cx="9476483" cy="3751839"/>
          </a:xfrm>
        </p:spPr>
        <p:txBody>
          <a:bodyPr anchor="ctr">
            <a:normAutofit/>
          </a:bodyPr>
          <a:lstStyle>
            <a:lvl1pPr algn="l">
              <a:defRPr sz="485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46656" y="4927788"/>
            <a:ext cx="9476483"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791E30A6-0DCF-404A-AB2A-8D6F48D219F5}" type="slidenum">
              <a:rPr lang="es-ES" smtClean="0"/>
              <a:t>‹Nº›</a:t>
            </a:fld>
            <a:endParaRPr lang="es-ES"/>
          </a:p>
        </p:txBody>
      </p:sp>
    </p:spTree>
    <p:extLst>
      <p:ext uri="{BB962C8B-B14F-4D97-AF65-F5344CB8AC3E}">
        <p14:creationId xmlns:p14="http://schemas.microsoft.com/office/powerpoint/2010/main" val="1047784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26650" y="671971"/>
            <a:ext cx="8922518" cy="3331857"/>
          </a:xfrm>
        </p:spPr>
        <p:txBody>
          <a:bodyPr anchor="ctr">
            <a:normAutofit/>
          </a:bodyPr>
          <a:lstStyle>
            <a:lvl1pPr algn="l">
              <a:defRPr sz="485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505955" y="4003828"/>
            <a:ext cx="7963909"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746656" y="4927788"/>
            <a:ext cx="9476483"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791E30A6-0DCF-404A-AB2A-8D6F48D219F5}" type="slidenum">
              <a:rPr lang="es-ES" smtClean="0"/>
              <a:t>‹Nº›</a:t>
            </a:fld>
            <a:endParaRPr lang="es-ES"/>
          </a:p>
        </p:txBody>
      </p:sp>
      <p:sp>
        <p:nvSpPr>
          <p:cNvPr id="20" name="TextBox 19"/>
          <p:cNvSpPr txBox="1"/>
          <p:nvPr/>
        </p:nvSpPr>
        <p:spPr>
          <a:xfrm>
            <a:off x="597327" y="871246"/>
            <a:ext cx="671989"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9803155" y="3181894"/>
            <a:ext cx="671989"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Tree>
    <p:extLst>
      <p:ext uri="{BB962C8B-B14F-4D97-AF65-F5344CB8AC3E}">
        <p14:creationId xmlns:p14="http://schemas.microsoft.com/office/powerpoint/2010/main" val="2706569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46656" y="2129659"/>
            <a:ext cx="9476483" cy="2861014"/>
          </a:xfrm>
        </p:spPr>
        <p:txBody>
          <a:bodyPr anchor="b">
            <a:normAutofit/>
          </a:bodyPr>
          <a:lstStyle>
            <a:lvl1pPr algn="l">
              <a:defRPr sz="485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46656" y="4990673"/>
            <a:ext cx="9476483"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791E30A6-0DCF-404A-AB2A-8D6F48D219F5}" type="slidenum">
              <a:rPr lang="es-ES" smtClean="0"/>
              <a:t>‹Nº›</a:t>
            </a:fld>
            <a:endParaRPr lang="es-ES"/>
          </a:p>
        </p:txBody>
      </p:sp>
    </p:spTree>
    <p:extLst>
      <p:ext uri="{BB962C8B-B14F-4D97-AF65-F5344CB8AC3E}">
        <p14:creationId xmlns:p14="http://schemas.microsoft.com/office/powerpoint/2010/main" val="18094771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026650" y="671971"/>
            <a:ext cx="8922518" cy="3331857"/>
          </a:xfrm>
        </p:spPr>
        <p:txBody>
          <a:bodyPr anchor="ctr">
            <a:normAutofit/>
          </a:bodyPr>
          <a:lstStyle>
            <a:lvl1pPr algn="l">
              <a:defRPr sz="485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746653" y="4423810"/>
            <a:ext cx="9476484"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746656" y="4990673"/>
            <a:ext cx="9476483"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791E30A6-0DCF-404A-AB2A-8D6F48D219F5}" type="slidenum">
              <a:rPr lang="es-ES" smtClean="0"/>
              <a:t>‹Nº›</a:t>
            </a:fld>
            <a:endParaRPr lang="es-ES"/>
          </a:p>
        </p:txBody>
      </p:sp>
      <p:sp>
        <p:nvSpPr>
          <p:cNvPr id="24" name="TextBox 23"/>
          <p:cNvSpPr txBox="1"/>
          <p:nvPr/>
        </p:nvSpPr>
        <p:spPr>
          <a:xfrm>
            <a:off x="597327" y="871246"/>
            <a:ext cx="671989"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9803155" y="3181894"/>
            <a:ext cx="671989"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932919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755987" y="671971"/>
            <a:ext cx="9467152" cy="3331857"/>
          </a:xfrm>
        </p:spPr>
        <p:txBody>
          <a:bodyPr anchor="ctr">
            <a:normAutofit/>
          </a:bodyPr>
          <a:lstStyle>
            <a:lvl1pPr algn="l">
              <a:defRPr sz="485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746653" y="4423810"/>
            <a:ext cx="9476484"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746656" y="4990673"/>
            <a:ext cx="9476483"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791E30A6-0DCF-404A-AB2A-8D6F48D219F5}" type="slidenum">
              <a:rPr lang="es-ES" smtClean="0"/>
              <a:t>‹Nº›</a:t>
            </a:fld>
            <a:endParaRPr lang="es-ES"/>
          </a:p>
        </p:txBody>
      </p:sp>
    </p:spTree>
    <p:extLst>
      <p:ext uri="{BB962C8B-B14F-4D97-AF65-F5344CB8AC3E}">
        <p14:creationId xmlns:p14="http://schemas.microsoft.com/office/powerpoint/2010/main" val="2769200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78479DB2-0F33-44C9-8682-C4D82947DE52}" type="slidenum">
              <a:rPr lang="es-ES" smtClean="0"/>
              <a:t>‹Nº›</a:t>
            </a:fld>
            <a:endParaRPr lang="es-ES"/>
          </a:p>
        </p:txBody>
      </p:sp>
    </p:spTree>
    <p:extLst>
      <p:ext uri="{BB962C8B-B14F-4D97-AF65-F5344CB8AC3E}">
        <p14:creationId xmlns:p14="http://schemas.microsoft.com/office/powerpoint/2010/main" val="2946221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83115" y="671971"/>
            <a:ext cx="1438275" cy="5788752"/>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46656" y="671971"/>
            <a:ext cx="7782712" cy="578875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E027A083-2A94-4D63-A99A-C176200CB66F}" type="slidenum">
              <a:rPr lang="es-ES" smtClean="0"/>
              <a:t>‹Nº›</a:t>
            </a:fld>
            <a:endParaRPr lang="es-ES"/>
          </a:p>
        </p:txBody>
      </p:sp>
    </p:spTree>
    <p:extLst>
      <p:ext uri="{BB962C8B-B14F-4D97-AF65-F5344CB8AC3E}">
        <p14:creationId xmlns:p14="http://schemas.microsoft.com/office/powerpoint/2010/main" val="2576749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9333"/>
            <a:ext cx="1343977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661306" y="2650553"/>
            <a:ext cx="8561833" cy="1814743"/>
          </a:xfrm>
        </p:spPr>
        <p:txBody>
          <a:bodyPr anchor="b">
            <a:noAutofit/>
          </a:bodyPr>
          <a:lstStyle>
            <a:lvl1pPr algn="r">
              <a:defRPr sz="5952">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661306" y="4465294"/>
            <a:ext cx="8561833" cy="1209128"/>
          </a:xfrm>
        </p:spPr>
        <p:txBody>
          <a:bodyPr anchor="t"/>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BD64E636-989C-486C-88C0-CD25BA29AB4B}" type="slidenum">
              <a:rPr lang="es-ES" smtClean="0"/>
              <a:t>‹Nº›</a:t>
            </a:fld>
            <a:endParaRPr lang="es-ES"/>
          </a:p>
        </p:txBody>
      </p:sp>
    </p:spTree>
    <p:extLst>
      <p:ext uri="{BB962C8B-B14F-4D97-AF65-F5344CB8AC3E}">
        <p14:creationId xmlns:p14="http://schemas.microsoft.com/office/powerpoint/2010/main" val="4205833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F361B5E5-8A96-4B4F-8849-3E8A3E676BF6}" type="slidenum">
              <a:rPr lang="es-ES" smtClean="0"/>
              <a:t>‹Nº›</a:t>
            </a:fld>
            <a:endParaRPr lang="es-ES"/>
          </a:p>
        </p:txBody>
      </p:sp>
    </p:spTree>
    <p:extLst>
      <p:ext uri="{BB962C8B-B14F-4D97-AF65-F5344CB8AC3E}">
        <p14:creationId xmlns:p14="http://schemas.microsoft.com/office/powerpoint/2010/main" val="41933309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46656" y="2977206"/>
            <a:ext cx="9476483" cy="2013467"/>
          </a:xfrm>
        </p:spPr>
        <p:txBody>
          <a:bodyPr anchor="b"/>
          <a:lstStyle>
            <a:lvl1pPr algn="l">
              <a:defRPr sz="4409"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46656" y="4990673"/>
            <a:ext cx="9476483" cy="948432"/>
          </a:xfrm>
        </p:spPr>
        <p:txBody>
          <a:bodyPr anchor="t"/>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23949EF0-F929-4C84-9B7B-F53E932EA10E}" type="slidenum">
              <a:rPr lang="es-ES" smtClean="0"/>
              <a:t>‹Nº›</a:t>
            </a:fld>
            <a:endParaRPr lang="es-ES"/>
          </a:p>
        </p:txBody>
      </p:sp>
    </p:spTree>
    <p:extLst>
      <p:ext uri="{BB962C8B-B14F-4D97-AF65-F5344CB8AC3E}">
        <p14:creationId xmlns:p14="http://schemas.microsoft.com/office/powerpoint/2010/main" val="41285284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746655" y="2381649"/>
            <a:ext cx="4612245" cy="427783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10896" y="2381650"/>
            <a:ext cx="4612244" cy="427783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lvl="0"/>
            <a:endParaRPr lang="es-ES"/>
          </a:p>
        </p:txBody>
      </p:sp>
      <p:sp>
        <p:nvSpPr>
          <p:cNvPr id="6" name="Footer Placeholder 5"/>
          <p:cNvSpPr>
            <a:spLocks noGrp="1"/>
          </p:cNvSpPr>
          <p:nvPr>
            <p:ph type="ftr" sz="quarter" idx="11"/>
          </p:nvPr>
        </p:nvSpPr>
        <p:spPr/>
        <p:txBody>
          <a:bodyPr/>
          <a:lstStyle/>
          <a:p>
            <a:pPr lvl="0"/>
            <a:endParaRPr lang="es-ES"/>
          </a:p>
        </p:txBody>
      </p:sp>
      <p:sp>
        <p:nvSpPr>
          <p:cNvPr id="7" name="Slide Number Placeholder 6"/>
          <p:cNvSpPr>
            <a:spLocks noGrp="1"/>
          </p:cNvSpPr>
          <p:nvPr>
            <p:ph type="sldNum" sz="quarter" idx="12"/>
          </p:nvPr>
        </p:nvSpPr>
        <p:spPr/>
        <p:txBody>
          <a:bodyPr/>
          <a:lstStyle/>
          <a:p>
            <a:pPr lvl="0"/>
            <a:fld id="{B4773F02-E491-4FD8-B32F-35F4C10C0B54}" type="slidenum">
              <a:rPr lang="es-ES" smtClean="0"/>
              <a:t>‹Nº›</a:t>
            </a:fld>
            <a:endParaRPr lang="es-ES"/>
          </a:p>
        </p:txBody>
      </p:sp>
    </p:spTree>
    <p:extLst>
      <p:ext uri="{BB962C8B-B14F-4D97-AF65-F5344CB8AC3E}">
        <p14:creationId xmlns:p14="http://schemas.microsoft.com/office/powerpoint/2010/main" val="32245948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44904" y="2382084"/>
            <a:ext cx="461399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s-ES"/>
              <a:t>Haga clic para modificar los estilos de texto del patrón</a:t>
            </a:r>
          </a:p>
        </p:txBody>
      </p:sp>
      <p:sp>
        <p:nvSpPr>
          <p:cNvPr id="4" name="Content Placeholder 3"/>
          <p:cNvSpPr>
            <a:spLocks noGrp="1"/>
          </p:cNvSpPr>
          <p:nvPr>
            <p:ph sz="half" idx="2"/>
          </p:nvPr>
        </p:nvSpPr>
        <p:spPr>
          <a:xfrm>
            <a:off x="744904" y="3017306"/>
            <a:ext cx="4613995" cy="364217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09147" y="2382084"/>
            <a:ext cx="4613990"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s-ES"/>
              <a:t>Haga clic para modificar los estilos de texto del patrón</a:t>
            </a:r>
          </a:p>
        </p:txBody>
      </p:sp>
      <p:sp>
        <p:nvSpPr>
          <p:cNvPr id="6" name="Content Placeholder 5"/>
          <p:cNvSpPr>
            <a:spLocks noGrp="1"/>
          </p:cNvSpPr>
          <p:nvPr>
            <p:ph sz="quarter" idx="4"/>
          </p:nvPr>
        </p:nvSpPr>
        <p:spPr>
          <a:xfrm>
            <a:off x="5609149" y="3017306"/>
            <a:ext cx="4613989" cy="364217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lvl="0"/>
            <a:endParaRPr lang="es-ES"/>
          </a:p>
        </p:txBody>
      </p:sp>
      <p:sp>
        <p:nvSpPr>
          <p:cNvPr id="8" name="Footer Placeholder 7"/>
          <p:cNvSpPr>
            <a:spLocks noGrp="1"/>
          </p:cNvSpPr>
          <p:nvPr>
            <p:ph type="ftr" sz="quarter" idx="11"/>
          </p:nvPr>
        </p:nvSpPr>
        <p:spPr/>
        <p:txBody>
          <a:bodyPr/>
          <a:lstStyle/>
          <a:p>
            <a:pPr lvl="0"/>
            <a:endParaRPr lang="es-ES"/>
          </a:p>
        </p:txBody>
      </p:sp>
      <p:sp>
        <p:nvSpPr>
          <p:cNvPr id="9" name="Slide Number Placeholder 8"/>
          <p:cNvSpPr>
            <a:spLocks noGrp="1"/>
          </p:cNvSpPr>
          <p:nvPr>
            <p:ph type="sldNum" sz="quarter" idx="12"/>
          </p:nvPr>
        </p:nvSpPr>
        <p:spPr/>
        <p:txBody>
          <a:bodyPr/>
          <a:lstStyle/>
          <a:p>
            <a:pPr lvl="0"/>
            <a:fld id="{0DB2EEE9-817C-4830-AE3F-D806D0150B87}" type="slidenum">
              <a:rPr lang="es-ES" smtClean="0"/>
              <a:t>‹Nº›</a:t>
            </a:fld>
            <a:endParaRPr lang="es-ES"/>
          </a:p>
        </p:txBody>
      </p:sp>
    </p:spTree>
    <p:extLst>
      <p:ext uri="{BB962C8B-B14F-4D97-AF65-F5344CB8AC3E}">
        <p14:creationId xmlns:p14="http://schemas.microsoft.com/office/powerpoint/2010/main" val="35660921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746655" y="671971"/>
            <a:ext cx="9476483" cy="1455937"/>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lvl="0"/>
            <a:endParaRPr lang="es-ES"/>
          </a:p>
        </p:txBody>
      </p:sp>
      <p:sp>
        <p:nvSpPr>
          <p:cNvPr id="4" name="Footer Placeholder 3"/>
          <p:cNvSpPr>
            <a:spLocks noGrp="1"/>
          </p:cNvSpPr>
          <p:nvPr>
            <p:ph type="ftr" sz="quarter" idx="11"/>
          </p:nvPr>
        </p:nvSpPr>
        <p:spPr/>
        <p:txBody>
          <a:bodyPr/>
          <a:lstStyle/>
          <a:p>
            <a:pPr lvl="0"/>
            <a:endParaRPr lang="es-ES"/>
          </a:p>
        </p:txBody>
      </p:sp>
      <p:sp>
        <p:nvSpPr>
          <p:cNvPr id="5" name="Slide Number Placeholder 4"/>
          <p:cNvSpPr>
            <a:spLocks noGrp="1"/>
          </p:cNvSpPr>
          <p:nvPr>
            <p:ph type="sldNum" sz="quarter" idx="12"/>
          </p:nvPr>
        </p:nvSpPr>
        <p:spPr/>
        <p:txBody>
          <a:bodyPr/>
          <a:lstStyle/>
          <a:p>
            <a:pPr lvl="0"/>
            <a:fld id="{2C9388FA-6F8F-4F47-8642-72FF4BAEE4D8}" type="slidenum">
              <a:rPr lang="es-ES" smtClean="0"/>
              <a:t>‹Nº›</a:t>
            </a:fld>
            <a:endParaRPr lang="es-ES"/>
          </a:p>
        </p:txBody>
      </p:sp>
    </p:spTree>
    <p:extLst>
      <p:ext uri="{BB962C8B-B14F-4D97-AF65-F5344CB8AC3E}">
        <p14:creationId xmlns:p14="http://schemas.microsoft.com/office/powerpoint/2010/main" val="29244221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s-ES"/>
          </a:p>
        </p:txBody>
      </p:sp>
      <p:sp>
        <p:nvSpPr>
          <p:cNvPr id="3" name="Footer Placeholder 2"/>
          <p:cNvSpPr>
            <a:spLocks noGrp="1"/>
          </p:cNvSpPr>
          <p:nvPr>
            <p:ph type="ftr" sz="quarter" idx="11"/>
          </p:nvPr>
        </p:nvSpPr>
        <p:spPr/>
        <p:txBody>
          <a:bodyPr/>
          <a:lstStyle/>
          <a:p>
            <a:pPr lvl="0"/>
            <a:endParaRPr lang="es-ES"/>
          </a:p>
        </p:txBody>
      </p:sp>
      <p:sp>
        <p:nvSpPr>
          <p:cNvPr id="4" name="Slide Number Placeholder 3"/>
          <p:cNvSpPr>
            <a:spLocks noGrp="1"/>
          </p:cNvSpPr>
          <p:nvPr>
            <p:ph type="sldNum" sz="quarter" idx="12"/>
          </p:nvPr>
        </p:nvSpPr>
        <p:spPr/>
        <p:txBody>
          <a:bodyPr/>
          <a:lstStyle/>
          <a:p>
            <a:pPr lvl="0"/>
            <a:fld id="{BC3A9237-5417-45F9-85F0-B3240E4BAC95}" type="slidenum">
              <a:rPr lang="es-ES" smtClean="0"/>
              <a:t>‹Nº›</a:t>
            </a:fld>
            <a:endParaRPr lang="es-ES"/>
          </a:p>
        </p:txBody>
      </p:sp>
    </p:spTree>
    <p:extLst>
      <p:ext uri="{BB962C8B-B14F-4D97-AF65-F5344CB8AC3E}">
        <p14:creationId xmlns:p14="http://schemas.microsoft.com/office/powerpoint/2010/main" val="234104879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46655" y="1651933"/>
            <a:ext cx="4249015" cy="1409272"/>
          </a:xfrm>
        </p:spPr>
        <p:txBody>
          <a:bodyPr anchor="b">
            <a:normAutofit/>
          </a:bodyPr>
          <a:lstStyle>
            <a:lvl1pPr>
              <a:defRPr sz="2205"/>
            </a:lvl1pPr>
          </a:lstStyle>
          <a:p>
            <a:r>
              <a:rPr lang="es-ES"/>
              <a:t>Haga clic para modificar el estilo de título del patrón</a:t>
            </a:r>
            <a:endParaRPr lang="en-US" dirty="0"/>
          </a:p>
        </p:txBody>
      </p:sp>
      <p:sp>
        <p:nvSpPr>
          <p:cNvPr id="3" name="Content Placeholder 2"/>
          <p:cNvSpPr>
            <a:spLocks noGrp="1"/>
          </p:cNvSpPr>
          <p:nvPr>
            <p:ph idx="1"/>
          </p:nvPr>
        </p:nvSpPr>
        <p:spPr>
          <a:xfrm>
            <a:off x="5247665" y="567609"/>
            <a:ext cx="4975474" cy="609187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46655" y="3061205"/>
            <a:ext cx="4249015"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lvl="0"/>
            <a:endParaRPr lang="es-ES"/>
          </a:p>
        </p:txBody>
      </p:sp>
      <p:sp>
        <p:nvSpPr>
          <p:cNvPr id="6" name="Footer Placeholder 5"/>
          <p:cNvSpPr>
            <a:spLocks noGrp="1"/>
          </p:cNvSpPr>
          <p:nvPr>
            <p:ph type="ftr" sz="quarter" idx="11"/>
          </p:nvPr>
        </p:nvSpPr>
        <p:spPr/>
        <p:txBody>
          <a:bodyPr/>
          <a:lstStyle/>
          <a:p>
            <a:pPr lvl="0"/>
            <a:endParaRPr lang="es-ES"/>
          </a:p>
        </p:txBody>
      </p:sp>
      <p:sp>
        <p:nvSpPr>
          <p:cNvPr id="7" name="Slide Number Placeholder 6"/>
          <p:cNvSpPr>
            <a:spLocks noGrp="1"/>
          </p:cNvSpPr>
          <p:nvPr>
            <p:ph type="sldNum" sz="quarter" idx="12"/>
          </p:nvPr>
        </p:nvSpPr>
        <p:spPr/>
        <p:txBody>
          <a:bodyPr/>
          <a:lstStyle/>
          <a:p>
            <a:pPr lvl="0"/>
            <a:fld id="{FDD2574B-3D91-4EE7-A020-A2648A07F58D}" type="slidenum">
              <a:rPr lang="es-ES" smtClean="0"/>
              <a:t>‹Nº›</a:t>
            </a:fld>
            <a:endParaRPr lang="es-ES"/>
          </a:p>
        </p:txBody>
      </p:sp>
    </p:spTree>
    <p:extLst>
      <p:ext uri="{BB962C8B-B14F-4D97-AF65-F5344CB8AC3E}">
        <p14:creationId xmlns:p14="http://schemas.microsoft.com/office/powerpoint/2010/main" val="31013389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46656" y="5291772"/>
            <a:ext cx="9476482" cy="624724"/>
          </a:xfrm>
        </p:spPr>
        <p:txBody>
          <a:bodyPr anchor="b">
            <a:normAutofit/>
          </a:bodyPr>
          <a:lstStyle>
            <a:lvl1pPr algn="l">
              <a:defRPr sz="2646"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6655" y="671971"/>
            <a:ext cx="9476483"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es-ES"/>
              <a:t>Haga clic en el icono para agregar una imagen</a:t>
            </a:r>
            <a:endParaRPr lang="en-US" dirty="0"/>
          </a:p>
        </p:txBody>
      </p:sp>
      <p:sp>
        <p:nvSpPr>
          <p:cNvPr id="4" name="Text Placeholder 3"/>
          <p:cNvSpPr>
            <a:spLocks noGrp="1"/>
          </p:cNvSpPr>
          <p:nvPr>
            <p:ph type="body" sz="half" idx="2"/>
          </p:nvPr>
        </p:nvSpPr>
        <p:spPr>
          <a:xfrm>
            <a:off x="746656" y="5916496"/>
            <a:ext cx="9476482"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lvl="0"/>
            <a:endParaRPr lang="es-ES"/>
          </a:p>
        </p:txBody>
      </p:sp>
      <p:sp>
        <p:nvSpPr>
          <p:cNvPr id="6" name="Footer Placeholder 5"/>
          <p:cNvSpPr>
            <a:spLocks noGrp="1"/>
          </p:cNvSpPr>
          <p:nvPr>
            <p:ph type="ftr" sz="quarter" idx="11"/>
          </p:nvPr>
        </p:nvSpPr>
        <p:spPr/>
        <p:txBody>
          <a:bodyPr/>
          <a:lstStyle/>
          <a:p>
            <a:pPr lvl="0"/>
            <a:endParaRPr lang="es-ES"/>
          </a:p>
        </p:txBody>
      </p:sp>
      <p:sp>
        <p:nvSpPr>
          <p:cNvPr id="7" name="Slide Number Placeholder 6"/>
          <p:cNvSpPr>
            <a:spLocks noGrp="1"/>
          </p:cNvSpPr>
          <p:nvPr>
            <p:ph type="sldNum" sz="quarter" idx="12"/>
          </p:nvPr>
        </p:nvSpPr>
        <p:spPr/>
        <p:txBody>
          <a:bodyPr/>
          <a:lstStyle/>
          <a:p>
            <a:pPr lvl="0"/>
            <a:fld id="{F1C78C09-E0A7-439F-A155-CC28FF4AF79F}" type="slidenum">
              <a:rPr lang="es-ES" smtClean="0"/>
              <a:t>‹Nº›</a:t>
            </a:fld>
            <a:endParaRPr lang="es-ES"/>
          </a:p>
        </p:txBody>
      </p:sp>
    </p:spTree>
    <p:extLst>
      <p:ext uri="{BB962C8B-B14F-4D97-AF65-F5344CB8AC3E}">
        <p14:creationId xmlns:p14="http://schemas.microsoft.com/office/powerpoint/2010/main" val="3083643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46656" y="671971"/>
            <a:ext cx="9476483" cy="3751839"/>
          </a:xfrm>
        </p:spPr>
        <p:txBody>
          <a:bodyPr anchor="ctr">
            <a:normAutofit/>
          </a:bodyPr>
          <a:lstStyle>
            <a:lvl1pPr algn="l">
              <a:defRPr sz="485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46656" y="4927788"/>
            <a:ext cx="9476483"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5C41F19B-B84F-40C2-92B9-2807A1119A43}" type="slidenum">
              <a:rPr lang="es-ES" smtClean="0"/>
              <a:t>‹Nº›</a:t>
            </a:fld>
            <a:endParaRPr lang="es-ES"/>
          </a:p>
        </p:txBody>
      </p:sp>
    </p:spTree>
    <p:extLst>
      <p:ext uri="{BB962C8B-B14F-4D97-AF65-F5344CB8AC3E}">
        <p14:creationId xmlns:p14="http://schemas.microsoft.com/office/powerpoint/2010/main" val="37872918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26650" y="671971"/>
            <a:ext cx="8922518" cy="3331857"/>
          </a:xfrm>
        </p:spPr>
        <p:txBody>
          <a:bodyPr anchor="ctr">
            <a:normAutofit/>
          </a:bodyPr>
          <a:lstStyle>
            <a:lvl1pPr algn="l">
              <a:defRPr sz="485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505955" y="4003828"/>
            <a:ext cx="7963909"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746656" y="4927788"/>
            <a:ext cx="9476483"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5C41F19B-B84F-40C2-92B9-2807A1119A43}" type="slidenum">
              <a:rPr lang="es-ES" smtClean="0"/>
              <a:t>‹Nº›</a:t>
            </a:fld>
            <a:endParaRPr lang="es-ES"/>
          </a:p>
        </p:txBody>
      </p:sp>
      <p:sp>
        <p:nvSpPr>
          <p:cNvPr id="20" name="TextBox 19"/>
          <p:cNvSpPr txBox="1"/>
          <p:nvPr/>
        </p:nvSpPr>
        <p:spPr>
          <a:xfrm>
            <a:off x="597327" y="871246"/>
            <a:ext cx="671989"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9803155" y="3181894"/>
            <a:ext cx="671989"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Tree>
    <p:extLst>
      <p:ext uri="{BB962C8B-B14F-4D97-AF65-F5344CB8AC3E}">
        <p14:creationId xmlns:p14="http://schemas.microsoft.com/office/powerpoint/2010/main" val="13652979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46656" y="2129659"/>
            <a:ext cx="9476483" cy="2861014"/>
          </a:xfrm>
        </p:spPr>
        <p:txBody>
          <a:bodyPr anchor="b">
            <a:normAutofit/>
          </a:bodyPr>
          <a:lstStyle>
            <a:lvl1pPr algn="l">
              <a:defRPr sz="485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46656" y="4990673"/>
            <a:ext cx="9476483"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5C41F19B-B84F-40C2-92B9-2807A1119A43}" type="slidenum">
              <a:rPr lang="es-ES" smtClean="0"/>
              <a:t>‹Nº›</a:t>
            </a:fld>
            <a:endParaRPr lang="es-ES"/>
          </a:p>
        </p:txBody>
      </p:sp>
    </p:spTree>
    <p:extLst>
      <p:ext uri="{BB962C8B-B14F-4D97-AF65-F5344CB8AC3E}">
        <p14:creationId xmlns:p14="http://schemas.microsoft.com/office/powerpoint/2010/main" val="40411927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026650" y="671971"/>
            <a:ext cx="8922518" cy="3331857"/>
          </a:xfrm>
        </p:spPr>
        <p:txBody>
          <a:bodyPr anchor="ctr">
            <a:normAutofit/>
          </a:bodyPr>
          <a:lstStyle>
            <a:lvl1pPr algn="l">
              <a:defRPr sz="485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746653" y="4423810"/>
            <a:ext cx="9476484"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746656" y="4990673"/>
            <a:ext cx="9476483"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5C41F19B-B84F-40C2-92B9-2807A1119A43}" type="slidenum">
              <a:rPr lang="es-ES" smtClean="0"/>
              <a:t>‹Nº›</a:t>
            </a:fld>
            <a:endParaRPr lang="es-ES"/>
          </a:p>
        </p:txBody>
      </p:sp>
      <p:sp>
        <p:nvSpPr>
          <p:cNvPr id="24" name="TextBox 23"/>
          <p:cNvSpPr txBox="1"/>
          <p:nvPr/>
        </p:nvSpPr>
        <p:spPr>
          <a:xfrm>
            <a:off x="597327" y="871246"/>
            <a:ext cx="671989"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9803155" y="3181894"/>
            <a:ext cx="671989"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704617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755987" y="671971"/>
            <a:ext cx="9467152" cy="3331857"/>
          </a:xfrm>
        </p:spPr>
        <p:txBody>
          <a:bodyPr anchor="ctr">
            <a:normAutofit/>
          </a:bodyPr>
          <a:lstStyle>
            <a:lvl1pPr algn="l">
              <a:defRPr sz="485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746653" y="4423810"/>
            <a:ext cx="9476484"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746656" y="4990673"/>
            <a:ext cx="9476483"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5C41F19B-B84F-40C2-92B9-2807A1119A43}" type="slidenum">
              <a:rPr lang="es-ES" smtClean="0"/>
              <a:t>‹Nº›</a:t>
            </a:fld>
            <a:endParaRPr lang="es-ES"/>
          </a:p>
        </p:txBody>
      </p:sp>
    </p:spTree>
    <p:extLst>
      <p:ext uri="{BB962C8B-B14F-4D97-AF65-F5344CB8AC3E}">
        <p14:creationId xmlns:p14="http://schemas.microsoft.com/office/powerpoint/2010/main" val="14111366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29C802D1-BD5B-44D6-AFEE-C410D9FC5259}" type="slidenum">
              <a:rPr lang="es-ES" smtClean="0"/>
              <a:t>‹Nº›</a:t>
            </a:fld>
            <a:endParaRPr lang="es-ES"/>
          </a:p>
        </p:txBody>
      </p:sp>
    </p:spTree>
    <p:extLst>
      <p:ext uri="{BB962C8B-B14F-4D97-AF65-F5344CB8AC3E}">
        <p14:creationId xmlns:p14="http://schemas.microsoft.com/office/powerpoint/2010/main" val="40729399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83115" y="671971"/>
            <a:ext cx="1438275" cy="5788752"/>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46656" y="671971"/>
            <a:ext cx="7782712" cy="578875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E1A149E8-442A-4A07-BF9B-836697A37E4B}" type="slidenum">
              <a:rPr lang="es-ES" smtClean="0"/>
              <a:t>‹Nº›</a:t>
            </a:fld>
            <a:endParaRPr lang="es-ES"/>
          </a:p>
        </p:txBody>
      </p:sp>
    </p:spTree>
    <p:extLst>
      <p:ext uri="{BB962C8B-B14F-4D97-AF65-F5344CB8AC3E}">
        <p14:creationId xmlns:p14="http://schemas.microsoft.com/office/powerpoint/2010/main" val="1653464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9333"/>
            <a:ext cx="13439775" cy="7569008"/>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746655" y="671971"/>
            <a:ext cx="9476483" cy="1455937"/>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746655" y="2381650"/>
            <a:ext cx="9476483" cy="427783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942534" y="6659483"/>
            <a:ext cx="1005270"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lvl="0"/>
            <a:endParaRPr lang="es-ES"/>
          </a:p>
        </p:txBody>
      </p:sp>
      <p:sp>
        <p:nvSpPr>
          <p:cNvPr id="5" name="Footer Placeholder 4"/>
          <p:cNvSpPr>
            <a:spLocks noGrp="1"/>
          </p:cNvSpPr>
          <p:nvPr>
            <p:ph type="ftr" sz="quarter" idx="3"/>
          </p:nvPr>
        </p:nvSpPr>
        <p:spPr>
          <a:xfrm>
            <a:off x="746655" y="6659483"/>
            <a:ext cx="6942133"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lvl="0"/>
            <a:endParaRPr lang="es-ES"/>
          </a:p>
        </p:txBody>
      </p:sp>
      <p:sp>
        <p:nvSpPr>
          <p:cNvPr id="6" name="Slide Number Placeholder 5"/>
          <p:cNvSpPr>
            <a:spLocks noGrp="1"/>
          </p:cNvSpPr>
          <p:nvPr>
            <p:ph type="sldNum" sz="quarter" idx="4"/>
          </p:nvPr>
        </p:nvSpPr>
        <p:spPr>
          <a:xfrm>
            <a:off x="9469864" y="6659483"/>
            <a:ext cx="753274" cy="402483"/>
          </a:xfrm>
          <a:prstGeom prst="rect">
            <a:avLst/>
          </a:prstGeom>
        </p:spPr>
        <p:txBody>
          <a:bodyPr vert="horz" lIns="91440" tIns="45720" rIns="91440" bIns="45720" rtlCol="0" anchor="ctr"/>
          <a:lstStyle>
            <a:lvl1pPr algn="r">
              <a:defRPr sz="992">
                <a:solidFill>
                  <a:schemeClr val="accent1"/>
                </a:solidFill>
              </a:defRPr>
            </a:lvl1pPr>
          </a:lstStyle>
          <a:p>
            <a:pPr lvl="0"/>
            <a:fld id="{5C41F19B-B84F-40C2-92B9-2807A1119A43}" type="slidenum">
              <a:rPr lang="es-ES" smtClean="0"/>
              <a:t>‹Nº›</a:t>
            </a:fld>
            <a:endParaRPr lang="es-ES"/>
          </a:p>
        </p:txBody>
      </p:sp>
    </p:spTree>
    <p:extLst>
      <p:ext uri="{BB962C8B-B14F-4D97-AF65-F5344CB8AC3E}">
        <p14:creationId xmlns:p14="http://schemas.microsoft.com/office/powerpoint/2010/main" val="3981640015"/>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503972" rtl="0" eaLnBrk="1" latinLnBrk="0" hangingPunct="1">
        <a:spcBef>
          <a:spcPct val="0"/>
        </a:spcBef>
        <a:buNone/>
        <a:defRPr sz="3968"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mn-lt"/>
          <a:ea typeface="+mn-ea"/>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1764" kern="1200">
          <a:solidFill>
            <a:schemeClr val="tx1">
              <a:lumMod val="75000"/>
              <a:lumOff val="25000"/>
            </a:schemeClr>
          </a:solidFill>
          <a:latin typeface="+mn-lt"/>
          <a:ea typeface="+mn-ea"/>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1543" kern="1200">
          <a:solidFill>
            <a:schemeClr val="tx1">
              <a:lumMod val="75000"/>
              <a:lumOff val="25000"/>
            </a:schemeClr>
          </a:solidFill>
          <a:latin typeface="+mn-lt"/>
          <a:ea typeface="+mn-ea"/>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9333"/>
            <a:ext cx="13439775" cy="7569008"/>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746655" y="671971"/>
            <a:ext cx="9476483" cy="1455937"/>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746655" y="2381650"/>
            <a:ext cx="9476483" cy="427783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942534" y="6659483"/>
            <a:ext cx="1005270"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lvl="0"/>
            <a:endParaRPr lang="es-ES"/>
          </a:p>
        </p:txBody>
      </p:sp>
      <p:sp>
        <p:nvSpPr>
          <p:cNvPr id="5" name="Footer Placeholder 4"/>
          <p:cNvSpPr>
            <a:spLocks noGrp="1"/>
          </p:cNvSpPr>
          <p:nvPr>
            <p:ph type="ftr" sz="quarter" idx="3"/>
          </p:nvPr>
        </p:nvSpPr>
        <p:spPr>
          <a:xfrm>
            <a:off x="746655" y="6659483"/>
            <a:ext cx="6942133"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lvl="0"/>
            <a:endParaRPr lang="es-ES"/>
          </a:p>
        </p:txBody>
      </p:sp>
      <p:sp>
        <p:nvSpPr>
          <p:cNvPr id="6" name="Slide Number Placeholder 5"/>
          <p:cNvSpPr>
            <a:spLocks noGrp="1"/>
          </p:cNvSpPr>
          <p:nvPr>
            <p:ph type="sldNum" sz="quarter" idx="4"/>
          </p:nvPr>
        </p:nvSpPr>
        <p:spPr>
          <a:xfrm>
            <a:off x="9469864" y="6659483"/>
            <a:ext cx="753274" cy="402483"/>
          </a:xfrm>
          <a:prstGeom prst="rect">
            <a:avLst/>
          </a:prstGeom>
        </p:spPr>
        <p:txBody>
          <a:bodyPr vert="horz" lIns="91440" tIns="45720" rIns="91440" bIns="45720" rtlCol="0" anchor="ctr"/>
          <a:lstStyle>
            <a:lvl1pPr algn="r">
              <a:defRPr sz="992">
                <a:solidFill>
                  <a:schemeClr val="accent1"/>
                </a:solidFill>
              </a:defRPr>
            </a:lvl1pPr>
          </a:lstStyle>
          <a:p>
            <a:pPr lvl="0"/>
            <a:fld id="{5C41F19B-B84F-40C2-92B9-2807A1119A43}" type="slidenum">
              <a:rPr lang="es-ES" smtClean="0"/>
              <a:t>‹Nº›</a:t>
            </a:fld>
            <a:endParaRPr lang="es-ES"/>
          </a:p>
        </p:txBody>
      </p:sp>
    </p:spTree>
    <p:extLst>
      <p:ext uri="{BB962C8B-B14F-4D97-AF65-F5344CB8AC3E}">
        <p14:creationId xmlns:p14="http://schemas.microsoft.com/office/powerpoint/2010/main" val="1525395440"/>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Lst>
  <p:txStyles>
    <p:titleStyle>
      <a:lvl1pPr algn="l" defTabSz="503972" rtl="0" eaLnBrk="1" latinLnBrk="0" hangingPunct="1">
        <a:spcBef>
          <a:spcPct val="0"/>
        </a:spcBef>
        <a:buNone/>
        <a:defRPr sz="3968"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mn-lt"/>
          <a:ea typeface="+mn-ea"/>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1764" kern="1200">
          <a:solidFill>
            <a:schemeClr val="tx1">
              <a:lumMod val="75000"/>
              <a:lumOff val="25000"/>
            </a:schemeClr>
          </a:solidFill>
          <a:latin typeface="+mn-lt"/>
          <a:ea typeface="+mn-ea"/>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1543" kern="1200">
          <a:solidFill>
            <a:schemeClr val="tx1">
              <a:lumMod val="75000"/>
              <a:lumOff val="25000"/>
            </a:schemeClr>
          </a:solidFill>
          <a:latin typeface="+mn-lt"/>
          <a:ea typeface="+mn-ea"/>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www.csszengarden.com/" TargetMode="External"/><Relationship Id="rId2" Type="http://schemas.openxmlformats.org/officeDocument/2006/relationships/notesSlide" Target="../notesSlides/notesSlide5.xml"/><Relationship Id="rId1" Type="http://schemas.openxmlformats.org/officeDocument/2006/relationships/slideLayout" Target="../slideLayouts/slideLayout2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3.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hyperlink" Target="https://www.w3schools.com/css/default.asp" TargetMode="External"/><Relationship Id="rId2" Type="http://schemas.openxmlformats.org/officeDocument/2006/relationships/notesSlide" Target="../notesSlides/notesSlide11.xml"/><Relationship Id="rId1" Type="http://schemas.openxmlformats.org/officeDocument/2006/relationships/slideLayout" Target="../slideLayouts/slideLayout23.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2" name="Group 191">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9333"/>
            <a:ext cx="13439779" cy="7569008"/>
            <a:chOff x="0" y="-8467"/>
            <a:chExt cx="12192000" cy="6866467"/>
          </a:xfrm>
        </p:grpSpPr>
        <p:cxnSp>
          <p:nvCxnSpPr>
            <p:cNvPr id="193" name="Straight Connector 192">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9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7" name="Isosceles Triangle 19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1" name="Isosceles Triangle 20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2" name="Isosceles Triangle 20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03" name="Isosceles Triangle 202">
            <a:extLst>
              <a:ext uri="{FF2B5EF4-FFF2-40B4-BE49-F238E27FC236}">
                <a16:creationId xmlns:a16="http://schemas.microsoft.com/office/drawing/2014/main" id="{AA330523-F25B-4007-B3E5-ABB5637D16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8" y="13999"/>
            <a:ext cx="928831" cy="6245885"/>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pic>
        <p:nvPicPr>
          <p:cNvPr id="1026" name="Picture 2" descr="Distribuir elementos equitativos horizontalmente con CSS &amp; Responsive">
            <a:extLst>
              <a:ext uri="{FF2B5EF4-FFF2-40B4-BE49-F238E27FC236}">
                <a16:creationId xmlns:a16="http://schemas.microsoft.com/office/drawing/2014/main" id="{4A354731-FF38-4D84-A28C-C417B183C25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550638" y="3530643"/>
            <a:ext cx="7292367" cy="402903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9619489-05EB-4427-BD9F-6E3E065322FD}"/>
              </a:ext>
            </a:extLst>
          </p:cNvPr>
          <p:cNvSpPr txBox="1">
            <a:spLocks noGrp="1"/>
          </p:cNvSpPr>
          <p:nvPr>
            <p:ph type="title" idx="4294967295"/>
          </p:nvPr>
        </p:nvSpPr>
        <p:spPr>
          <a:xfrm>
            <a:off x="1508665" y="1735361"/>
            <a:ext cx="8475160" cy="1401580"/>
          </a:xfrm>
        </p:spPr>
        <p:txBody>
          <a:bodyPr vert="horz" lIns="91440" tIns="45720" rIns="91440" bIns="45720" rtlCol="0" anchor="b">
            <a:normAutofit/>
          </a:bodyPr>
          <a:lstStyle/>
          <a:p>
            <a:pPr algn="ctr" defTabSz="457200">
              <a:lnSpc>
                <a:spcPct val="90000"/>
              </a:lnSpc>
            </a:pPr>
            <a:r>
              <a:rPr lang="en-US" sz="4400" kern="1200" dirty="0">
                <a:solidFill>
                  <a:schemeClr val="accent1"/>
                </a:solidFill>
                <a:latin typeface="+mj-lt"/>
                <a:ea typeface="+mj-ea"/>
                <a:cs typeface="+mj-cs"/>
              </a:rPr>
              <a:t>UD5 – Hojas de </a:t>
            </a:r>
            <a:r>
              <a:rPr lang="en-US" sz="4400" kern="1200" dirty="0" err="1">
                <a:solidFill>
                  <a:schemeClr val="accent1"/>
                </a:solidFill>
                <a:latin typeface="+mj-lt"/>
                <a:ea typeface="+mj-ea"/>
                <a:cs typeface="+mj-cs"/>
              </a:rPr>
              <a:t>Estilo</a:t>
            </a:r>
            <a:r>
              <a:rPr lang="en-US" sz="4400" kern="1200" dirty="0">
                <a:solidFill>
                  <a:schemeClr val="accent1"/>
                </a:solidFill>
                <a:latin typeface="+mj-lt"/>
                <a:ea typeface="+mj-ea"/>
                <a:cs typeface="+mj-cs"/>
              </a:rPr>
              <a:t> (CSS)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EEA806D-B984-4A3E-A339-0C21CDC6C785}"/>
              </a:ext>
            </a:extLst>
          </p:cNvPr>
          <p:cNvSpPr>
            <a:spLocks noGrp="1"/>
          </p:cNvSpPr>
          <p:nvPr>
            <p:ph type="sldNum" sz="quarter" idx="12"/>
          </p:nvPr>
        </p:nvSpPr>
        <p:spPr/>
        <p:txBody>
          <a:bodyPr/>
          <a:lstStyle/>
          <a:p>
            <a:pPr lvl="0"/>
            <a:fld id="{991DFACD-AD42-4BE4-AC4C-2FB60869AACD}" type="slidenum">
              <a:rPr/>
              <a:t>2</a:t>
            </a:fld>
            <a:endParaRPr lang="es-ES"/>
          </a:p>
        </p:txBody>
      </p:sp>
      <p:sp>
        <p:nvSpPr>
          <p:cNvPr id="2" name="Título 1">
            <a:extLst>
              <a:ext uri="{FF2B5EF4-FFF2-40B4-BE49-F238E27FC236}">
                <a16:creationId xmlns:a16="http://schemas.microsoft.com/office/drawing/2014/main" id="{A31CD2C3-4750-4307-85C5-99EDC09B8EBE}"/>
              </a:ext>
            </a:extLst>
          </p:cNvPr>
          <p:cNvSpPr txBox="1">
            <a:spLocks noGrp="1"/>
          </p:cNvSpPr>
          <p:nvPr>
            <p:ph type="title" idx="4294967295"/>
          </p:nvPr>
        </p:nvSpPr>
        <p:spPr>
          <a:xfrm>
            <a:off x="280219" y="279247"/>
            <a:ext cx="9359900" cy="900112"/>
          </a:xfrm>
        </p:spPr>
        <p:txBody>
          <a:bodyPr>
            <a:normAutofit fontScale="90000"/>
          </a:bodyPr>
          <a:lstStyle/>
          <a:p>
            <a:pPr lvl="0"/>
            <a:r>
              <a:rPr lang="es-ES" dirty="0"/>
              <a:t>UD 5 – LLMM DE LA WEB. CSS</a:t>
            </a:r>
            <a:br>
              <a:rPr lang="es-ES" dirty="0"/>
            </a:br>
            <a:r>
              <a:rPr lang="es-ES" dirty="0"/>
              <a:t>Índice de Contenidos</a:t>
            </a:r>
          </a:p>
        </p:txBody>
      </p:sp>
      <p:sp>
        <p:nvSpPr>
          <p:cNvPr id="3" name="Marcador de texto 2">
            <a:extLst>
              <a:ext uri="{FF2B5EF4-FFF2-40B4-BE49-F238E27FC236}">
                <a16:creationId xmlns:a16="http://schemas.microsoft.com/office/drawing/2014/main" id="{08E80FE6-6964-4109-A5E2-EFA2A081B6D8}"/>
              </a:ext>
            </a:extLst>
          </p:cNvPr>
          <p:cNvSpPr txBox="1">
            <a:spLocks noGrp="1"/>
          </p:cNvSpPr>
          <p:nvPr>
            <p:ph type="body" idx="4294967295"/>
          </p:nvPr>
        </p:nvSpPr>
        <p:spPr>
          <a:xfrm>
            <a:off x="623944" y="2341755"/>
            <a:ext cx="10092378" cy="4527396"/>
          </a:xfrm>
        </p:spPr>
        <p:txBody>
          <a:bodyPr>
            <a:normAutofit/>
          </a:bodyPr>
          <a:lstStyle/>
          <a:p>
            <a:pPr lvl="0"/>
            <a:r>
              <a:rPr lang="es-ES" sz="4400" dirty="0"/>
              <a:t>1 – ¿Qué es CSS?</a:t>
            </a:r>
          </a:p>
          <a:p>
            <a:pPr lvl="0"/>
            <a:r>
              <a:rPr lang="es-ES" sz="4400" dirty="0"/>
              <a:t>2 - ¿Para qué sirve CSS?</a:t>
            </a:r>
          </a:p>
          <a:p>
            <a:pPr lvl="0"/>
            <a:r>
              <a:rPr lang="es-ES" sz="4400" dirty="0"/>
              <a:t>3 – Ventajas de CSS</a:t>
            </a:r>
          </a:p>
          <a:p>
            <a:pPr lvl="0"/>
            <a:r>
              <a:rPr lang="es-ES" sz="4400" dirty="0"/>
              <a:t>4 – Relación HTML-CSS</a:t>
            </a:r>
          </a:p>
          <a:p>
            <a:pPr lvl="0"/>
            <a:r>
              <a:rPr lang="es-ES" sz="4400" dirty="0"/>
              <a:t>5 – CSS con W3Schools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B6B2F8BA-27C3-439E-99BB-9A6CCF2D4032}"/>
              </a:ext>
            </a:extLst>
          </p:cNvPr>
          <p:cNvSpPr>
            <a:spLocks noGrp="1"/>
          </p:cNvSpPr>
          <p:nvPr>
            <p:ph type="sldNum" sz="quarter" idx="12"/>
          </p:nvPr>
        </p:nvSpPr>
        <p:spPr/>
        <p:txBody>
          <a:bodyPr/>
          <a:lstStyle/>
          <a:p>
            <a:pPr lvl="0"/>
            <a:fld id="{FC2AEE2B-0E17-4007-BE09-ECDE1F1FB5D0}" type="slidenum">
              <a:rPr/>
              <a:t>3</a:t>
            </a:fld>
            <a:endParaRPr lang="es-ES"/>
          </a:p>
        </p:txBody>
      </p:sp>
      <p:sp>
        <p:nvSpPr>
          <p:cNvPr id="2" name="Título 1">
            <a:extLst>
              <a:ext uri="{FF2B5EF4-FFF2-40B4-BE49-F238E27FC236}">
                <a16:creationId xmlns:a16="http://schemas.microsoft.com/office/drawing/2014/main" id="{78A79C90-B8C0-420B-B2BA-56AA3D0A7721}"/>
              </a:ext>
            </a:extLst>
          </p:cNvPr>
          <p:cNvSpPr txBox="1">
            <a:spLocks noGrp="1"/>
          </p:cNvSpPr>
          <p:nvPr>
            <p:ph type="title" idx="4294967295"/>
          </p:nvPr>
        </p:nvSpPr>
        <p:spPr>
          <a:xfrm>
            <a:off x="279700" y="242050"/>
            <a:ext cx="9359900" cy="900112"/>
          </a:xfrm>
        </p:spPr>
        <p:txBody>
          <a:bodyPr>
            <a:normAutofit fontScale="90000"/>
          </a:bodyPr>
          <a:lstStyle/>
          <a:p>
            <a:pPr lvl="0"/>
            <a:r>
              <a:rPr lang="es-ES" dirty="0"/>
              <a:t>UD 5 – LLMM DE LA WEB. CSS</a:t>
            </a:r>
            <a:br>
              <a:rPr lang="es-ES" dirty="0"/>
            </a:br>
            <a:r>
              <a:rPr lang="es-ES" dirty="0"/>
              <a:t>1 – ¿Qué es CSS?</a:t>
            </a:r>
          </a:p>
        </p:txBody>
      </p:sp>
      <p:sp>
        <p:nvSpPr>
          <p:cNvPr id="3" name="Marcador de texto 2">
            <a:extLst>
              <a:ext uri="{FF2B5EF4-FFF2-40B4-BE49-F238E27FC236}">
                <a16:creationId xmlns:a16="http://schemas.microsoft.com/office/drawing/2014/main" id="{E5262BA3-3E78-4330-9339-DFFBF0CCE5B6}"/>
              </a:ext>
            </a:extLst>
          </p:cNvPr>
          <p:cNvSpPr txBox="1">
            <a:spLocks noGrp="1"/>
          </p:cNvSpPr>
          <p:nvPr>
            <p:ph type="body" idx="4294967295"/>
          </p:nvPr>
        </p:nvSpPr>
        <p:spPr>
          <a:xfrm>
            <a:off x="279700" y="1581374"/>
            <a:ext cx="10126318" cy="5978301"/>
          </a:xfrm>
        </p:spPr>
        <p:txBody>
          <a:bodyPr>
            <a:normAutofit fontScale="92500" lnSpcReduction="10000"/>
          </a:bodyPr>
          <a:lstStyle/>
          <a:p>
            <a:pPr marL="0" lvl="0" indent="0">
              <a:buNone/>
            </a:pPr>
            <a:r>
              <a:rPr lang="es-ES" sz="2600" b="1" dirty="0"/>
              <a:t>1 – ¿Qué es CSS?</a:t>
            </a:r>
          </a:p>
          <a:p>
            <a:pPr lvl="0" algn="just"/>
            <a:r>
              <a:rPr lang="es-ES" sz="2600" dirty="0"/>
              <a:t>CSS (</a:t>
            </a:r>
            <a:r>
              <a:rPr lang="es-ES" sz="2600" i="1" dirty="0" err="1"/>
              <a:t>Cascading</a:t>
            </a:r>
            <a:r>
              <a:rPr lang="es-ES" sz="2600" i="1" dirty="0"/>
              <a:t> Style </a:t>
            </a:r>
            <a:r>
              <a:rPr lang="es-ES" sz="2600" i="1" dirty="0" err="1"/>
              <a:t>Sheets</a:t>
            </a:r>
            <a:r>
              <a:rPr lang="es-ES" sz="2600" dirty="0"/>
              <a:t> – Hojas de estilo en cascada) es un lenguaje de marcado </a:t>
            </a:r>
            <a:r>
              <a:rPr lang="es-ES" sz="2600" u="sng" dirty="0"/>
              <a:t>declarativo</a:t>
            </a:r>
            <a:r>
              <a:rPr lang="es-ES" sz="2600" dirty="0"/>
              <a:t> que permite </a:t>
            </a:r>
            <a:r>
              <a:rPr lang="es-ES" sz="2600" b="1" dirty="0"/>
              <a:t>estilizar</a:t>
            </a:r>
            <a:r>
              <a:rPr lang="es-ES" sz="2600" dirty="0"/>
              <a:t> y </a:t>
            </a:r>
            <a:r>
              <a:rPr lang="es-ES" sz="2600" b="1" dirty="0"/>
              <a:t>maquetar</a:t>
            </a:r>
            <a:r>
              <a:rPr lang="es-ES" sz="2600" dirty="0"/>
              <a:t> documentos HTML.</a:t>
            </a:r>
          </a:p>
          <a:p>
            <a:pPr lvl="1" algn="just"/>
            <a:r>
              <a:rPr lang="es-ES" sz="2600" dirty="0"/>
              <a:t>Declarativo significa que indica qué hay que hacer y no cómo se hace. Ejemplo: “quiero que todos los elementos tipo &lt;h1&gt; sean de color rojo”</a:t>
            </a:r>
          </a:p>
          <a:p>
            <a:pPr lvl="1" algn="just"/>
            <a:r>
              <a:rPr lang="es-ES" sz="2600" dirty="0"/>
              <a:t>Un documento CSS se compone de un conjunto de </a:t>
            </a:r>
            <a:r>
              <a:rPr lang="es-ES" sz="2600" b="1" dirty="0"/>
              <a:t>reglas </a:t>
            </a:r>
            <a:r>
              <a:rPr lang="es-ES" sz="2600" dirty="0"/>
              <a:t>en las que se indican tanto los estilos como las posiciones que se les aplica a un determinado elemento del documento HTML.</a:t>
            </a:r>
          </a:p>
          <a:p>
            <a:pPr lvl="1" algn="just"/>
            <a:r>
              <a:rPr lang="es-ES" sz="2600" dirty="0"/>
              <a:t>HTML 3.2 añadió etiquetas que se incluían en el propio documento HTML para aplicar formato. Esto presenta los inconvenientes que ya presentamos en la unidad anterior.</a:t>
            </a:r>
          </a:p>
          <a:p>
            <a:pPr lvl="1" algn="just"/>
            <a:r>
              <a:rPr lang="es-ES" sz="2600" dirty="0"/>
              <a:t>CSS permite separar el contenido (documento .</a:t>
            </a:r>
            <a:r>
              <a:rPr lang="es-ES" sz="2600" dirty="0" err="1"/>
              <a:t>html</a:t>
            </a:r>
            <a:r>
              <a:rPr lang="es-ES" sz="2600" dirty="0"/>
              <a:t>) del formato o estilo (documento .</a:t>
            </a:r>
            <a:r>
              <a:rPr lang="es-ES" sz="2600" dirty="0" err="1"/>
              <a:t>css</a:t>
            </a:r>
            <a:r>
              <a:rPr lang="es-ES" sz="2600" dirty="0"/>
              <a:t>)</a:t>
            </a:r>
          </a:p>
          <a:p>
            <a:pPr lvl="0"/>
            <a:endParaRPr lang="es-ES" dirty="0"/>
          </a:p>
          <a:p>
            <a:pPr lvl="0"/>
            <a:endParaRPr lang="es-ES" dirty="0"/>
          </a:p>
          <a:p>
            <a:pPr lvl="0"/>
            <a:endParaRPr lang="es-ES" dirty="0"/>
          </a:p>
        </p:txBody>
      </p:sp>
      <p:pic>
        <p:nvPicPr>
          <p:cNvPr id="2052" name="Picture 4" descr="Chuleta CSS o Cheat Sheet de Hojas de Estilo - Tutorial Monsters - Diseño  Web, Photoshop, Wordpress, CSS, Lightroom">
            <a:extLst>
              <a:ext uri="{FF2B5EF4-FFF2-40B4-BE49-F238E27FC236}">
                <a16:creationId xmlns:a16="http://schemas.microsoft.com/office/drawing/2014/main" id="{3172DC92-E785-4783-BECF-4B2BB0DC6A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120" t="15439" r="32361" b="15227"/>
          <a:stretch/>
        </p:blipFill>
        <p:spPr bwMode="auto">
          <a:xfrm>
            <a:off x="10671489" y="2306964"/>
            <a:ext cx="2562050" cy="34307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B6B2F8BA-27C3-439E-99BB-9A6CCF2D4032}"/>
              </a:ext>
            </a:extLst>
          </p:cNvPr>
          <p:cNvSpPr>
            <a:spLocks noGrp="1"/>
          </p:cNvSpPr>
          <p:nvPr>
            <p:ph type="sldNum" sz="quarter" idx="12"/>
          </p:nvPr>
        </p:nvSpPr>
        <p:spPr/>
        <p:txBody>
          <a:bodyPr/>
          <a:lstStyle/>
          <a:p>
            <a:pPr lvl="0"/>
            <a:fld id="{FC2AEE2B-0E17-4007-BE09-ECDE1F1FB5D0}" type="slidenum">
              <a:rPr/>
              <a:t>4</a:t>
            </a:fld>
            <a:endParaRPr lang="es-ES"/>
          </a:p>
        </p:txBody>
      </p:sp>
      <p:sp>
        <p:nvSpPr>
          <p:cNvPr id="2" name="Título 1">
            <a:extLst>
              <a:ext uri="{FF2B5EF4-FFF2-40B4-BE49-F238E27FC236}">
                <a16:creationId xmlns:a16="http://schemas.microsoft.com/office/drawing/2014/main" id="{78A79C90-B8C0-420B-B2BA-56AA3D0A7721}"/>
              </a:ext>
            </a:extLst>
          </p:cNvPr>
          <p:cNvSpPr txBox="1">
            <a:spLocks noGrp="1"/>
          </p:cNvSpPr>
          <p:nvPr>
            <p:ph type="title" idx="4294967295"/>
          </p:nvPr>
        </p:nvSpPr>
        <p:spPr>
          <a:xfrm>
            <a:off x="279700" y="242050"/>
            <a:ext cx="9359900" cy="900112"/>
          </a:xfrm>
        </p:spPr>
        <p:txBody>
          <a:bodyPr>
            <a:normAutofit fontScale="90000"/>
          </a:bodyPr>
          <a:lstStyle/>
          <a:p>
            <a:pPr lvl="0"/>
            <a:r>
              <a:rPr lang="es-ES" dirty="0"/>
              <a:t>UD 5 – LLMM DE LA WEB. CSS</a:t>
            </a:r>
            <a:br>
              <a:rPr lang="es-ES" dirty="0"/>
            </a:br>
            <a:r>
              <a:rPr lang="es-ES" dirty="0"/>
              <a:t>2 – ¿Para qué sirve CSS?</a:t>
            </a:r>
          </a:p>
        </p:txBody>
      </p:sp>
      <p:sp>
        <p:nvSpPr>
          <p:cNvPr id="3" name="Marcador de texto 2">
            <a:extLst>
              <a:ext uri="{FF2B5EF4-FFF2-40B4-BE49-F238E27FC236}">
                <a16:creationId xmlns:a16="http://schemas.microsoft.com/office/drawing/2014/main" id="{E5262BA3-3E78-4330-9339-DFFBF0CCE5B6}"/>
              </a:ext>
            </a:extLst>
          </p:cNvPr>
          <p:cNvSpPr txBox="1">
            <a:spLocks noGrp="1"/>
          </p:cNvSpPr>
          <p:nvPr>
            <p:ph type="body" idx="4294967295"/>
          </p:nvPr>
        </p:nvSpPr>
        <p:spPr>
          <a:xfrm>
            <a:off x="279700" y="1581374"/>
            <a:ext cx="9874565" cy="5978301"/>
          </a:xfrm>
        </p:spPr>
        <p:txBody>
          <a:bodyPr>
            <a:normAutofit/>
          </a:bodyPr>
          <a:lstStyle/>
          <a:p>
            <a:pPr marL="0" lvl="0" indent="0">
              <a:buNone/>
            </a:pPr>
            <a:r>
              <a:rPr lang="es-ES" sz="3600" b="1" dirty="0"/>
              <a:t>2 – ¿Para qué sirve CSS?</a:t>
            </a:r>
          </a:p>
          <a:p>
            <a:pPr lvl="0" algn="just"/>
            <a:r>
              <a:rPr lang="es-ES" sz="2800" dirty="0"/>
              <a:t>CSS nos permite hacer dos cosas:</a:t>
            </a:r>
          </a:p>
          <a:p>
            <a:pPr lvl="1" algn="just"/>
            <a:r>
              <a:rPr lang="es-ES" sz="2580" b="1" dirty="0"/>
              <a:t>Estilizar</a:t>
            </a:r>
            <a:r>
              <a:rPr lang="es-ES" sz="2580" dirty="0"/>
              <a:t> elementos de un HTML especificando sus propiedades estéticas: tamaño, color, fuente de letra, estilo de letra, separación entre letras…</a:t>
            </a:r>
          </a:p>
          <a:p>
            <a:pPr lvl="1" algn="just"/>
            <a:r>
              <a:rPr lang="es-ES" sz="2580" b="1" dirty="0"/>
              <a:t>Maquetar</a:t>
            </a:r>
            <a:r>
              <a:rPr lang="es-ES" sz="2580" dirty="0"/>
              <a:t> un documento HTML, es decir, especificar la distribución espacial de los distintos bloques de contenido de la página web (encabezado, pie, contenido principal, contenido lateral relacionado…) </a:t>
            </a:r>
          </a:p>
          <a:p>
            <a:pPr algn="just"/>
            <a:r>
              <a:rPr lang="es-ES" sz="2800" dirty="0"/>
              <a:t>Antes de CSS, estas tareas había que hacerlas en el propio documento HTML y si querías cambiar la estética de un sitio web tenías que "tocar" todas las páginas web…</a:t>
            </a:r>
          </a:p>
          <a:p>
            <a:pPr lvl="0"/>
            <a:endParaRPr lang="es-ES" dirty="0"/>
          </a:p>
          <a:p>
            <a:pPr lvl="0"/>
            <a:endParaRPr lang="es-ES" dirty="0"/>
          </a:p>
          <a:p>
            <a:pPr lvl="0"/>
            <a:endParaRPr lang="es-ES" dirty="0"/>
          </a:p>
        </p:txBody>
      </p:sp>
      <p:pic>
        <p:nvPicPr>
          <p:cNvPr id="2050" name="Picture 2" descr="Maquetación | Imagen digital">
            <a:extLst>
              <a:ext uri="{FF2B5EF4-FFF2-40B4-BE49-F238E27FC236}">
                <a16:creationId xmlns:a16="http://schemas.microsoft.com/office/drawing/2014/main" id="{70F3DA5E-4A7B-428A-B5BB-0DF5416397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3392" y="4197095"/>
            <a:ext cx="2828925" cy="1905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THE STYLE SCOUT">
            <a:extLst>
              <a:ext uri="{FF2B5EF4-FFF2-40B4-BE49-F238E27FC236}">
                <a16:creationId xmlns:a16="http://schemas.microsoft.com/office/drawing/2014/main" id="{76B5B8CB-D129-492F-B51D-3B9BF2A912A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8" r="18891"/>
          <a:stretch/>
        </p:blipFill>
        <p:spPr bwMode="auto">
          <a:xfrm>
            <a:off x="10223138" y="2099187"/>
            <a:ext cx="2721078" cy="185332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iferentes usos de la palabara shit (mierda) en inglés. - Smyth Academy  Madrid">
            <a:extLst>
              <a:ext uri="{FF2B5EF4-FFF2-40B4-BE49-F238E27FC236}">
                <a16:creationId xmlns:a16="http://schemas.microsoft.com/office/drawing/2014/main" id="{85CE07A2-46B7-416C-9401-F177650FB7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6132" y="6765232"/>
            <a:ext cx="593468" cy="593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7665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B6B2F8BA-27C3-439E-99BB-9A6CCF2D4032}"/>
              </a:ext>
            </a:extLst>
          </p:cNvPr>
          <p:cNvSpPr>
            <a:spLocks noGrp="1"/>
          </p:cNvSpPr>
          <p:nvPr>
            <p:ph type="sldNum" sz="quarter" idx="12"/>
          </p:nvPr>
        </p:nvSpPr>
        <p:spPr/>
        <p:txBody>
          <a:bodyPr/>
          <a:lstStyle/>
          <a:p>
            <a:pPr lvl="0"/>
            <a:fld id="{FC2AEE2B-0E17-4007-BE09-ECDE1F1FB5D0}" type="slidenum">
              <a:rPr lang="es-ES" smtClean="0"/>
              <a:t>5</a:t>
            </a:fld>
            <a:endParaRPr lang="es-ES"/>
          </a:p>
        </p:txBody>
      </p:sp>
      <p:sp>
        <p:nvSpPr>
          <p:cNvPr id="2" name="Título 1">
            <a:extLst>
              <a:ext uri="{FF2B5EF4-FFF2-40B4-BE49-F238E27FC236}">
                <a16:creationId xmlns:a16="http://schemas.microsoft.com/office/drawing/2014/main" id="{78A79C90-B8C0-420B-B2BA-56AA3D0A7721}"/>
              </a:ext>
            </a:extLst>
          </p:cNvPr>
          <p:cNvSpPr txBox="1">
            <a:spLocks noGrp="1"/>
          </p:cNvSpPr>
          <p:nvPr>
            <p:ph type="title" idx="4294967295"/>
          </p:nvPr>
        </p:nvSpPr>
        <p:spPr>
          <a:xfrm>
            <a:off x="279700" y="242050"/>
            <a:ext cx="9359900" cy="900112"/>
          </a:xfrm>
        </p:spPr>
        <p:txBody>
          <a:bodyPr>
            <a:normAutofit fontScale="90000"/>
          </a:bodyPr>
          <a:lstStyle/>
          <a:p>
            <a:pPr lvl="0"/>
            <a:r>
              <a:rPr lang="es-ES" dirty="0"/>
              <a:t>UD 5 – LLMM DE LA WEB. CSS</a:t>
            </a:r>
            <a:br>
              <a:rPr lang="es-ES" dirty="0"/>
            </a:br>
            <a:r>
              <a:rPr lang="es-ES" dirty="0"/>
              <a:t>2 – ¿Para qué sirve CSS?</a:t>
            </a:r>
          </a:p>
        </p:txBody>
      </p:sp>
      <p:sp>
        <p:nvSpPr>
          <p:cNvPr id="3" name="Marcador de texto 2">
            <a:extLst>
              <a:ext uri="{FF2B5EF4-FFF2-40B4-BE49-F238E27FC236}">
                <a16:creationId xmlns:a16="http://schemas.microsoft.com/office/drawing/2014/main" id="{E5262BA3-3E78-4330-9339-DFFBF0CCE5B6}"/>
              </a:ext>
            </a:extLst>
          </p:cNvPr>
          <p:cNvSpPr txBox="1">
            <a:spLocks noGrp="1"/>
          </p:cNvSpPr>
          <p:nvPr>
            <p:ph type="body" idx="4294967295"/>
          </p:nvPr>
        </p:nvSpPr>
        <p:spPr>
          <a:xfrm>
            <a:off x="279701" y="1581374"/>
            <a:ext cx="9359900" cy="5978301"/>
          </a:xfrm>
        </p:spPr>
        <p:txBody>
          <a:bodyPr>
            <a:normAutofit/>
          </a:bodyPr>
          <a:lstStyle/>
          <a:p>
            <a:pPr lvl="0" algn="just"/>
            <a:r>
              <a:rPr lang="es-ES" sz="2800" dirty="0"/>
              <a:t>Sin embargo, con CSS podríamos tener un solo fichero en el que se especifique todo lo relativo a la estética de un sitio web constituido por muchos documentos HTML.</a:t>
            </a:r>
          </a:p>
          <a:p>
            <a:pPr lvl="0" algn="just"/>
            <a:r>
              <a:rPr lang="es-ES" sz="2800" dirty="0"/>
              <a:t>Para entender la gran ventaja que esto supone, observa esta página: </a:t>
            </a:r>
          </a:p>
          <a:p>
            <a:pPr lvl="1" algn="just"/>
            <a:r>
              <a:rPr lang="es-ES" sz="2580" dirty="0">
                <a:hlinkClick r:id="rId3"/>
              </a:rPr>
              <a:t>http://www.csszengarden.com/</a:t>
            </a:r>
            <a:endParaRPr lang="es-ES" sz="2580" dirty="0"/>
          </a:p>
          <a:p>
            <a:pPr lvl="1" algn="just"/>
            <a:r>
              <a:rPr lang="es-ES" sz="2580" dirty="0"/>
              <a:t>Esta página te muestra como un mismo fichero HTML puede visualizarse de formas muy diferentes solo cambiando el fichero CSS que se le aplica.</a:t>
            </a:r>
            <a:endParaRPr lang="es-ES" sz="2800" dirty="0"/>
          </a:p>
          <a:p>
            <a:pPr lvl="0" algn="just"/>
            <a:r>
              <a:rPr lang="es-ES" sz="2800" dirty="0"/>
              <a:t>La </a:t>
            </a:r>
            <a:r>
              <a:rPr lang="es-ES" sz="2800" b="1" dirty="0"/>
              <a:t>separación completa del contenido y del formato</a:t>
            </a:r>
            <a:r>
              <a:rPr lang="es-ES" sz="2800" dirty="0"/>
              <a:t>  es el auténtico motivo del éxito de CSS.</a:t>
            </a:r>
          </a:p>
          <a:p>
            <a:pPr lvl="0"/>
            <a:endParaRPr lang="es-ES" dirty="0"/>
          </a:p>
          <a:p>
            <a:pPr lvl="0"/>
            <a:endParaRPr lang="es-ES" dirty="0"/>
          </a:p>
          <a:p>
            <a:pPr lvl="0"/>
            <a:endParaRPr lang="es-ES" dirty="0"/>
          </a:p>
        </p:txBody>
      </p:sp>
      <p:pic>
        <p:nvPicPr>
          <p:cNvPr id="7" name="Imagen 6">
            <a:extLst>
              <a:ext uri="{FF2B5EF4-FFF2-40B4-BE49-F238E27FC236}">
                <a16:creationId xmlns:a16="http://schemas.microsoft.com/office/drawing/2014/main" id="{E3CDD391-D605-4927-8F59-AEF6B7EDA5DD}"/>
              </a:ext>
            </a:extLst>
          </p:cNvPr>
          <p:cNvPicPr>
            <a:picLocks noChangeAspect="1"/>
          </p:cNvPicPr>
          <p:nvPr/>
        </p:nvPicPr>
        <p:blipFill>
          <a:blip r:embed="rId4"/>
          <a:stretch>
            <a:fillRect/>
          </a:stretch>
        </p:blipFill>
        <p:spPr>
          <a:xfrm>
            <a:off x="9846501" y="1095046"/>
            <a:ext cx="3405840" cy="26460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n 8">
            <a:extLst>
              <a:ext uri="{FF2B5EF4-FFF2-40B4-BE49-F238E27FC236}">
                <a16:creationId xmlns:a16="http://schemas.microsoft.com/office/drawing/2014/main" id="{35B05ED8-13E4-4AB0-9BF7-0EF191A2BE15}"/>
              </a:ext>
            </a:extLst>
          </p:cNvPr>
          <p:cNvPicPr>
            <a:picLocks noChangeAspect="1"/>
          </p:cNvPicPr>
          <p:nvPr/>
        </p:nvPicPr>
        <p:blipFill rotWithShape="1">
          <a:blip r:embed="rId5"/>
          <a:srcRect l="6855" r="1891"/>
          <a:stretch/>
        </p:blipFill>
        <p:spPr>
          <a:xfrm>
            <a:off x="9846502" y="4795394"/>
            <a:ext cx="3405840" cy="23674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Flecha: hacia abajo 9">
            <a:extLst>
              <a:ext uri="{FF2B5EF4-FFF2-40B4-BE49-F238E27FC236}">
                <a16:creationId xmlns:a16="http://schemas.microsoft.com/office/drawing/2014/main" id="{D987BFFF-ECA8-409C-84FA-BBAA72D8438E}"/>
              </a:ext>
            </a:extLst>
          </p:cNvPr>
          <p:cNvSpPr/>
          <p:nvPr/>
        </p:nvSpPr>
        <p:spPr>
          <a:xfrm>
            <a:off x="10977163" y="3733026"/>
            <a:ext cx="1144516" cy="1070438"/>
          </a:xfrm>
          <a:prstGeom prst="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600" dirty="0"/>
              <a:t>Con otro CSS</a:t>
            </a:r>
          </a:p>
        </p:txBody>
      </p:sp>
    </p:spTree>
    <p:extLst>
      <p:ext uri="{BB962C8B-B14F-4D97-AF65-F5344CB8AC3E}">
        <p14:creationId xmlns:p14="http://schemas.microsoft.com/office/powerpoint/2010/main" val="2087858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B6B2F8BA-27C3-439E-99BB-9A6CCF2D4032}"/>
              </a:ext>
            </a:extLst>
          </p:cNvPr>
          <p:cNvSpPr>
            <a:spLocks noGrp="1"/>
          </p:cNvSpPr>
          <p:nvPr>
            <p:ph type="sldNum" sz="quarter" idx="12"/>
          </p:nvPr>
        </p:nvSpPr>
        <p:spPr/>
        <p:txBody>
          <a:bodyPr/>
          <a:lstStyle/>
          <a:p>
            <a:pPr lvl="0"/>
            <a:fld id="{FC2AEE2B-0E17-4007-BE09-ECDE1F1FB5D0}" type="slidenum">
              <a:rPr/>
              <a:t>6</a:t>
            </a:fld>
            <a:endParaRPr lang="es-ES"/>
          </a:p>
        </p:txBody>
      </p:sp>
      <p:sp>
        <p:nvSpPr>
          <p:cNvPr id="2" name="Título 1">
            <a:extLst>
              <a:ext uri="{FF2B5EF4-FFF2-40B4-BE49-F238E27FC236}">
                <a16:creationId xmlns:a16="http://schemas.microsoft.com/office/drawing/2014/main" id="{78A79C90-B8C0-420B-B2BA-56AA3D0A7721}"/>
              </a:ext>
            </a:extLst>
          </p:cNvPr>
          <p:cNvSpPr txBox="1">
            <a:spLocks noGrp="1"/>
          </p:cNvSpPr>
          <p:nvPr>
            <p:ph type="title" idx="4294967295"/>
          </p:nvPr>
        </p:nvSpPr>
        <p:spPr>
          <a:xfrm>
            <a:off x="279700" y="242050"/>
            <a:ext cx="9359900" cy="900112"/>
          </a:xfrm>
        </p:spPr>
        <p:txBody>
          <a:bodyPr>
            <a:normAutofit fontScale="90000"/>
          </a:bodyPr>
          <a:lstStyle/>
          <a:p>
            <a:pPr lvl="0"/>
            <a:r>
              <a:rPr lang="es-ES" dirty="0"/>
              <a:t>UD 5 – LLMM DE LA WEB. CSS</a:t>
            </a:r>
            <a:br>
              <a:rPr lang="es-ES" dirty="0"/>
            </a:br>
            <a:r>
              <a:rPr lang="es-ES" dirty="0"/>
              <a:t>3 – Ventajas de CSS</a:t>
            </a:r>
          </a:p>
        </p:txBody>
      </p:sp>
      <p:sp>
        <p:nvSpPr>
          <p:cNvPr id="3" name="Marcador de texto 2">
            <a:extLst>
              <a:ext uri="{FF2B5EF4-FFF2-40B4-BE49-F238E27FC236}">
                <a16:creationId xmlns:a16="http://schemas.microsoft.com/office/drawing/2014/main" id="{E5262BA3-3E78-4330-9339-DFFBF0CCE5B6}"/>
              </a:ext>
            </a:extLst>
          </p:cNvPr>
          <p:cNvSpPr txBox="1">
            <a:spLocks noGrp="1"/>
          </p:cNvSpPr>
          <p:nvPr>
            <p:ph type="body" idx="4294967295"/>
          </p:nvPr>
        </p:nvSpPr>
        <p:spPr>
          <a:xfrm>
            <a:off x="279699" y="1710494"/>
            <a:ext cx="10294895" cy="5819364"/>
          </a:xfrm>
        </p:spPr>
        <p:txBody>
          <a:bodyPr>
            <a:normAutofit/>
          </a:bodyPr>
          <a:lstStyle/>
          <a:p>
            <a:pPr marL="0" lvl="0" indent="0">
              <a:buNone/>
            </a:pPr>
            <a:r>
              <a:rPr lang="es-ES" sz="3600" b="1" dirty="0"/>
              <a:t>3 – Ventajas de CSS</a:t>
            </a:r>
          </a:p>
          <a:p>
            <a:pPr algn="just"/>
            <a:r>
              <a:rPr lang="es-ES" sz="2400" dirty="0"/>
              <a:t>Permite </a:t>
            </a:r>
            <a:r>
              <a:rPr lang="es-ES" sz="2400" b="1" dirty="0">
                <a:solidFill>
                  <a:schemeClr val="accent2"/>
                </a:solidFill>
              </a:rPr>
              <a:t>separar completamente el contenido de la presentación</a:t>
            </a:r>
            <a:r>
              <a:rPr lang="es-ES" sz="2400" dirty="0"/>
              <a:t>, de este modo podemos dar una estética coherente a todo un sitio web desde un solo fichero CSS.</a:t>
            </a:r>
          </a:p>
          <a:p>
            <a:pPr algn="just"/>
            <a:r>
              <a:rPr lang="es-ES" sz="2400" dirty="0"/>
              <a:t>CSS ofrece </a:t>
            </a:r>
            <a:r>
              <a:rPr lang="es-ES" sz="2400" b="1" dirty="0">
                <a:solidFill>
                  <a:srgbClr val="0070C0"/>
                </a:solidFill>
              </a:rPr>
              <a:t>herramientas mucho más potentes </a:t>
            </a:r>
            <a:r>
              <a:rPr lang="es-ES" sz="2400" dirty="0"/>
              <a:t>para estilizar y maquetar que las que ofrecía el HTML "clásico" (horror: se maquetaba con tablas…).</a:t>
            </a:r>
          </a:p>
          <a:p>
            <a:pPr lvl="0" algn="just"/>
            <a:r>
              <a:rPr lang="es-ES" sz="2400" dirty="0"/>
              <a:t>Permite crear cómodamente páginas con </a:t>
            </a:r>
            <a:r>
              <a:rPr lang="es-ES" sz="2400" b="1" dirty="0">
                <a:solidFill>
                  <a:schemeClr val="accent5">
                    <a:lumMod val="75000"/>
                  </a:schemeClr>
                </a:solidFill>
              </a:rPr>
              <a:t>diseño adaptativo</a:t>
            </a:r>
            <a:r>
              <a:rPr lang="es-ES" sz="2400" dirty="0"/>
              <a:t> ("</a:t>
            </a:r>
            <a:r>
              <a:rPr lang="es-ES" sz="2400" dirty="0" err="1"/>
              <a:t>reponsive</a:t>
            </a:r>
            <a:r>
              <a:rPr lang="es-ES" sz="2400" dirty="0"/>
              <a:t> </a:t>
            </a:r>
            <a:r>
              <a:rPr lang="es-ES" sz="2400" dirty="0" err="1"/>
              <a:t>design</a:t>
            </a:r>
            <a:r>
              <a:rPr lang="es-ES" sz="2400" dirty="0"/>
              <a:t>") según sea el tamaño de la pantalla en la que visualice la web (PC, </a:t>
            </a:r>
            <a:r>
              <a:rPr lang="es-ES" sz="2400" dirty="0" err="1"/>
              <a:t>tablets</a:t>
            </a:r>
            <a:r>
              <a:rPr lang="es-ES" sz="2400" dirty="0"/>
              <a:t>, smartphones, </a:t>
            </a:r>
            <a:r>
              <a:rPr lang="es-ES" sz="2400" dirty="0" err="1"/>
              <a:t>smart</a:t>
            </a:r>
            <a:r>
              <a:rPr lang="es-ES" sz="2400" dirty="0"/>
              <a:t> TV…)</a:t>
            </a:r>
          </a:p>
          <a:p>
            <a:pPr lvl="0" algn="just"/>
            <a:r>
              <a:rPr lang="es-ES" sz="2400" b="1" dirty="0">
                <a:solidFill>
                  <a:schemeClr val="accent6">
                    <a:lumMod val="75000"/>
                  </a:schemeClr>
                </a:solidFill>
              </a:rPr>
              <a:t>Acelera la carga de las páginas de un sitio web</a:t>
            </a:r>
            <a:r>
              <a:rPr lang="es-ES" sz="2400" b="1" dirty="0"/>
              <a:t> </a:t>
            </a:r>
            <a:r>
              <a:rPr lang="es-ES" sz="2400" dirty="0"/>
              <a:t>porque la hoja de estilos se descarga solo la primera vez y se guarda en la "caché" del navegador.</a:t>
            </a:r>
          </a:p>
          <a:p>
            <a:pPr lvl="0"/>
            <a:endParaRPr lang="es-ES" dirty="0"/>
          </a:p>
          <a:p>
            <a:pPr lvl="0"/>
            <a:endParaRPr lang="es-ES" dirty="0"/>
          </a:p>
        </p:txBody>
      </p:sp>
      <p:pic>
        <p:nvPicPr>
          <p:cNvPr id="1026" name="Picture 2" descr="Arm Muscle Clip Art - Brazo Fuerte Animado - (1252x1252) Png Clipart  Download">
            <a:extLst>
              <a:ext uri="{FF2B5EF4-FFF2-40B4-BE49-F238E27FC236}">
                <a16:creationId xmlns:a16="http://schemas.microsoft.com/office/drawing/2014/main" id="{8F5CAAE2-F164-4436-9B44-C9D51CF185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1863" y="2967963"/>
            <a:ext cx="2556434" cy="255643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5113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A79C90-B8C0-420B-B2BA-56AA3D0A7721}"/>
              </a:ext>
            </a:extLst>
          </p:cNvPr>
          <p:cNvSpPr txBox="1">
            <a:spLocks noGrp="1"/>
          </p:cNvSpPr>
          <p:nvPr>
            <p:ph type="title" idx="4294967295"/>
          </p:nvPr>
        </p:nvSpPr>
        <p:spPr>
          <a:xfrm>
            <a:off x="279700" y="242050"/>
            <a:ext cx="9359900" cy="900112"/>
          </a:xfrm>
        </p:spPr>
        <p:txBody>
          <a:bodyPr>
            <a:normAutofit fontScale="90000"/>
          </a:bodyPr>
          <a:lstStyle/>
          <a:p>
            <a:pPr lvl="0"/>
            <a:r>
              <a:rPr lang="es-ES" dirty="0"/>
              <a:t>UD 5 – LLMM DE LA WEB. CSS</a:t>
            </a:r>
            <a:br>
              <a:rPr lang="es-ES" dirty="0"/>
            </a:br>
            <a:r>
              <a:rPr lang="es-ES" dirty="0"/>
              <a:t>3 – Ventajas de CSS</a:t>
            </a:r>
          </a:p>
        </p:txBody>
      </p:sp>
      <p:sp>
        <p:nvSpPr>
          <p:cNvPr id="3" name="Marcador de texto 2">
            <a:extLst>
              <a:ext uri="{FF2B5EF4-FFF2-40B4-BE49-F238E27FC236}">
                <a16:creationId xmlns:a16="http://schemas.microsoft.com/office/drawing/2014/main" id="{E5262BA3-3E78-4330-9339-DFFBF0CCE5B6}"/>
              </a:ext>
            </a:extLst>
          </p:cNvPr>
          <p:cNvSpPr txBox="1">
            <a:spLocks noGrp="1"/>
          </p:cNvSpPr>
          <p:nvPr>
            <p:ph type="body" idx="4294967295"/>
          </p:nvPr>
        </p:nvSpPr>
        <p:spPr>
          <a:xfrm>
            <a:off x="279700" y="1710813"/>
            <a:ext cx="9245712" cy="5848861"/>
          </a:xfrm>
        </p:spPr>
        <p:txBody>
          <a:bodyPr>
            <a:normAutofit/>
          </a:bodyPr>
          <a:lstStyle/>
          <a:p>
            <a:pPr marL="0" indent="0">
              <a:buNone/>
            </a:pPr>
            <a:r>
              <a:rPr lang="es-ES" sz="2800" b="1" dirty="0"/>
              <a:t>Marcado semántico VS Marcado de presentación</a:t>
            </a:r>
          </a:p>
          <a:p>
            <a:pPr algn="just"/>
            <a:r>
              <a:rPr lang="es-ES" sz="2400" dirty="0"/>
              <a:t>Ya que la principal ventaja de CSS es </a:t>
            </a:r>
            <a:r>
              <a:rPr lang="es-ES" sz="2400" b="1" dirty="0">
                <a:solidFill>
                  <a:schemeClr val="accent4"/>
                </a:solidFill>
              </a:rPr>
              <a:t>potenciar la separación del contenido de la forma</a:t>
            </a:r>
            <a:r>
              <a:rPr lang="es-ES" sz="2400" dirty="0"/>
              <a:t>, nos interesa </a:t>
            </a:r>
            <a:r>
              <a:rPr lang="es-ES" sz="2400" b="1" dirty="0">
                <a:solidFill>
                  <a:schemeClr val="accent2"/>
                </a:solidFill>
              </a:rPr>
              <a:t>favorecer el marcado semántico y reducir el marcado de presentación</a:t>
            </a:r>
            <a:r>
              <a:rPr lang="es-ES" sz="2400" dirty="0"/>
              <a:t>. Observa:</a:t>
            </a:r>
          </a:p>
          <a:p>
            <a:pPr algn="just"/>
            <a:endParaRPr lang="es-ES" sz="2800" dirty="0"/>
          </a:p>
          <a:p>
            <a:pPr algn="just"/>
            <a:endParaRPr lang="es-ES" sz="2800" dirty="0"/>
          </a:p>
          <a:p>
            <a:pPr algn="just"/>
            <a:endParaRPr lang="es-ES" sz="2800" dirty="0"/>
          </a:p>
          <a:p>
            <a:pPr algn="just"/>
            <a:endParaRPr lang="es-ES" sz="2800" dirty="0"/>
          </a:p>
          <a:p>
            <a:pPr algn="just"/>
            <a:r>
              <a:rPr lang="es-ES" sz="2400" dirty="0"/>
              <a:t>Así que, siempre que podamos utilizar un marcado semántico en vez de un marcado de presentación, debemos usarlo para ganar flexibilidad y mantenibilidad de un sitio web. </a:t>
            </a:r>
            <a:r>
              <a:rPr lang="es-ES" sz="2400" i="1" dirty="0"/>
              <a:t>Dejemos que CSS haga su trabajo.</a:t>
            </a:r>
          </a:p>
          <a:p>
            <a:endParaRPr lang="es-ES" sz="2359" dirty="0"/>
          </a:p>
          <a:p>
            <a:pPr lvl="0"/>
            <a:endParaRPr lang="es-ES" dirty="0"/>
          </a:p>
          <a:p>
            <a:pPr lvl="0"/>
            <a:endParaRPr lang="es-ES" dirty="0"/>
          </a:p>
        </p:txBody>
      </p:sp>
      <p:graphicFrame>
        <p:nvGraphicFramePr>
          <p:cNvPr id="7" name="Tabla 8">
            <a:extLst>
              <a:ext uri="{FF2B5EF4-FFF2-40B4-BE49-F238E27FC236}">
                <a16:creationId xmlns:a16="http://schemas.microsoft.com/office/drawing/2014/main" id="{4F5CC4CD-32A8-45C3-B095-628695BCAEC5}"/>
              </a:ext>
            </a:extLst>
          </p:cNvPr>
          <p:cNvGraphicFramePr>
            <a:graphicFrameLocks noGrp="1"/>
          </p:cNvGraphicFramePr>
          <p:nvPr>
            <p:extLst>
              <p:ext uri="{D42A27DB-BD31-4B8C-83A1-F6EECF244321}">
                <p14:modId xmlns:p14="http://schemas.microsoft.com/office/powerpoint/2010/main" val="3628381999"/>
              </p:ext>
            </p:extLst>
          </p:nvPr>
        </p:nvGraphicFramePr>
        <p:xfrm>
          <a:off x="674137" y="3731034"/>
          <a:ext cx="9245712" cy="1808417"/>
        </p:xfrm>
        <a:graphic>
          <a:graphicData uri="http://schemas.openxmlformats.org/drawingml/2006/table">
            <a:tbl>
              <a:tblPr firstRow="1" bandRow="1">
                <a:tableStyleId>{5C22544A-7EE6-4342-B048-85BDC9FD1C3A}</a:tableStyleId>
              </a:tblPr>
              <a:tblGrid>
                <a:gridCol w="4407731">
                  <a:extLst>
                    <a:ext uri="{9D8B030D-6E8A-4147-A177-3AD203B41FA5}">
                      <a16:colId xmlns:a16="http://schemas.microsoft.com/office/drawing/2014/main" val="1445821074"/>
                    </a:ext>
                  </a:extLst>
                </a:gridCol>
                <a:gridCol w="4837981">
                  <a:extLst>
                    <a:ext uri="{9D8B030D-6E8A-4147-A177-3AD203B41FA5}">
                      <a16:colId xmlns:a16="http://schemas.microsoft.com/office/drawing/2014/main" val="4039487408"/>
                    </a:ext>
                  </a:extLst>
                </a:gridCol>
              </a:tblGrid>
              <a:tr h="479964">
                <a:tc>
                  <a:txBody>
                    <a:bodyPr/>
                    <a:lstStyle/>
                    <a:p>
                      <a:pPr algn="ctr"/>
                      <a:r>
                        <a:rPr lang="es-ES" dirty="0"/>
                        <a:t>Marcado de presentación "clásico"</a:t>
                      </a:r>
                    </a:p>
                  </a:txBody>
                  <a:tcPr anchor="ctr"/>
                </a:tc>
                <a:tc>
                  <a:txBody>
                    <a:bodyPr/>
                    <a:lstStyle/>
                    <a:p>
                      <a:pPr algn="ctr"/>
                      <a:r>
                        <a:rPr lang="es-ES" dirty="0"/>
                        <a:t>Posible marcado semántico asociado</a:t>
                      </a:r>
                    </a:p>
                  </a:txBody>
                  <a:tcPr anchor="ctr"/>
                </a:tc>
                <a:extLst>
                  <a:ext uri="{0D108BD9-81ED-4DB2-BD59-A6C34878D82A}">
                    <a16:rowId xmlns:a16="http://schemas.microsoft.com/office/drawing/2014/main" val="547941357"/>
                  </a:ext>
                </a:extLst>
              </a:tr>
              <a:tr h="479964">
                <a:tc>
                  <a:txBody>
                    <a:bodyPr/>
                    <a:lstStyle/>
                    <a:p>
                      <a:pPr algn="ctr"/>
                      <a:r>
                        <a:rPr lang="es-ES" dirty="0"/>
                        <a:t>&lt;b&gt;contenido importante&lt;/b&gt;</a:t>
                      </a:r>
                    </a:p>
                  </a:txBody>
                  <a:tcPr anchor="ctr"/>
                </a:tc>
                <a:tc>
                  <a:txBody>
                    <a:bodyPr/>
                    <a:lstStyle/>
                    <a:p>
                      <a:pPr algn="ctr"/>
                      <a:r>
                        <a:rPr lang="es-ES" dirty="0"/>
                        <a:t>&lt;</a:t>
                      </a:r>
                      <a:r>
                        <a:rPr lang="es-ES" dirty="0" err="1"/>
                        <a:t>strong</a:t>
                      </a:r>
                      <a:r>
                        <a:rPr lang="es-ES" dirty="0"/>
                        <a:t>&gt;contenido importante&lt;/</a:t>
                      </a:r>
                      <a:r>
                        <a:rPr lang="es-ES" dirty="0" err="1"/>
                        <a:t>strong</a:t>
                      </a:r>
                      <a:r>
                        <a:rPr lang="es-ES" dirty="0"/>
                        <a:t>&gt;</a:t>
                      </a:r>
                    </a:p>
                  </a:txBody>
                  <a:tcPr anchor="ctr"/>
                </a:tc>
                <a:extLst>
                  <a:ext uri="{0D108BD9-81ED-4DB2-BD59-A6C34878D82A}">
                    <a16:rowId xmlns:a16="http://schemas.microsoft.com/office/drawing/2014/main" val="1070442656"/>
                  </a:ext>
                </a:extLst>
              </a:tr>
              <a:tr h="848489">
                <a:tc>
                  <a:txBody>
                    <a:bodyPr/>
                    <a:lstStyle/>
                    <a:p>
                      <a:pPr algn="ctr"/>
                      <a:r>
                        <a:rPr lang="es-ES" dirty="0"/>
                        <a:t>&lt;i&gt;contenido destacado&lt;/i&gt;</a:t>
                      </a:r>
                    </a:p>
                    <a:p>
                      <a:pPr marL="0" marR="0" lvl="0" indent="0" algn="ctr" defTabSz="503972" rtl="0" eaLnBrk="1" fontAlgn="auto" latinLnBrk="0" hangingPunct="1">
                        <a:lnSpc>
                          <a:spcPct val="100000"/>
                        </a:lnSpc>
                        <a:spcBef>
                          <a:spcPts val="0"/>
                        </a:spcBef>
                        <a:spcAft>
                          <a:spcPts val="0"/>
                        </a:spcAft>
                        <a:buClrTx/>
                        <a:buSzTx/>
                        <a:buFontTx/>
                        <a:buNone/>
                        <a:tabLst/>
                        <a:defRPr/>
                      </a:pPr>
                      <a:r>
                        <a:rPr lang="es-ES" dirty="0"/>
                        <a:t>&lt;i&gt;Galileo&lt;/i&gt; dijo:…</a:t>
                      </a:r>
                    </a:p>
                  </a:txBody>
                  <a:tcPr anchor="ctr"/>
                </a:tc>
                <a:tc>
                  <a:txBody>
                    <a:bodyPr/>
                    <a:lstStyle/>
                    <a:p>
                      <a:pPr algn="ctr"/>
                      <a:r>
                        <a:rPr lang="es-ES" dirty="0"/>
                        <a:t>&lt;em&gt;contenido destacado&lt;/em&gt;</a:t>
                      </a:r>
                    </a:p>
                    <a:p>
                      <a:pPr marL="0" marR="0" lvl="0" indent="0" algn="ctr" defTabSz="503972" rtl="0" eaLnBrk="1" fontAlgn="auto" latinLnBrk="0" hangingPunct="1">
                        <a:lnSpc>
                          <a:spcPct val="100000"/>
                        </a:lnSpc>
                        <a:spcBef>
                          <a:spcPts val="0"/>
                        </a:spcBef>
                        <a:spcAft>
                          <a:spcPts val="0"/>
                        </a:spcAft>
                        <a:buClrTx/>
                        <a:buSzTx/>
                        <a:buFontTx/>
                        <a:buNone/>
                        <a:tabLst/>
                        <a:defRPr/>
                      </a:pPr>
                      <a:r>
                        <a:rPr lang="es-ES" dirty="0"/>
                        <a:t>&lt;cite&gt;Galileo&lt;/cite&gt; dijo:…</a:t>
                      </a:r>
                    </a:p>
                  </a:txBody>
                  <a:tcPr anchor="ctr"/>
                </a:tc>
                <a:extLst>
                  <a:ext uri="{0D108BD9-81ED-4DB2-BD59-A6C34878D82A}">
                    <a16:rowId xmlns:a16="http://schemas.microsoft.com/office/drawing/2014/main" val="3024863350"/>
                  </a:ext>
                </a:extLst>
              </a:tr>
            </a:tbl>
          </a:graphicData>
        </a:graphic>
      </p:graphicFrame>
      <p:pic>
        <p:nvPicPr>
          <p:cNvPr id="12" name="Imagen 11">
            <a:extLst>
              <a:ext uri="{FF2B5EF4-FFF2-40B4-BE49-F238E27FC236}">
                <a16:creationId xmlns:a16="http://schemas.microsoft.com/office/drawing/2014/main" id="{0FD95B88-A48D-4BCB-A4B7-9B5491A1DB35}"/>
              </a:ext>
            </a:extLst>
          </p:cNvPr>
          <p:cNvPicPr>
            <a:picLocks noChangeAspect="1"/>
          </p:cNvPicPr>
          <p:nvPr/>
        </p:nvPicPr>
        <p:blipFill>
          <a:blip r:embed="rId3"/>
          <a:stretch>
            <a:fillRect/>
          </a:stretch>
        </p:blipFill>
        <p:spPr>
          <a:xfrm>
            <a:off x="10201462" y="2242215"/>
            <a:ext cx="2960103" cy="3111495"/>
          </a:xfrm>
          <a:prstGeom prst="rect">
            <a:avLst/>
          </a:prstGeom>
          <a:ln>
            <a:noFill/>
          </a:ln>
          <a:effectLst>
            <a:outerShdw blurRad="292100" dist="139700" dir="2700000" algn="tl" rotWithShape="0">
              <a:srgbClr val="333333">
                <a:alpha val="65000"/>
              </a:srgbClr>
            </a:outerShdw>
          </a:effectLst>
        </p:spPr>
      </p:pic>
      <p:sp>
        <p:nvSpPr>
          <p:cNvPr id="13" name="Rectángulo: esquinas redondeadas 12">
            <a:extLst>
              <a:ext uri="{FF2B5EF4-FFF2-40B4-BE49-F238E27FC236}">
                <a16:creationId xmlns:a16="http://schemas.microsoft.com/office/drawing/2014/main" id="{FBFAAEB8-1B25-41F0-9573-D12DDDA90737}"/>
              </a:ext>
            </a:extLst>
          </p:cNvPr>
          <p:cNvSpPr/>
          <p:nvPr/>
        </p:nvSpPr>
        <p:spPr>
          <a:xfrm>
            <a:off x="10314286" y="5539451"/>
            <a:ext cx="2847279" cy="165308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600" dirty="0"/>
              <a:t>Recordamos también que HTML5 define un conjunto de nuevas etiquetas semánticas que permiten estructurar la maquetación de un documento </a:t>
            </a:r>
          </a:p>
        </p:txBody>
      </p:sp>
    </p:spTree>
    <p:extLst>
      <p:ext uri="{BB962C8B-B14F-4D97-AF65-F5344CB8AC3E}">
        <p14:creationId xmlns:p14="http://schemas.microsoft.com/office/powerpoint/2010/main" val="2631891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B6B2F8BA-27C3-439E-99BB-9A6CCF2D4032}"/>
              </a:ext>
            </a:extLst>
          </p:cNvPr>
          <p:cNvSpPr>
            <a:spLocks noGrp="1"/>
          </p:cNvSpPr>
          <p:nvPr>
            <p:ph type="sldNum" sz="quarter" idx="12"/>
          </p:nvPr>
        </p:nvSpPr>
        <p:spPr>
          <a:xfrm>
            <a:off x="10178976" y="7559595"/>
            <a:ext cx="753274" cy="402483"/>
          </a:xfrm>
        </p:spPr>
        <p:txBody>
          <a:bodyPr/>
          <a:lstStyle/>
          <a:p>
            <a:pPr lvl="0"/>
            <a:fld id="{FC2AEE2B-0E17-4007-BE09-ECDE1F1FB5D0}" type="slidenum">
              <a:rPr/>
              <a:t>8</a:t>
            </a:fld>
            <a:endParaRPr lang="es-ES"/>
          </a:p>
        </p:txBody>
      </p:sp>
      <p:sp>
        <p:nvSpPr>
          <p:cNvPr id="2" name="Título 1">
            <a:extLst>
              <a:ext uri="{FF2B5EF4-FFF2-40B4-BE49-F238E27FC236}">
                <a16:creationId xmlns:a16="http://schemas.microsoft.com/office/drawing/2014/main" id="{78A79C90-B8C0-420B-B2BA-56AA3D0A7721}"/>
              </a:ext>
            </a:extLst>
          </p:cNvPr>
          <p:cNvSpPr txBox="1">
            <a:spLocks noGrp="1"/>
          </p:cNvSpPr>
          <p:nvPr>
            <p:ph type="title" idx="4294967295"/>
          </p:nvPr>
        </p:nvSpPr>
        <p:spPr>
          <a:xfrm>
            <a:off x="279700" y="242049"/>
            <a:ext cx="9359900" cy="1116181"/>
          </a:xfrm>
        </p:spPr>
        <p:txBody>
          <a:bodyPr>
            <a:normAutofit fontScale="90000"/>
          </a:bodyPr>
          <a:lstStyle/>
          <a:p>
            <a:pPr lvl="0"/>
            <a:r>
              <a:rPr lang="es-ES" dirty="0"/>
              <a:t>UD 5 – LLMM DE LA WEB. CSS</a:t>
            </a:r>
            <a:br>
              <a:rPr lang="es-ES" dirty="0"/>
            </a:br>
            <a:r>
              <a:rPr lang="es-ES" dirty="0"/>
              <a:t>4 – Relación HTML-CSS</a:t>
            </a:r>
          </a:p>
        </p:txBody>
      </p:sp>
      <p:sp>
        <p:nvSpPr>
          <p:cNvPr id="3" name="Marcador de texto 2">
            <a:extLst>
              <a:ext uri="{FF2B5EF4-FFF2-40B4-BE49-F238E27FC236}">
                <a16:creationId xmlns:a16="http://schemas.microsoft.com/office/drawing/2014/main" id="{E5262BA3-3E78-4330-9339-DFFBF0CCE5B6}"/>
              </a:ext>
            </a:extLst>
          </p:cNvPr>
          <p:cNvSpPr txBox="1">
            <a:spLocks noGrp="1"/>
          </p:cNvSpPr>
          <p:nvPr>
            <p:ph type="body" idx="4294967295"/>
          </p:nvPr>
        </p:nvSpPr>
        <p:spPr>
          <a:xfrm>
            <a:off x="279700" y="1600201"/>
            <a:ext cx="7795042" cy="5959474"/>
          </a:xfrm>
        </p:spPr>
        <p:txBody>
          <a:bodyPr/>
          <a:lstStyle/>
          <a:p>
            <a:pPr marL="0" lvl="0" indent="0">
              <a:buNone/>
            </a:pPr>
            <a:r>
              <a:rPr lang="es-ES" sz="3600" b="1" dirty="0"/>
              <a:t>4 – Relación HTML-CSS</a:t>
            </a:r>
          </a:p>
          <a:p>
            <a:pPr lvl="0"/>
            <a:r>
              <a:rPr lang="es-ES" sz="2400" dirty="0"/>
              <a:t>Las reglas CSS tienen la siguiente estructura:</a:t>
            </a:r>
          </a:p>
          <a:p>
            <a:pPr lvl="0"/>
            <a:endParaRPr lang="es-ES" sz="2400" dirty="0"/>
          </a:p>
          <a:p>
            <a:pPr lvl="0"/>
            <a:endParaRPr lang="es-ES" sz="2400" dirty="0"/>
          </a:p>
          <a:p>
            <a:pPr lvl="0"/>
            <a:endParaRPr lang="es-ES" sz="2400" dirty="0"/>
          </a:p>
          <a:p>
            <a:pPr lvl="0"/>
            <a:endParaRPr lang="es-ES" sz="2400" dirty="0"/>
          </a:p>
          <a:p>
            <a:pPr lvl="0"/>
            <a:endParaRPr lang="es-ES" sz="2400" dirty="0"/>
          </a:p>
          <a:p>
            <a:pPr lvl="0"/>
            <a:endParaRPr lang="es-ES" sz="2400" dirty="0"/>
          </a:p>
          <a:p>
            <a:pPr lvl="0" algn="just"/>
            <a:r>
              <a:rPr lang="es-ES" sz="2400" dirty="0"/>
              <a:t>El </a:t>
            </a:r>
            <a:r>
              <a:rPr lang="es-ES" sz="2400" b="1" dirty="0"/>
              <a:t>selector</a:t>
            </a:r>
            <a:r>
              <a:rPr lang="es-ES" sz="2400" dirty="0"/>
              <a:t> es un identificador que tiene una correspondencia con un elemento del documento HTML, sobre el que se aplicarán las declaraciones de estilo que incluya la regla.</a:t>
            </a:r>
          </a:p>
          <a:p>
            <a:pPr lvl="0"/>
            <a:endParaRPr lang="es-ES" sz="2400" dirty="0"/>
          </a:p>
          <a:p>
            <a:pPr lvl="0"/>
            <a:endParaRPr lang="es-ES" dirty="0"/>
          </a:p>
          <a:p>
            <a:pPr lvl="0"/>
            <a:endParaRPr lang="es-ES" dirty="0"/>
          </a:p>
          <a:p>
            <a:pPr lvl="0"/>
            <a:endParaRPr lang="es-ES" dirty="0"/>
          </a:p>
        </p:txBody>
      </p:sp>
      <p:pic>
        <p:nvPicPr>
          <p:cNvPr id="4100" name="Picture 4" descr="CSS: Basic Properties and Applications">
            <a:extLst>
              <a:ext uri="{FF2B5EF4-FFF2-40B4-BE49-F238E27FC236}">
                <a16:creationId xmlns:a16="http://schemas.microsoft.com/office/drawing/2014/main" id="{FCFB1832-9C74-430A-A582-B10C6C19AA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247"/>
          <a:stretch/>
        </p:blipFill>
        <p:spPr bwMode="auto">
          <a:xfrm>
            <a:off x="1767639" y="3033743"/>
            <a:ext cx="4085594" cy="243429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A0FF791A-B494-46FB-B441-368E39DD249C}"/>
              </a:ext>
            </a:extLst>
          </p:cNvPr>
          <p:cNvPicPr>
            <a:picLocks noChangeAspect="1"/>
          </p:cNvPicPr>
          <p:nvPr/>
        </p:nvPicPr>
        <p:blipFill>
          <a:blip r:embed="rId4"/>
          <a:stretch>
            <a:fillRect/>
          </a:stretch>
        </p:blipFill>
        <p:spPr>
          <a:xfrm>
            <a:off x="8574257" y="2327447"/>
            <a:ext cx="4213796" cy="4990178"/>
          </a:xfrm>
          <a:prstGeom prst="rect">
            <a:avLst/>
          </a:prstGeom>
          <a:ln>
            <a:noFill/>
          </a:ln>
          <a:effectLst>
            <a:outerShdw blurRad="292100" dist="139700" dir="2700000" algn="tl" rotWithShape="0">
              <a:srgbClr val="333333">
                <a:alpha val="65000"/>
              </a:srgbClr>
            </a:outerShdw>
          </a:effectLst>
        </p:spPr>
      </p:pic>
      <p:pic>
        <p:nvPicPr>
          <p:cNvPr id="11" name="Imagen 10">
            <a:extLst>
              <a:ext uri="{FF2B5EF4-FFF2-40B4-BE49-F238E27FC236}">
                <a16:creationId xmlns:a16="http://schemas.microsoft.com/office/drawing/2014/main" id="{B06ED26B-3CD8-4B1C-9DB7-15B66855A2BD}"/>
              </a:ext>
            </a:extLst>
          </p:cNvPr>
          <p:cNvPicPr>
            <a:picLocks noChangeAspect="1"/>
          </p:cNvPicPr>
          <p:nvPr/>
        </p:nvPicPr>
        <p:blipFill rotWithShape="1">
          <a:blip r:embed="rId5"/>
          <a:srcRect b="3358"/>
          <a:stretch/>
        </p:blipFill>
        <p:spPr>
          <a:xfrm>
            <a:off x="11798680" y="174289"/>
            <a:ext cx="1390198" cy="23476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Flecha: a la derecha 11">
            <a:extLst>
              <a:ext uri="{FF2B5EF4-FFF2-40B4-BE49-F238E27FC236}">
                <a16:creationId xmlns:a16="http://schemas.microsoft.com/office/drawing/2014/main" id="{57111759-7869-429C-A644-C109BBA10723}"/>
              </a:ext>
            </a:extLst>
          </p:cNvPr>
          <p:cNvSpPr/>
          <p:nvPr/>
        </p:nvSpPr>
        <p:spPr>
          <a:xfrm rot="18901544">
            <a:off x="11380560" y="2490405"/>
            <a:ext cx="546315"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ángulo: esquinas redondeadas 12">
            <a:extLst>
              <a:ext uri="{FF2B5EF4-FFF2-40B4-BE49-F238E27FC236}">
                <a16:creationId xmlns:a16="http://schemas.microsoft.com/office/drawing/2014/main" id="{46033965-DC27-4E05-A9FB-CFE34A744DD2}"/>
              </a:ext>
            </a:extLst>
          </p:cNvPr>
          <p:cNvSpPr/>
          <p:nvPr/>
        </p:nvSpPr>
        <p:spPr>
          <a:xfrm>
            <a:off x="8959788" y="3722007"/>
            <a:ext cx="3029565" cy="96967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23881510-9C50-440B-98DB-286575E1269C}"/>
              </a:ext>
            </a:extLst>
          </p:cNvPr>
          <p:cNvSpPr txBox="1"/>
          <p:nvPr/>
        </p:nvSpPr>
        <p:spPr>
          <a:xfrm>
            <a:off x="8498286" y="1877391"/>
            <a:ext cx="1976284" cy="461665"/>
          </a:xfrm>
          <a:prstGeom prst="rect">
            <a:avLst/>
          </a:prstGeom>
          <a:noFill/>
        </p:spPr>
        <p:txBody>
          <a:bodyPr wrap="square" rtlCol="0">
            <a:spAutoFit/>
          </a:bodyPr>
          <a:lstStyle/>
          <a:p>
            <a:r>
              <a:rPr lang="es-ES" sz="2400" dirty="0"/>
              <a:t>Ejemplo:</a:t>
            </a:r>
          </a:p>
        </p:txBody>
      </p:sp>
    </p:spTree>
    <p:extLst>
      <p:ext uri="{BB962C8B-B14F-4D97-AF65-F5344CB8AC3E}">
        <p14:creationId xmlns:p14="http://schemas.microsoft.com/office/powerpoint/2010/main" val="1193105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B6B2F8BA-27C3-439E-99BB-9A6CCF2D4032}"/>
              </a:ext>
            </a:extLst>
          </p:cNvPr>
          <p:cNvSpPr>
            <a:spLocks noGrp="1"/>
          </p:cNvSpPr>
          <p:nvPr>
            <p:ph type="sldNum" sz="quarter" idx="12"/>
          </p:nvPr>
        </p:nvSpPr>
        <p:spPr>
          <a:xfrm>
            <a:off x="8468811" y="6603727"/>
            <a:ext cx="753274" cy="402483"/>
          </a:xfrm>
        </p:spPr>
        <p:txBody>
          <a:bodyPr/>
          <a:lstStyle/>
          <a:p>
            <a:pPr lvl="0"/>
            <a:fld id="{FC2AEE2B-0E17-4007-BE09-ECDE1F1FB5D0}" type="slidenum">
              <a:rPr/>
              <a:t>9</a:t>
            </a:fld>
            <a:endParaRPr lang="es-ES"/>
          </a:p>
        </p:txBody>
      </p:sp>
      <p:sp>
        <p:nvSpPr>
          <p:cNvPr id="2" name="Título 1">
            <a:extLst>
              <a:ext uri="{FF2B5EF4-FFF2-40B4-BE49-F238E27FC236}">
                <a16:creationId xmlns:a16="http://schemas.microsoft.com/office/drawing/2014/main" id="{78A79C90-B8C0-420B-B2BA-56AA3D0A7721}"/>
              </a:ext>
            </a:extLst>
          </p:cNvPr>
          <p:cNvSpPr txBox="1">
            <a:spLocks noGrp="1"/>
          </p:cNvSpPr>
          <p:nvPr>
            <p:ph type="title" idx="4294967295"/>
          </p:nvPr>
        </p:nvSpPr>
        <p:spPr>
          <a:xfrm>
            <a:off x="279700" y="242050"/>
            <a:ext cx="9359900" cy="900112"/>
          </a:xfrm>
        </p:spPr>
        <p:txBody>
          <a:bodyPr>
            <a:normAutofit fontScale="90000"/>
          </a:bodyPr>
          <a:lstStyle/>
          <a:p>
            <a:pPr lvl="0"/>
            <a:r>
              <a:rPr lang="es-ES" dirty="0"/>
              <a:t>UD 5 – LLMM DE LA WEB. CSS</a:t>
            </a:r>
            <a:br>
              <a:rPr lang="es-ES" dirty="0"/>
            </a:br>
            <a:r>
              <a:rPr lang="es-ES" dirty="0"/>
              <a:t>4 – Relación HTML-CSS</a:t>
            </a:r>
          </a:p>
        </p:txBody>
      </p:sp>
      <p:sp>
        <p:nvSpPr>
          <p:cNvPr id="3" name="Marcador de texto 2">
            <a:extLst>
              <a:ext uri="{FF2B5EF4-FFF2-40B4-BE49-F238E27FC236}">
                <a16:creationId xmlns:a16="http://schemas.microsoft.com/office/drawing/2014/main" id="{E5262BA3-3E78-4330-9339-DFFBF0CCE5B6}"/>
              </a:ext>
            </a:extLst>
          </p:cNvPr>
          <p:cNvSpPr txBox="1">
            <a:spLocks noGrp="1"/>
          </p:cNvSpPr>
          <p:nvPr>
            <p:ph type="body" idx="4294967295"/>
          </p:nvPr>
        </p:nvSpPr>
        <p:spPr>
          <a:xfrm>
            <a:off x="279698" y="1600201"/>
            <a:ext cx="10202447" cy="5959474"/>
          </a:xfrm>
        </p:spPr>
        <p:txBody>
          <a:bodyPr>
            <a:normAutofit/>
          </a:bodyPr>
          <a:lstStyle/>
          <a:p>
            <a:pPr marL="0" lvl="0" indent="0" algn="just">
              <a:buNone/>
            </a:pPr>
            <a:r>
              <a:rPr lang="es-ES" sz="2500" b="1" dirty="0"/>
              <a:t>La herencia de estilos: la "cascada"</a:t>
            </a:r>
          </a:p>
          <a:p>
            <a:pPr lvl="0" algn="just"/>
            <a:r>
              <a:rPr lang="es-ES" sz="2500" dirty="0"/>
              <a:t>Los estilos que apliquemos a un nodo del árbol con CSS son heredados por la "descendencia" de este nodo. Observa:</a:t>
            </a:r>
            <a:endParaRPr lang="es-ES" sz="2360" dirty="0"/>
          </a:p>
          <a:p>
            <a:endParaRPr lang="es-ES" sz="2800" dirty="0"/>
          </a:p>
          <a:p>
            <a:pPr lvl="0"/>
            <a:endParaRPr lang="es-ES" sz="2400" dirty="0"/>
          </a:p>
          <a:p>
            <a:pPr lvl="0"/>
            <a:endParaRPr lang="es-ES" dirty="0"/>
          </a:p>
          <a:p>
            <a:pPr lvl="0"/>
            <a:endParaRPr lang="es-ES" dirty="0"/>
          </a:p>
          <a:p>
            <a:pPr lvl="0"/>
            <a:endParaRPr lang="es-ES" dirty="0"/>
          </a:p>
        </p:txBody>
      </p:sp>
      <p:sp>
        <p:nvSpPr>
          <p:cNvPr id="7" name="Cerrar llave 6">
            <a:extLst>
              <a:ext uri="{FF2B5EF4-FFF2-40B4-BE49-F238E27FC236}">
                <a16:creationId xmlns:a16="http://schemas.microsoft.com/office/drawing/2014/main" id="{56DD75BF-4B1C-4684-B580-B590A6A8FE80}"/>
              </a:ext>
            </a:extLst>
          </p:cNvPr>
          <p:cNvSpPr/>
          <p:nvPr/>
        </p:nvSpPr>
        <p:spPr>
          <a:xfrm>
            <a:off x="8947780" y="3898730"/>
            <a:ext cx="130784" cy="539795"/>
          </a:xfrm>
          <a:prstGeom prst="righ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pic>
        <p:nvPicPr>
          <p:cNvPr id="12" name="Imagen 11">
            <a:extLst>
              <a:ext uri="{FF2B5EF4-FFF2-40B4-BE49-F238E27FC236}">
                <a16:creationId xmlns:a16="http://schemas.microsoft.com/office/drawing/2014/main" id="{FC86DF26-E81F-A04E-4C2B-5D452A99A3AE}"/>
              </a:ext>
            </a:extLst>
          </p:cNvPr>
          <p:cNvPicPr>
            <a:picLocks noChangeAspect="1"/>
          </p:cNvPicPr>
          <p:nvPr/>
        </p:nvPicPr>
        <p:blipFill rotWithShape="1">
          <a:blip r:embed="rId3"/>
          <a:srcRect l="4086"/>
          <a:stretch/>
        </p:blipFill>
        <p:spPr>
          <a:xfrm>
            <a:off x="1088000" y="3180492"/>
            <a:ext cx="2638432" cy="40847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Imagen 13">
            <a:extLst>
              <a:ext uri="{FF2B5EF4-FFF2-40B4-BE49-F238E27FC236}">
                <a16:creationId xmlns:a16="http://schemas.microsoft.com/office/drawing/2014/main" id="{7832471D-2A3E-4E3C-3B92-79380CE43916}"/>
              </a:ext>
            </a:extLst>
          </p:cNvPr>
          <p:cNvPicPr>
            <a:picLocks noChangeAspect="1"/>
          </p:cNvPicPr>
          <p:nvPr/>
        </p:nvPicPr>
        <p:blipFill>
          <a:blip r:embed="rId4"/>
          <a:stretch>
            <a:fillRect/>
          </a:stretch>
        </p:blipFill>
        <p:spPr>
          <a:xfrm>
            <a:off x="4059624" y="3561165"/>
            <a:ext cx="1828800" cy="3343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Flecha: a la derecha 14">
            <a:extLst>
              <a:ext uri="{FF2B5EF4-FFF2-40B4-BE49-F238E27FC236}">
                <a16:creationId xmlns:a16="http://schemas.microsoft.com/office/drawing/2014/main" id="{2B04C146-0BD8-85A5-08C6-F52FB3CAE537}"/>
              </a:ext>
            </a:extLst>
          </p:cNvPr>
          <p:cNvSpPr/>
          <p:nvPr/>
        </p:nvSpPr>
        <p:spPr>
          <a:xfrm>
            <a:off x="3623905" y="4942644"/>
            <a:ext cx="607582" cy="560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26" name="Picture 2" descr="Cascada clipart. Dibujos animados descargar gratis. | Creazilla">
            <a:extLst>
              <a:ext uri="{FF2B5EF4-FFF2-40B4-BE49-F238E27FC236}">
                <a16:creationId xmlns:a16="http://schemas.microsoft.com/office/drawing/2014/main" id="{FB0AF1BA-2014-417B-215E-A3C90E089A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4669" y="2658755"/>
            <a:ext cx="3352589" cy="3842366"/>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esquinas redondeadas 8">
            <a:extLst>
              <a:ext uri="{FF2B5EF4-FFF2-40B4-BE49-F238E27FC236}">
                <a16:creationId xmlns:a16="http://schemas.microsoft.com/office/drawing/2014/main" id="{A74A18F0-0FC5-160F-6E1C-C4FC96D75C8A}"/>
              </a:ext>
            </a:extLst>
          </p:cNvPr>
          <p:cNvSpPr/>
          <p:nvPr/>
        </p:nvSpPr>
        <p:spPr>
          <a:xfrm>
            <a:off x="6075379" y="3898730"/>
            <a:ext cx="4406765" cy="2379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2400" dirty="0"/>
              <a:t>Al añadir estilos al nodo &lt;</a:t>
            </a:r>
            <a:r>
              <a:rPr lang="es-ES" sz="2400" dirty="0" err="1"/>
              <a:t>html</a:t>
            </a:r>
            <a:r>
              <a:rPr lang="es-ES" sz="2400" dirty="0"/>
              <a:t>&gt; también se le aplican a </a:t>
            </a:r>
            <a:r>
              <a:rPr lang="es-ES" sz="2400" dirty="0">
                <a:solidFill>
                  <a:schemeClr val="accent6">
                    <a:lumMod val="50000"/>
                  </a:schemeClr>
                </a:solidFill>
              </a:rPr>
              <a:t>TODA SU DESCENDENCIA</a:t>
            </a:r>
            <a:r>
              <a:rPr lang="es-ES" sz="2400" dirty="0"/>
              <a:t>. </a:t>
            </a:r>
          </a:p>
          <a:p>
            <a:pPr algn="ctr"/>
            <a:r>
              <a:rPr lang="es-ES" sz="2400" dirty="0"/>
              <a:t>Por esto se dice que las hojas CSS son Hojas de Estilo </a:t>
            </a:r>
            <a:r>
              <a:rPr lang="es-ES" sz="2400" b="1" dirty="0">
                <a:solidFill>
                  <a:schemeClr val="accent5"/>
                </a:solidFill>
              </a:rPr>
              <a:t>En Cascada</a:t>
            </a:r>
          </a:p>
        </p:txBody>
      </p:sp>
      <p:sp>
        <p:nvSpPr>
          <p:cNvPr id="17" name="CuadroTexto 16">
            <a:extLst>
              <a:ext uri="{FF2B5EF4-FFF2-40B4-BE49-F238E27FC236}">
                <a16:creationId xmlns:a16="http://schemas.microsoft.com/office/drawing/2014/main" id="{420A313D-7655-B8B5-CE05-2F919FB44900}"/>
              </a:ext>
            </a:extLst>
          </p:cNvPr>
          <p:cNvSpPr txBox="1"/>
          <p:nvPr/>
        </p:nvSpPr>
        <p:spPr>
          <a:xfrm>
            <a:off x="10938455" y="1902446"/>
            <a:ext cx="2025016" cy="830997"/>
          </a:xfrm>
          <a:prstGeom prst="rect">
            <a:avLst/>
          </a:prstGeom>
          <a:noFill/>
        </p:spPr>
        <p:txBody>
          <a:bodyPr wrap="square" rtlCol="0">
            <a:spAutoFit/>
          </a:bodyPr>
          <a:lstStyle/>
          <a:p>
            <a:pPr algn="ctr"/>
            <a:r>
              <a:rPr lang="es-ES" sz="2400" dirty="0">
                <a:solidFill>
                  <a:schemeClr val="bg1"/>
                </a:solidFill>
              </a:rPr>
              <a:t>Estilos de &lt;</a:t>
            </a:r>
            <a:r>
              <a:rPr lang="es-ES" sz="2400" dirty="0" err="1">
                <a:solidFill>
                  <a:schemeClr val="bg1"/>
                </a:solidFill>
              </a:rPr>
              <a:t>html</a:t>
            </a:r>
            <a:r>
              <a:rPr lang="es-ES" dirty="0">
                <a:solidFill>
                  <a:schemeClr val="bg1"/>
                </a:solidFill>
              </a:rPr>
              <a:t>&gt;</a:t>
            </a:r>
          </a:p>
        </p:txBody>
      </p:sp>
      <p:sp>
        <p:nvSpPr>
          <p:cNvPr id="18" name="CuadroTexto 17">
            <a:extLst>
              <a:ext uri="{FF2B5EF4-FFF2-40B4-BE49-F238E27FC236}">
                <a16:creationId xmlns:a16="http://schemas.microsoft.com/office/drawing/2014/main" id="{1EFFE9B8-C18F-A259-D9A6-5D1377555BFE}"/>
              </a:ext>
            </a:extLst>
          </p:cNvPr>
          <p:cNvSpPr txBox="1"/>
          <p:nvPr/>
        </p:nvSpPr>
        <p:spPr>
          <a:xfrm>
            <a:off x="11359585" y="3471745"/>
            <a:ext cx="1252743" cy="461665"/>
          </a:xfrm>
          <a:prstGeom prst="rect">
            <a:avLst/>
          </a:prstGeom>
          <a:noFill/>
        </p:spPr>
        <p:txBody>
          <a:bodyPr wrap="square" rtlCol="0">
            <a:spAutoFit/>
          </a:bodyPr>
          <a:lstStyle/>
          <a:p>
            <a:r>
              <a:rPr lang="es-ES" sz="2400" dirty="0"/>
              <a:t>&lt;</a:t>
            </a:r>
            <a:r>
              <a:rPr lang="es-ES" sz="2400" dirty="0" err="1"/>
              <a:t>body</a:t>
            </a:r>
            <a:r>
              <a:rPr lang="es-ES" sz="2400" dirty="0"/>
              <a:t>&gt;</a:t>
            </a:r>
          </a:p>
        </p:txBody>
      </p:sp>
      <p:sp>
        <p:nvSpPr>
          <p:cNvPr id="19" name="CuadroTexto 18">
            <a:extLst>
              <a:ext uri="{FF2B5EF4-FFF2-40B4-BE49-F238E27FC236}">
                <a16:creationId xmlns:a16="http://schemas.microsoft.com/office/drawing/2014/main" id="{019165E4-8C49-ABAF-587B-FD5596664E86}"/>
              </a:ext>
            </a:extLst>
          </p:cNvPr>
          <p:cNvSpPr txBox="1"/>
          <p:nvPr/>
        </p:nvSpPr>
        <p:spPr>
          <a:xfrm>
            <a:off x="11557468" y="5133443"/>
            <a:ext cx="1054860" cy="461665"/>
          </a:xfrm>
          <a:prstGeom prst="rect">
            <a:avLst/>
          </a:prstGeom>
          <a:noFill/>
        </p:spPr>
        <p:txBody>
          <a:bodyPr wrap="square" rtlCol="0">
            <a:spAutoFit/>
          </a:bodyPr>
          <a:lstStyle/>
          <a:p>
            <a:r>
              <a:rPr lang="es-ES" sz="2400" dirty="0"/>
              <a:t>&lt;h1&gt;</a:t>
            </a:r>
          </a:p>
        </p:txBody>
      </p:sp>
    </p:spTree>
    <p:extLst>
      <p:ext uri="{BB962C8B-B14F-4D97-AF65-F5344CB8AC3E}">
        <p14:creationId xmlns:p14="http://schemas.microsoft.com/office/powerpoint/2010/main" val="4164199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B6B2F8BA-27C3-439E-99BB-9A6CCF2D4032}"/>
              </a:ext>
            </a:extLst>
          </p:cNvPr>
          <p:cNvSpPr>
            <a:spLocks noGrp="1"/>
          </p:cNvSpPr>
          <p:nvPr>
            <p:ph type="sldNum" sz="quarter" idx="12"/>
          </p:nvPr>
        </p:nvSpPr>
        <p:spPr>
          <a:xfrm>
            <a:off x="12154596" y="6588708"/>
            <a:ext cx="753274" cy="402483"/>
          </a:xfrm>
        </p:spPr>
        <p:txBody>
          <a:bodyPr/>
          <a:lstStyle/>
          <a:p>
            <a:pPr lvl="0"/>
            <a:fld id="{FC2AEE2B-0E17-4007-BE09-ECDE1F1FB5D0}" type="slidenum">
              <a:rPr/>
              <a:t>10</a:t>
            </a:fld>
            <a:endParaRPr lang="es-ES"/>
          </a:p>
        </p:txBody>
      </p:sp>
      <p:sp>
        <p:nvSpPr>
          <p:cNvPr id="2" name="Título 1">
            <a:extLst>
              <a:ext uri="{FF2B5EF4-FFF2-40B4-BE49-F238E27FC236}">
                <a16:creationId xmlns:a16="http://schemas.microsoft.com/office/drawing/2014/main" id="{78A79C90-B8C0-420B-B2BA-56AA3D0A7721}"/>
              </a:ext>
            </a:extLst>
          </p:cNvPr>
          <p:cNvSpPr txBox="1">
            <a:spLocks noGrp="1"/>
          </p:cNvSpPr>
          <p:nvPr>
            <p:ph type="title" idx="4294967295"/>
          </p:nvPr>
        </p:nvSpPr>
        <p:spPr>
          <a:xfrm>
            <a:off x="279700" y="242050"/>
            <a:ext cx="9359900" cy="900112"/>
          </a:xfrm>
        </p:spPr>
        <p:txBody>
          <a:bodyPr>
            <a:normAutofit fontScale="90000"/>
          </a:bodyPr>
          <a:lstStyle/>
          <a:p>
            <a:pPr lvl="0"/>
            <a:r>
              <a:rPr lang="es-ES" dirty="0"/>
              <a:t>UD 5 – LLMM DE LA WEB. CSS</a:t>
            </a:r>
            <a:br>
              <a:rPr lang="es-ES" dirty="0"/>
            </a:br>
            <a:r>
              <a:rPr lang="es-ES" dirty="0"/>
              <a:t>4 – Relación HTML-CSS</a:t>
            </a:r>
          </a:p>
        </p:txBody>
      </p:sp>
      <p:sp>
        <p:nvSpPr>
          <p:cNvPr id="3" name="Marcador de texto 2">
            <a:extLst>
              <a:ext uri="{FF2B5EF4-FFF2-40B4-BE49-F238E27FC236}">
                <a16:creationId xmlns:a16="http://schemas.microsoft.com/office/drawing/2014/main" id="{E5262BA3-3E78-4330-9339-DFFBF0CCE5B6}"/>
              </a:ext>
            </a:extLst>
          </p:cNvPr>
          <p:cNvSpPr txBox="1">
            <a:spLocks noGrp="1"/>
          </p:cNvSpPr>
          <p:nvPr>
            <p:ph type="body" idx="4294967295"/>
          </p:nvPr>
        </p:nvSpPr>
        <p:spPr>
          <a:xfrm>
            <a:off x="279700" y="1710813"/>
            <a:ext cx="8594457" cy="5848861"/>
          </a:xfrm>
        </p:spPr>
        <p:txBody>
          <a:bodyPr>
            <a:normAutofit/>
          </a:bodyPr>
          <a:lstStyle/>
          <a:p>
            <a:pPr marL="0" indent="0" algn="just">
              <a:buNone/>
            </a:pPr>
            <a:r>
              <a:rPr lang="es-ES" sz="2400" b="1" dirty="0"/>
              <a:t>UNA REGLA PARA VARIOS ELEMENTOS</a:t>
            </a:r>
          </a:p>
          <a:p>
            <a:pPr algn="just"/>
            <a:r>
              <a:rPr lang="es-ES" sz="2400" dirty="0"/>
              <a:t>También podríamos </a:t>
            </a:r>
            <a:r>
              <a:rPr lang="es-ES" sz="2400" b="1" dirty="0">
                <a:solidFill>
                  <a:srgbClr val="002060"/>
                </a:solidFill>
              </a:rPr>
              <a:t>aplicar las mismas propiedades a varios elementos</a:t>
            </a:r>
            <a:r>
              <a:rPr lang="es-ES" sz="2400" b="1" dirty="0"/>
              <a:t> </a:t>
            </a:r>
            <a:r>
              <a:rPr lang="es-ES" sz="2400" dirty="0"/>
              <a:t>en una sola regla. Observa como con una regla aplicamos las mismas propiedades a </a:t>
            </a:r>
            <a:r>
              <a:rPr lang="es-ES" sz="2400" b="1" dirty="0"/>
              <a:t>h1</a:t>
            </a:r>
            <a:r>
              <a:rPr lang="es-ES" sz="2400" dirty="0"/>
              <a:t> y a </a:t>
            </a:r>
            <a:r>
              <a:rPr lang="es-ES" sz="2400" b="1" dirty="0"/>
              <a:t>h2</a:t>
            </a:r>
            <a:r>
              <a:rPr lang="es-ES" sz="2400" dirty="0"/>
              <a:t>.</a:t>
            </a:r>
          </a:p>
          <a:p>
            <a:pPr marL="0" indent="0" algn="just">
              <a:buNone/>
            </a:pPr>
            <a:endParaRPr lang="es-ES" sz="2000" dirty="0"/>
          </a:p>
          <a:p>
            <a:pPr marL="0" indent="0" algn="just">
              <a:buNone/>
            </a:pPr>
            <a:r>
              <a:rPr lang="es-ES" sz="2400" b="1" dirty="0"/>
              <a:t>VARIAS REGLAS HABLAN DE UN MISMO ELEMENTO</a:t>
            </a:r>
          </a:p>
          <a:p>
            <a:pPr algn="just"/>
            <a:r>
              <a:rPr lang="es-ES" sz="2400" dirty="0"/>
              <a:t>Cuando un mismo elemento sea tratado por varias reglas irá </a:t>
            </a:r>
            <a:r>
              <a:rPr lang="es-ES" sz="2400" b="1" dirty="0">
                <a:solidFill>
                  <a:schemeClr val="accent4"/>
                </a:solidFill>
              </a:rPr>
              <a:t>"acumulando" los distintos estilos que se especifiquen en estas reglas</a:t>
            </a:r>
            <a:r>
              <a:rPr lang="es-ES" sz="2400" dirty="0"/>
              <a:t>. </a:t>
            </a:r>
          </a:p>
          <a:p>
            <a:pPr lvl="1" algn="just"/>
            <a:r>
              <a:rPr lang="es-ES" sz="1960" dirty="0"/>
              <a:t>Observa que h1 aparecía en la regla anterior pero también en esta otra recuadrada en rojo. Así que los h1 del documento se visualizarían en verde, con un tamaño de fuente de 40px y también centrados y con un </a:t>
            </a:r>
            <a:r>
              <a:rPr lang="es-ES" sz="1960" dirty="0" err="1"/>
              <a:t>padding</a:t>
            </a:r>
            <a:r>
              <a:rPr lang="es-ES" sz="1960" dirty="0"/>
              <a:t> (relleno) de 20px.</a:t>
            </a:r>
          </a:p>
          <a:p>
            <a:pPr lvl="1"/>
            <a:endParaRPr lang="es-ES" dirty="0"/>
          </a:p>
          <a:p>
            <a:pPr lvl="0"/>
            <a:endParaRPr lang="es-ES" dirty="0"/>
          </a:p>
        </p:txBody>
      </p:sp>
      <p:pic>
        <p:nvPicPr>
          <p:cNvPr id="16" name="Imagen 15">
            <a:extLst>
              <a:ext uri="{FF2B5EF4-FFF2-40B4-BE49-F238E27FC236}">
                <a16:creationId xmlns:a16="http://schemas.microsoft.com/office/drawing/2014/main" id="{D6395262-5727-4266-AF2F-7238421417D8}"/>
              </a:ext>
            </a:extLst>
          </p:cNvPr>
          <p:cNvPicPr>
            <a:picLocks noChangeAspect="1"/>
          </p:cNvPicPr>
          <p:nvPr/>
        </p:nvPicPr>
        <p:blipFill>
          <a:blip r:embed="rId3"/>
          <a:stretch>
            <a:fillRect/>
          </a:stretch>
        </p:blipFill>
        <p:spPr>
          <a:xfrm>
            <a:off x="9741512" y="2223769"/>
            <a:ext cx="3541227" cy="4580501"/>
          </a:xfrm>
          <a:prstGeom prst="rect">
            <a:avLst/>
          </a:prstGeom>
          <a:ln>
            <a:noFill/>
          </a:ln>
          <a:effectLst>
            <a:outerShdw blurRad="292100" dist="139700" dir="2700000" algn="tl" rotWithShape="0">
              <a:srgbClr val="333333">
                <a:alpha val="65000"/>
              </a:srgbClr>
            </a:outerShdw>
          </a:effectLst>
        </p:spPr>
      </p:pic>
      <p:sp>
        <p:nvSpPr>
          <p:cNvPr id="19" name="Flecha: a la derecha 18">
            <a:extLst>
              <a:ext uri="{FF2B5EF4-FFF2-40B4-BE49-F238E27FC236}">
                <a16:creationId xmlns:a16="http://schemas.microsoft.com/office/drawing/2014/main" id="{182D5AB3-D9F1-4EF7-8F91-1EDF19A4F2FB}"/>
              </a:ext>
            </a:extLst>
          </p:cNvPr>
          <p:cNvSpPr/>
          <p:nvPr/>
        </p:nvSpPr>
        <p:spPr>
          <a:xfrm rot="1296113">
            <a:off x="8728210" y="3039393"/>
            <a:ext cx="1004456" cy="560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esquinas redondeadas 6">
            <a:extLst>
              <a:ext uri="{FF2B5EF4-FFF2-40B4-BE49-F238E27FC236}">
                <a16:creationId xmlns:a16="http://schemas.microsoft.com/office/drawing/2014/main" id="{46C41DEB-2DE5-46FC-B2AC-FB3EFA3FD982}"/>
              </a:ext>
            </a:extLst>
          </p:cNvPr>
          <p:cNvSpPr/>
          <p:nvPr/>
        </p:nvSpPr>
        <p:spPr>
          <a:xfrm>
            <a:off x="9741512" y="3168089"/>
            <a:ext cx="2793782" cy="102841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esquinas redondeadas 8">
            <a:extLst>
              <a:ext uri="{FF2B5EF4-FFF2-40B4-BE49-F238E27FC236}">
                <a16:creationId xmlns:a16="http://schemas.microsoft.com/office/drawing/2014/main" id="{74B1FEAD-DE96-45AA-9ACA-C0A4F010B727}"/>
              </a:ext>
            </a:extLst>
          </p:cNvPr>
          <p:cNvSpPr/>
          <p:nvPr/>
        </p:nvSpPr>
        <p:spPr>
          <a:xfrm>
            <a:off x="9741510" y="4196500"/>
            <a:ext cx="2793783" cy="758096"/>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Flecha: a la derecha 14">
            <a:extLst>
              <a:ext uri="{FF2B5EF4-FFF2-40B4-BE49-F238E27FC236}">
                <a16:creationId xmlns:a16="http://schemas.microsoft.com/office/drawing/2014/main" id="{8F36C23A-E35F-41AB-9BB9-3F47D9BA3DFA}"/>
              </a:ext>
            </a:extLst>
          </p:cNvPr>
          <p:cNvSpPr/>
          <p:nvPr/>
        </p:nvSpPr>
        <p:spPr>
          <a:xfrm rot="19779336">
            <a:off x="8825582" y="4476865"/>
            <a:ext cx="894691" cy="560439"/>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ES"/>
          </a:p>
        </p:txBody>
      </p:sp>
      <p:sp>
        <p:nvSpPr>
          <p:cNvPr id="4" name="Rectángulo: esquinas redondeadas 3">
            <a:extLst>
              <a:ext uri="{FF2B5EF4-FFF2-40B4-BE49-F238E27FC236}">
                <a16:creationId xmlns:a16="http://schemas.microsoft.com/office/drawing/2014/main" id="{37B62E0F-72D0-E808-1BE9-2B6C49FB8F31}"/>
              </a:ext>
            </a:extLst>
          </p:cNvPr>
          <p:cNvSpPr/>
          <p:nvPr/>
        </p:nvSpPr>
        <p:spPr>
          <a:xfrm>
            <a:off x="1603133" y="6991191"/>
            <a:ext cx="6713034" cy="42437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dirty="0"/>
              <a:t>Más adelante veremos qué ocurre si dos reglas se contradicen </a:t>
            </a:r>
          </a:p>
        </p:txBody>
      </p:sp>
    </p:spTree>
    <p:extLst>
      <p:ext uri="{BB962C8B-B14F-4D97-AF65-F5344CB8AC3E}">
        <p14:creationId xmlns:p14="http://schemas.microsoft.com/office/powerpoint/2010/main" val="1745806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3">
            <a:extLst>
              <a:ext uri="{FF2B5EF4-FFF2-40B4-BE49-F238E27FC236}">
                <a16:creationId xmlns:a16="http://schemas.microsoft.com/office/drawing/2014/main" id="{B6B2F8BA-27C3-439E-99BB-9A6CCF2D4032}"/>
              </a:ext>
            </a:extLst>
          </p:cNvPr>
          <p:cNvSpPr>
            <a:spLocks noGrp="1"/>
          </p:cNvSpPr>
          <p:nvPr>
            <p:ph type="sldNum" sz="quarter" idx="12"/>
          </p:nvPr>
        </p:nvSpPr>
        <p:spPr/>
        <p:txBody>
          <a:bodyPr/>
          <a:lstStyle/>
          <a:p>
            <a:pPr lvl="0"/>
            <a:fld id="{FC2AEE2B-0E17-4007-BE09-ECDE1F1FB5D0}" type="slidenum">
              <a:rPr/>
              <a:t>11</a:t>
            </a:fld>
            <a:endParaRPr lang="es-ES"/>
          </a:p>
        </p:txBody>
      </p:sp>
      <p:sp>
        <p:nvSpPr>
          <p:cNvPr id="2" name="Título 1">
            <a:extLst>
              <a:ext uri="{FF2B5EF4-FFF2-40B4-BE49-F238E27FC236}">
                <a16:creationId xmlns:a16="http://schemas.microsoft.com/office/drawing/2014/main" id="{78A79C90-B8C0-420B-B2BA-56AA3D0A7721}"/>
              </a:ext>
            </a:extLst>
          </p:cNvPr>
          <p:cNvSpPr txBox="1">
            <a:spLocks noGrp="1"/>
          </p:cNvSpPr>
          <p:nvPr>
            <p:ph type="title" idx="4294967295"/>
          </p:nvPr>
        </p:nvSpPr>
        <p:spPr>
          <a:xfrm>
            <a:off x="279700" y="242050"/>
            <a:ext cx="9359900" cy="900112"/>
          </a:xfrm>
        </p:spPr>
        <p:txBody>
          <a:bodyPr>
            <a:normAutofit fontScale="90000"/>
          </a:bodyPr>
          <a:lstStyle/>
          <a:p>
            <a:pPr lvl="0"/>
            <a:r>
              <a:rPr lang="es-ES" dirty="0"/>
              <a:t>UD 5 – LLMM DE LA WEB. CSS</a:t>
            </a:r>
            <a:br>
              <a:rPr lang="es-ES" dirty="0"/>
            </a:br>
            <a:r>
              <a:rPr lang="es-ES" dirty="0"/>
              <a:t>5 – CSS con W3Schools</a:t>
            </a:r>
          </a:p>
        </p:txBody>
      </p:sp>
      <p:sp>
        <p:nvSpPr>
          <p:cNvPr id="3" name="Marcador de texto 2">
            <a:extLst>
              <a:ext uri="{FF2B5EF4-FFF2-40B4-BE49-F238E27FC236}">
                <a16:creationId xmlns:a16="http://schemas.microsoft.com/office/drawing/2014/main" id="{E5262BA3-3E78-4330-9339-DFFBF0CCE5B6}"/>
              </a:ext>
            </a:extLst>
          </p:cNvPr>
          <p:cNvSpPr txBox="1">
            <a:spLocks noGrp="1"/>
          </p:cNvSpPr>
          <p:nvPr>
            <p:ph type="body" idx="4294967295"/>
          </p:nvPr>
        </p:nvSpPr>
        <p:spPr>
          <a:xfrm>
            <a:off x="279699" y="1600201"/>
            <a:ext cx="8072564" cy="5959474"/>
          </a:xfrm>
        </p:spPr>
        <p:txBody>
          <a:bodyPr>
            <a:normAutofit/>
          </a:bodyPr>
          <a:lstStyle/>
          <a:p>
            <a:pPr marL="0" lvl="0" indent="0">
              <a:buNone/>
            </a:pPr>
            <a:r>
              <a:rPr lang="es-ES" sz="3600" b="1" dirty="0"/>
              <a:t>5 – CSS con W3Schools</a:t>
            </a:r>
          </a:p>
          <a:p>
            <a:pPr lvl="0" algn="just"/>
            <a:r>
              <a:rPr lang="es-ES" sz="2500" dirty="0"/>
              <a:t>Vamos a estudiar CSS3 alternando entre la teoría de </a:t>
            </a:r>
            <a:r>
              <a:rPr lang="es-ES" sz="2500" dirty="0">
                <a:hlinkClick r:id="rId3"/>
              </a:rPr>
              <a:t>W3Schools</a:t>
            </a:r>
            <a:r>
              <a:rPr lang="es-ES" sz="2500" dirty="0"/>
              <a:t> y la práctica mediante ejercicios de clase diseñados para aprender a:</a:t>
            </a:r>
          </a:p>
          <a:p>
            <a:pPr lvl="1" algn="just"/>
            <a:r>
              <a:rPr lang="es-ES" sz="2180" b="1" dirty="0">
                <a:solidFill>
                  <a:schemeClr val="accent4"/>
                </a:solidFill>
              </a:rPr>
              <a:t>Estilizar</a:t>
            </a:r>
            <a:r>
              <a:rPr lang="es-ES" sz="2180" dirty="0"/>
              <a:t> distintos elementos HTML </a:t>
            </a:r>
          </a:p>
          <a:p>
            <a:pPr lvl="1" algn="just"/>
            <a:r>
              <a:rPr lang="es-ES" sz="2180" b="1" dirty="0">
                <a:solidFill>
                  <a:schemeClr val="accent4"/>
                </a:solidFill>
              </a:rPr>
              <a:t>Maquetar</a:t>
            </a:r>
            <a:r>
              <a:rPr lang="es-ES" sz="2180" dirty="0"/>
              <a:t> de forma básica un documento.</a:t>
            </a:r>
            <a:endParaRPr lang="es-ES" sz="2360" dirty="0"/>
          </a:p>
          <a:p>
            <a:pPr algn="just"/>
            <a:r>
              <a:rPr lang="es-ES" sz="2500" dirty="0">
                <a:hlinkClick r:id="rId3"/>
              </a:rPr>
              <a:t>W3Schools</a:t>
            </a:r>
            <a:r>
              <a:rPr lang="es-ES" sz="2500" dirty="0"/>
              <a:t> es una web gratuita para aprender distintas tecnologías que destaca por su enfoque </a:t>
            </a:r>
            <a:r>
              <a:rPr lang="es-ES" sz="2500" b="1" dirty="0">
                <a:solidFill>
                  <a:srgbClr val="7030A0"/>
                </a:solidFill>
              </a:rPr>
              <a:t>“Inténtalo tú mismo”</a:t>
            </a:r>
            <a:r>
              <a:rPr lang="es-ES" sz="2500" dirty="0">
                <a:solidFill>
                  <a:srgbClr val="7030A0"/>
                </a:solidFill>
              </a:rPr>
              <a:t> </a:t>
            </a:r>
            <a:r>
              <a:rPr lang="es-ES" sz="2500" dirty="0"/>
              <a:t>que permite hacer pruebas de código y comprobar cómo se vería en un navegador web, sin tener que salir del sitio web.</a:t>
            </a:r>
          </a:p>
          <a:p>
            <a:pPr algn="just"/>
            <a:r>
              <a:rPr lang="es-ES" sz="2500" dirty="0"/>
              <a:t>Hay más de </a:t>
            </a:r>
            <a:r>
              <a:rPr lang="es-ES" sz="2500" b="1" dirty="0">
                <a:solidFill>
                  <a:schemeClr val="accent5"/>
                </a:solidFill>
              </a:rPr>
              <a:t>200 propiedades CSS </a:t>
            </a:r>
            <a:r>
              <a:rPr lang="es-ES" sz="2500" dirty="0"/>
              <a:t>y no hay que saberlas todas de memoria…</a:t>
            </a:r>
          </a:p>
          <a:p>
            <a:endParaRPr lang="es-ES" sz="2800" dirty="0"/>
          </a:p>
          <a:p>
            <a:pPr lvl="0"/>
            <a:endParaRPr lang="es-ES" sz="2400" dirty="0"/>
          </a:p>
          <a:p>
            <a:pPr lvl="0"/>
            <a:endParaRPr lang="es-ES" dirty="0"/>
          </a:p>
          <a:p>
            <a:pPr lvl="0"/>
            <a:endParaRPr lang="es-ES" dirty="0"/>
          </a:p>
          <a:p>
            <a:pPr lvl="0"/>
            <a:endParaRPr lang="es-ES" dirty="0"/>
          </a:p>
        </p:txBody>
      </p:sp>
      <p:pic>
        <p:nvPicPr>
          <p:cNvPr id="4" name="Imagen 3">
            <a:extLst>
              <a:ext uri="{FF2B5EF4-FFF2-40B4-BE49-F238E27FC236}">
                <a16:creationId xmlns:a16="http://schemas.microsoft.com/office/drawing/2014/main" id="{BCF20AC9-51B2-4D78-9A63-686C12AEE283}"/>
              </a:ext>
            </a:extLst>
          </p:cNvPr>
          <p:cNvPicPr>
            <a:picLocks noChangeAspect="1"/>
          </p:cNvPicPr>
          <p:nvPr/>
        </p:nvPicPr>
        <p:blipFill>
          <a:blip r:embed="rId4"/>
          <a:stretch>
            <a:fillRect/>
          </a:stretch>
        </p:blipFill>
        <p:spPr>
          <a:xfrm>
            <a:off x="8738420" y="5150261"/>
            <a:ext cx="4354962" cy="20757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ángulo: esquinas redondeadas 4">
            <a:extLst>
              <a:ext uri="{FF2B5EF4-FFF2-40B4-BE49-F238E27FC236}">
                <a16:creationId xmlns:a16="http://schemas.microsoft.com/office/drawing/2014/main" id="{D55E72C6-7A95-440C-8697-FFB3B5CBC830}"/>
              </a:ext>
            </a:extLst>
          </p:cNvPr>
          <p:cNvSpPr/>
          <p:nvPr/>
        </p:nvSpPr>
        <p:spPr>
          <a:xfrm>
            <a:off x="8738419" y="2397177"/>
            <a:ext cx="4421657" cy="218276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s-ES" dirty="0"/>
              <a:t>La maquetación en la actualidad se realiza usando alguna de las siguientes técnicas CSS:</a:t>
            </a:r>
          </a:p>
          <a:p>
            <a:r>
              <a:rPr lang="es-ES" dirty="0"/>
              <a:t>- </a:t>
            </a:r>
            <a:r>
              <a:rPr lang="es-ES" dirty="0" err="1"/>
              <a:t>Float</a:t>
            </a:r>
            <a:r>
              <a:rPr lang="es-ES" dirty="0"/>
              <a:t>: antigua, rígida y engorrosa</a:t>
            </a:r>
          </a:p>
          <a:p>
            <a:r>
              <a:rPr lang="es-ES" dirty="0"/>
              <a:t>- </a:t>
            </a:r>
            <a:r>
              <a:rPr lang="es-ES" dirty="0" err="1"/>
              <a:t>Display</a:t>
            </a:r>
            <a:r>
              <a:rPr lang="es-ES" dirty="0"/>
              <a:t>: versátil y comprensible</a:t>
            </a:r>
          </a:p>
          <a:p>
            <a:r>
              <a:rPr lang="es-ES" dirty="0"/>
              <a:t>- </a:t>
            </a:r>
            <a:r>
              <a:rPr lang="es-ES" dirty="0" err="1"/>
              <a:t>FlexBox</a:t>
            </a:r>
            <a:endParaRPr lang="es-ES" dirty="0"/>
          </a:p>
          <a:p>
            <a:r>
              <a:rPr lang="es-ES" dirty="0"/>
              <a:t>- </a:t>
            </a:r>
            <a:r>
              <a:rPr lang="es-ES" dirty="0" err="1"/>
              <a:t>Grid</a:t>
            </a:r>
            <a:endParaRPr lang="es-ES" dirty="0"/>
          </a:p>
        </p:txBody>
      </p:sp>
      <p:sp>
        <p:nvSpPr>
          <p:cNvPr id="7" name="Cerrar llave 6">
            <a:extLst>
              <a:ext uri="{FF2B5EF4-FFF2-40B4-BE49-F238E27FC236}">
                <a16:creationId xmlns:a16="http://schemas.microsoft.com/office/drawing/2014/main" id="{56DD75BF-4B1C-4684-B580-B590A6A8FE80}"/>
              </a:ext>
            </a:extLst>
          </p:cNvPr>
          <p:cNvSpPr/>
          <p:nvPr/>
        </p:nvSpPr>
        <p:spPr>
          <a:xfrm>
            <a:off x="9948833" y="3954486"/>
            <a:ext cx="130784" cy="539795"/>
          </a:xfrm>
          <a:prstGeom prst="righ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8" name="CuadroTexto 7">
            <a:extLst>
              <a:ext uri="{FF2B5EF4-FFF2-40B4-BE49-F238E27FC236}">
                <a16:creationId xmlns:a16="http://schemas.microsoft.com/office/drawing/2014/main" id="{322FB59D-5289-4607-8CEE-E7ACBADE73A1}"/>
              </a:ext>
            </a:extLst>
          </p:cNvPr>
          <p:cNvSpPr txBox="1"/>
          <p:nvPr/>
        </p:nvSpPr>
        <p:spPr>
          <a:xfrm>
            <a:off x="10079617" y="3901217"/>
            <a:ext cx="3080459" cy="646331"/>
          </a:xfrm>
          <a:prstGeom prst="rect">
            <a:avLst/>
          </a:prstGeom>
          <a:noFill/>
        </p:spPr>
        <p:txBody>
          <a:bodyPr wrap="square" rtlCol="0">
            <a:spAutoFit/>
          </a:bodyPr>
          <a:lstStyle/>
          <a:p>
            <a:r>
              <a:rPr lang="es-ES" dirty="0">
                <a:solidFill>
                  <a:schemeClr val="bg1"/>
                </a:solidFill>
              </a:rPr>
              <a:t>moderna y muy flexible </a:t>
            </a:r>
          </a:p>
          <a:p>
            <a:r>
              <a:rPr lang="es-ES" dirty="0">
                <a:solidFill>
                  <a:schemeClr val="bg1"/>
                </a:solidFill>
              </a:rPr>
              <a:t>(las estudiareis en 2º curso)</a:t>
            </a:r>
          </a:p>
        </p:txBody>
      </p:sp>
    </p:spTree>
    <p:extLst>
      <p:ext uri="{BB962C8B-B14F-4D97-AF65-F5344CB8AC3E}">
        <p14:creationId xmlns:p14="http://schemas.microsoft.com/office/powerpoint/2010/main" val="1576867055"/>
      </p:ext>
    </p:extLst>
  </p:cSld>
  <p:clrMapOvr>
    <a:masterClrMapping/>
  </p:clrMapOvr>
</p:sld>
</file>

<file path=ppt/theme/theme1.xml><?xml version="1.0" encoding="utf-8"?>
<a:theme xmlns:a="http://schemas.openxmlformats.org/drawingml/2006/main" name="1_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447</TotalTime>
  <Words>1221</Words>
  <Application>Microsoft Office PowerPoint</Application>
  <PresentationFormat>Personalizado</PresentationFormat>
  <Paragraphs>123</Paragraphs>
  <Slides>11</Slides>
  <Notes>11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11</vt:i4>
      </vt:variant>
    </vt:vector>
  </HeadingPairs>
  <TitlesOfParts>
    <vt:vector size="19" baseType="lpstr">
      <vt:lpstr>Arial</vt:lpstr>
      <vt:lpstr>Calibri</vt:lpstr>
      <vt:lpstr>Source Sans Pro</vt:lpstr>
      <vt:lpstr>Source Sans Pro Black</vt:lpstr>
      <vt:lpstr>Trebuchet MS</vt:lpstr>
      <vt:lpstr>Wingdings 3</vt:lpstr>
      <vt:lpstr>1_Faceta</vt:lpstr>
      <vt:lpstr>Faceta</vt:lpstr>
      <vt:lpstr>UD5 – Hojas de Estilo (CSS)</vt:lpstr>
      <vt:lpstr>UD 5 – LLMM DE LA WEB. CSS Índice de Contenidos</vt:lpstr>
      <vt:lpstr>UD 5 – LLMM DE LA WEB. CSS 1 – ¿Qué es CSS?</vt:lpstr>
      <vt:lpstr>UD 5 – LLMM DE LA WEB. CSS 2 – ¿Para qué sirve CSS?</vt:lpstr>
      <vt:lpstr>UD 5 – LLMM DE LA WEB. CSS 2 – ¿Para qué sirve CSS?</vt:lpstr>
      <vt:lpstr>UD 5 – LLMM DE LA WEB. CSS 3 – Ventajas de CSS</vt:lpstr>
      <vt:lpstr>UD 5 – LLMM DE LA WEB. CSS 3 – Ventajas de CSS</vt:lpstr>
      <vt:lpstr>UD 5 – LLMM DE LA WEB. CSS 4 – Relación HTML-CSS</vt:lpstr>
      <vt:lpstr>UD 5 – LLMM DE LA WEB. CSS 4 – Relación HTML-CSS</vt:lpstr>
      <vt:lpstr>UD 5 – LLMM DE LA WEB. CSS 4 – Relación HTML-CSS</vt:lpstr>
      <vt:lpstr>UD 5 – LLMM DE LA WEB. CSS 5 – CSS con W3Schools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UD3 – LENGUAJES DE MARCAS DE LA WEB. CSS</dc:title>
  <dc:creator>Enrique Royo</dc:creator>
  <cp:lastModifiedBy>J</cp:lastModifiedBy>
  <cp:revision>65</cp:revision>
  <dcterms:created xsi:type="dcterms:W3CDTF">2020-10-29T16:26:29Z</dcterms:created>
  <dcterms:modified xsi:type="dcterms:W3CDTF">2024-12-02T10:41:25Z</dcterms:modified>
</cp:coreProperties>
</file>